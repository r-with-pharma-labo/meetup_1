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915" r:id="rId4"/>
  </p:sldMasterIdLst>
  <p:notesMasterIdLst>
    <p:notesMasterId r:id="rId29"/>
  </p:notesMasterIdLst>
  <p:sldIdLst>
    <p:sldId id="2145707071" r:id="rId5"/>
    <p:sldId id="2145707093" r:id="rId6"/>
    <p:sldId id="2145707118" r:id="rId7"/>
    <p:sldId id="2145707128" r:id="rId8"/>
    <p:sldId id="2145707102" r:id="rId9"/>
    <p:sldId id="2145707101" r:id="rId10"/>
    <p:sldId id="2145707104" r:id="rId11"/>
    <p:sldId id="2145707124" r:id="rId12"/>
    <p:sldId id="2145707112" r:id="rId13"/>
    <p:sldId id="2145707126" r:id="rId14"/>
    <p:sldId id="2145707106" r:id="rId15"/>
    <p:sldId id="2145707111" r:id="rId16"/>
    <p:sldId id="2145707129" r:id="rId17"/>
    <p:sldId id="2145707109" r:id="rId18"/>
    <p:sldId id="2145707114" r:id="rId19"/>
    <p:sldId id="2145707110" r:id="rId20"/>
    <p:sldId id="2145707113" r:id="rId21"/>
    <p:sldId id="2145707116" r:id="rId22"/>
    <p:sldId id="2145707123" r:id="rId23"/>
    <p:sldId id="2145707127" r:id="rId24"/>
    <p:sldId id="2145707130" r:id="rId25"/>
    <p:sldId id="2145707115" r:id="rId26"/>
    <p:sldId id="2145707117" r:id="rId27"/>
    <p:sldId id="1964" r:id="rId28"/>
  </p:sldIdLst>
  <p:sldSz cx="12192000" cy="6858000"/>
  <p:notesSz cx="6805613" cy="9939338"/>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BE6D6636-5690-482B-8E4B-0EDDD92399A1}">
          <p14:sldIdLst>
            <p14:sldId id="2145707071"/>
            <p14:sldId id="2145707093"/>
            <p14:sldId id="2145707118"/>
            <p14:sldId id="2145707128"/>
            <p14:sldId id="2145707102"/>
            <p14:sldId id="2145707101"/>
            <p14:sldId id="2145707104"/>
            <p14:sldId id="2145707124"/>
            <p14:sldId id="2145707112"/>
            <p14:sldId id="2145707126"/>
            <p14:sldId id="2145707106"/>
            <p14:sldId id="2145707111"/>
            <p14:sldId id="2145707129"/>
            <p14:sldId id="2145707109"/>
            <p14:sldId id="2145707114"/>
            <p14:sldId id="2145707110"/>
            <p14:sldId id="2145707113"/>
            <p14:sldId id="2145707116"/>
            <p14:sldId id="2145707123"/>
            <p14:sldId id="2145707127"/>
            <p14:sldId id="2145707130"/>
            <p14:sldId id="2145707115"/>
            <p14:sldId id="2145707117"/>
            <p14:sldId id="1964"/>
          </p14:sldIdLst>
        </p14:section>
      </p14:sectionLst>
    </p:ext>
    <p:ext uri="{EFAFB233-063F-42B5-8137-9DF3F51BA10A}">
      <p15:sldGuideLst xmlns:p15="http://schemas.microsoft.com/office/powerpoint/2012/main">
        <p15:guide id="1" pos="3840" userDrawn="1">
          <p15:clr>
            <a:srgbClr val="A4A3A4"/>
          </p15:clr>
        </p15:guide>
        <p15:guide id="2" orient="horz" pos="213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F27742-ED01-9D5A-9BD5-70DFFA0522BD}" name="Nonno Iijima" initials="NI" userId="S::nonno@wildtame.co.jp::a8660ded-c063-4745-a75e-1a65a00e4ef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0" clrIdx="0"/>
  <p:cmAuthor id="2" name="Pascal Santoso" initials="PS" lastIdx="1" clrIdx="1">
    <p:extLst>
      <p:ext uri="{19B8F6BF-5375-455C-9EA6-DF929625EA0E}">
        <p15:presenceInfo xmlns:p15="http://schemas.microsoft.com/office/powerpoint/2012/main" userId="Pascal Santos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C85"/>
    <a:srgbClr val="EB6C70"/>
    <a:srgbClr val="1A1918"/>
    <a:srgbClr val="BD120A"/>
    <a:srgbClr val="000000"/>
    <a:srgbClr val="450A0A"/>
    <a:srgbClr val="E1242A"/>
    <a:srgbClr val="EE1100"/>
    <a:srgbClr val="63616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8"/>
    <p:restoredTop sz="96327"/>
  </p:normalViewPr>
  <p:slideViewPr>
    <p:cSldViewPr snapToGrid="0">
      <p:cViewPr varScale="1">
        <p:scale>
          <a:sx n="99" d="100"/>
          <a:sy n="99" d="100"/>
        </p:scale>
        <p:origin x="942" y="306"/>
      </p:cViewPr>
      <p:guideLst>
        <p:guide pos="3840"/>
        <p:guide orient="horz" pos="2137"/>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5328" y="14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asaki, Fumihiro" userId="73ebdf13-81ba-4c53-96ed-9ffbcf4d7bdf" providerId="ADAL" clId="{BF396559-9F3A-4045-BE5F-3225CA3C405B}"/>
    <pc:docChg chg="undo custSel addSld delSld modSld sldOrd modSection">
      <pc:chgData name="Yamasaki, Fumihiro" userId="73ebdf13-81ba-4c53-96ed-9ffbcf4d7bdf" providerId="ADAL" clId="{BF396559-9F3A-4045-BE5F-3225CA3C405B}" dt="2026-03-12T07:08:00.386" v="7433" actId="27636"/>
      <pc:docMkLst>
        <pc:docMk/>
      </pc:docMkLst>
      <pc:sldChg chg="modSp mod">
        <pc:chgData name="Yamasaki, Fumihiro" userId="73ebdf13-81ba-4c53-96ed-9ffbcf4d7bdf" providerId="ADAL" clId="{BF396559-9F3A-4045-BE5F-3225CA3C405B}" dt="2026-02-17T03:41:51.056" v="70" actId="20577"/>
        <pc:sldMkLst>
          <pc:docMk/>
          <pc:sldMk cId="3997395741" sldId="2145707071"/>
        </pc:sldMkLst>
        <pc:spChg chg="mod">
          <ac:chgData name="Yamasaki, Fumihiro" userId="73ebdf13-81ba-4c53-96ed-9ffbcf4d7bdf" providerId="ADAL" clId="{BF396559-9F3A-4045-BE5F-3225CA3C405B}" dt="2026-02-17T03:41:38.534" v="66" actId="14100"/>
          <ac:spMkLst>
            <pc:docMk/>
            <pc:sldMk cId="3997395741" sldId="2145707071"/>
            <ac:spMk id="2" creationId="{CB496043-FAC6-DC40-89E7-7CB214EF352C}"/>
          </ac:spMkLst>
        </pc:spChg>
        <pc:spChg chg="mod">
          <ac:chgData name="Yamasaki, Fumihiro" userId="73ebdf13-81ba-4c53-96ed-9ffbcf4d7bdf" providerId="ADAL" clId="{BF396559-9F3A-4045-BE5F-3225CA3C405B}" dt="2026-02-17T03:41:51.056" v="70" actId="20577"/>
          <ac:spMkLst>
            <pc:docMk/>
            <pc:sldMk cId="3997395741" sldId="2145707071"/>
            <ac:spMk id="7" creationId="{92884217-3A26-8646-A422-E045442681FD}"/>
          </ac:spMkLst>
        </pc:spChg>
      </pc:sldChg>
      <pc:sldChg chg="modSp mod">
        <pc:chgData name="Yamasaki, Fumihiro" userId="73ebdf13-81ba-4c53-96ed-9ffbcf4d7bdf" providerId="ADAL" clId="{BF396559-9F3A-4045-BE5F-3225CA3C405B}" dt="2026-02-17T03:42:21.805" v="79" actId="20577"/>
        <pc:sldMkLst>
          <pc:docMk/>
          <pc:sldMk cId="4291282913" sldId="2145707093"/>
        </pc:sldMkLst>
        <pc:spChg chg="mod">
          <ac:chgData name="Yamasaki, Fumihiro" userId="73ebdf13-81ba-4c53-96ed-9ffbcf4d7bdf" providerId="ADAL" clId="{BF396559-9F3A-4045-BE5F-3225CA3C405B}" dt="2026-02-17T03:42:21.805" v="79" actId="20577"/>
          <ac:spMkLst>
            <pc:docMk/>
            <pc:sldMk cId="4291282913" sldId="2145707093"/>
            <ac:spMk id="2" creationId="{DFD943EF-C8AB-C871-6760-564517E5ABC0}"/>
          </ac:spMkLst>
        </pc:spChg>
      </pc:sldChg>
      <pc:sldChg chg="addSp modSp mod">
        <pc:chgData name="Yamasaki, Fumihiro" userId="73ebdf13-81ba-4c53-96ed-9ffbcf4d7bdf" providerId="ADAL" clId="{BF396559-9F3A-4045-BE5F-3225CA3C405B}" dt="2026-02-24T00:15:39.419" v="375" actId="113"/>
        <pc:sldMkLst>
          <pc:docMk/>
          <pc:sldMk cId="3889949593" sldId="2145707101"/>
        </pc:sldMkLst>
        <pc:spChg chg="mod">
          <ac:chgData name="Yamasaki, Fumihiro" userId="73ebdf13-81ba-4c53-96ed-9ffbcf4d7bdf" providerId="ADAL" clId="{BF396559-9F3A-4045-BE5F-3225CA3C405B}" dt="2026-02-24T00:15:36.540" v="374" actId="113"/>
          <ac:spMkLst>
            <pc:docMk/>
            <pc:sldMk cId="3889949593" sldId="2145707101"/>
            <ac:spMk id="2" creationId="{6A29BE69-3837-BCD9-6DB8-A4E887E2301B}"/>
          </ac:spMkLst>
        </pc:spChg>
        <pc:spChg chg="mod">
          <ac:chgData name="Yamasaki, Fumihiro" userId="73ebdf13-81ba-4c53-96ed-9ffbcf4d7bdf" providerId="ADAL" clId="{BF396559-9F3A-4045-BE5F-3225CA3C405B}" dt="2026-02-24T00:15:39.419" v="375" actId="113"/>
          <ac:spMkLst>
            <pc:docMk/>
            <pc:sldMk cId="3889949593" sldId="2145707101"/>
            <ac:spMk id="15" creationId="{44D44492-9A6C-0545-4875-0544BD809FB7}"/>
          </ac:spMkLst>
        </pc:spChg>
        <pc:spChg chg="mod">
          <ac:chgData name="Yamasaki, Fumihiro" userId="73ebdf13-81ba-4c53-96ed-9ffbcf4d7bdf" providerId="ADAL" clId="{BF396559-9F3A-4045-BE5F-3225CA3C405B}" dt="2026-02-24T00:13:56.916" v="216" actId="6549"/>
          <ac:spMkLst>
            <pc:docMk/>
            <pc:sldMk cId="3889949593" sldId="2145707101"/>
            <ac:spMk id="16" creationId="{24590C63-6608-9F9B-FCAE-FC3FA8587023}"/>
          </ac:spMkLst>
        </pc:spChg>
        <pc:spChg chg="mod">
          <ac:chgData name="Yamasaki, Fumihiro" userId="73ebdf13-81ba-4c53-96ed-9ffbcf4d7bdf" providerId="ADAL" clId="{BF396559-9F3A-4045-BE5F-3225CA3C405B}" dt="2026-02-24T00:13:55.526" v="215" actId="6549"/>
          <ac:spMkLst>
            <pc:docMk/>
            <pc:sldMk cId="3889949593" sldId="2145707101"/>
            <ac:spMk id="17" creationId="{4752FF3F-56D6-63EB-AA54-FB12D14D35C5}"/>
          </ac:spMkLst>
        </pc:spChg>
        <pc:picChg chg="add mod">
          <ac:chgData name="Yamasaki, Fumihiro" userId="73ebdf13-81ba-4c53-96ed-9ffbcf4d7bdf" providerId="ADAL" clId="{BF396559-9F3A-4045-BE5F-3225CA3C405B}" dt="2026-02-24T00:14:10.545" v="233" actId="1035"/>
          <ac:picMkLst>
            <pc:docMk/>
            <pc:sldMk cId="3889949593" sldId="2145707101"/>
            <ac:picMk id="6" creationId="{2FB60EEC-0EB9-DCCA-3C0B-1C405706447C}"/>
          </ac:picMkLst>
        </pc:picChg>
        <pc:picChg chg="mod">
          <ac:chgData name="Yamasaki, Fumihiro" userId="73ebdf13-81ba-4c53-96ed-9ffbcf4d7bdf" providerId="ADAL" clId="{BF396559-9F3A-4045-BE5F-3225CA3C405B}" dt="2026-02-24T00:14:10.545" v="233" actId="1035"/>
          <ac:picMkLst>
            <pc:docMk/>
            <pc:sldMk cId="3889949593" sldId="2145707101"/>
            <ac:picMk id="13" creationId="{9193AED4-6CFE-767F-CFB1-359DD98A910E}"/>
          </ac:picMkLst>
        </pc:picChg>
        <pc:picChg chg="add mod">
          <ac:chgData name="Yamasaki, Fumihiro" userId="73ebdf13-81ba-4c53-96ed-9ffbcf4d7bdf" providerId="ADAL" clId="{BF396559-9F3A-4045-BE5F-3225CA3C405B}" dt="2026-02-24T00:14:20.581" v="265" actId="1036"/>
          <ac:picMkLst>
            <pc:docMk/>
            <pc:sldMk cId="3889949593" sldId="2145707101"/>
            <ac:picMk id="1026" creationId="{E5D02434-E935-6F0A-3747-5B9297746862}"/>
          </ac:picMkLst>
        </pc:picChg>
        <pc:picChg chg="add mod">
          <ac:chgData name="Yamasaki, Fumihiro" userId="73ebdf13-81ba-4c53-96ed-9ffbcf4d7bdf" providerId="ADAL" clId="{BF396559-9F3A-4045-BE5F-3225CA3C405B}" dt="2026-02-24T00:15:03.631" v="322" actId="14100"/>
          <ac:picMkLst>
            <pc:docMk/>
            <pc:sldMk cId="3889949593" sldId="2145707101"/>
            <ac:picMk id="1028" creationId="{D5CE5BB6-0712-5219-6F93-DD8A207CAE54}"/>
          </ac:picMkLst>
        </pc:picChg>
        <pc:picChg chg="mod">
          <ac:chgData name="Yamasaki, Fumihiro" userId="73ebdf13-81ba-4c53-96ed-9ffbcf4d7bdf" providerId="ADAL" clId="{BF396559-9F3A-4045-BE5F-3225CA3C405B}" dt="2026-02-24T00:14:10.545" v="233" actId="1035"/>
          <ac:picMkLst>
            <pc:docMk/>
            <pc:sldMk cId="3889949593" sldId="2145707101"/>
            <ac:picMk id="2050" creationId="{99D98205-C6BD-8E2C-FAC0-FD497135D07C}"/>
          </ac:picMkLst>
        </pc:picChg>
        <pc:picChg chg="mod">
          <ac:chgData name="Yamasaki, Fumihiro" userId="73ebdf13-81ba-4c53-96ed-9ffbcf4d7bdf" providerId="ADAL" clId="{BF396559-9F3A-4045-BE5F-3225CA3C405B}" dt="2026-02-24T00:14:10.545" v="233" actId="1035"/>
          <ac:picMkLst>
            <pc:docMk/>
            <pc:sldMk cId="3889949593" sldId="2145707101"/>
            <ac:picMk id="2052" creationId="{54B99A64-E277-687B-7A0D-5B7130C9D375}"/>
          </ac:picMkLst>
        </pc:picChg>
        <pc:picChg chg="mod">
          <ac:chgData name="Yamasaki, Fumihiro" userId="73ebdf13-81ba-4c53-96ed-9ffbcf4d7bdf" providerId="ADAL" clId="{BF396559-9F3A-4045-BE5F-3225CA3C405B}" dt="2026-02-24T00:14:29.473" v="286" actId="1035"/>
          <ac:picMkLst>
            <pc:docMk/>
            <pc:sldMk cId="3889949593" sldId="2145707101"/>
            <ac:picMk id="2066" creationId="{2360B134-D4DF-148F-B328-47F63CF1BC66}"/>
          </ac:picMkLst>
        </pc:picChg>
        <pc:picChg chg="mod">
          <ac:chgData name="Yamasaki, Fumihiro" userId="73ebdf13-81ba-4c53-96ed-9ffbcf4d7bdf" providerId="ADAL" clId="{BF396559-9F3A-4045-BE5F-3225CA3C405B}" dt="2026-02-24T00:14:29.473" v="286" actId="1035"/>
          <ac:picMkLst>
            <pc:docMk/>
            <pc:sldMk cId="3889949593" sldId="2145707101"/>
            <ac:picMk id="2068" creationId="{4B3D2F84-98D3-F332-1D41-BBA37E228A0F}"/>
          </ac:picMkLst>
        </pc:picChg>
        <pc:picChg chg="mod">
          <ac:chgData name="Yamasaki, Fumihiro" userId="73ebdf13-81ba-4c53-96ed-9ffbcf4d7bdf" providerId="ADAL" clId="{BF396559-9F3A-4045-BE5F-3225CA3C405B}" dt="2026-02-24T00:14:20.581" v="265" actId="1036"/>
          <ac:picMkLst>
            <pc:docMk/>
            <pc:sldMk cId="3889949593" sldId="2145707101"/>
            <ac:picMk id="2070" creationId="{D901615A-B37C-4E52-FF79-4739237A7B78}"/>
          </ac:picMkLst>
        </pc:picChg>
        <pc:picChg chg="mod">
          <ac:chgData name="Yamasaki, Fumihiro" userId="73ebdf13-81ba-4c53-96ed-9ffbcf4d7bdf" providerId="ADAL" clId="{BF396559-9F3A-4045-BE5F-3225CA3C405B}" dt="2026-02-24T00:14:20.581" v="265" actId="1036"/>
          <ac:picMkLst>
            <pc:docMk/>
            <pc:sldMk cId="3889949593" sldId="2145707101"/>
            <ac:picMk id="2072" creationId="{7D75BA29-A649-2241-D9D1-DF9A5D1500D5}"/>
          </ac:picMkLst>
        </pc:picChg>
        <pc:picChg chg="mod">
          <ac:chgData name="Yamasaki, Fumihiro" userId="73ebdf13-81ba-4c53-96ed-9ffbcf4d7bdf" providerId="ADAL" clId="{BF396559-9F3A-4045-BE5F-3225CA3C405B}" dt="2026-02-24T00:14:20.581" v="265" actId="1036"/>
          <ac:picMkLst>
            <pc:docMk/>
            <pc:sldMk cId="3889949593" sldId="2145707101"/>
            <ac:picMk id="2074" creationId="{C5AB9A32-E0C5-6689-6B29-A5BA85F419A2}"/>
          </ac:picMkLst>
        </pc:picChg>
        <pc:picChg chg="mod">
          <ac:chgData name="Yamasaki, Fumihiro" userId="73ebdf13-81ba-4c53-96ed-9ffbcf4d7bdf" providerId="ADAL" clId="{BF396559-9F3A-4045-BE5F-3225CA3C405B}" dt="2026-02-24T00:14:20.581" v="265" actId="1036"/>
          <ac:picMkLst>
            <pc:docMk/>
            <pc:sldMk cId="3889949593" sldId="2145707101"/>
            <ac:picMk id="2076" creationId="{6585E53C-1E59-AB48-FD29-A149067B780D}"/>
          </ac:picMkLst>
        </pc:picChg>
        <pc:picChg chg="mod">
          <ac:chgData name="Yamasaki, Fumihiro" userId="73ebdf13-81ba-4c53-96ed-9ffbcf4d7bdf" providerId="ADAL" clId="{BF396559-9F3A-4045-BE5F-3225CA3C405B}" dt="2026-02-24T00:14:20.581" v="265" actId="1036"/>
          <ac:picMkLst>
            <pc:docMk/>
            <pc:sldMk cId="3889949593" sldId="2145707101"/>
            <ac:picMk id="2078" creationId="{9205C3AF-3C44-F588-0DC6-B3B2D41DA85C}"/>
          </ac:picMkLst>
        </pc:picChg>
        <pc:picChg chg="mod">
          <ac:chgData name="Yamasaki, Fumihiro" userId="73ebdf13-81ba-4c53-96ed-9ffbcf4d7bdf" providerId="ADAL" clId="{BF396559-9F3A-4045-BE5F-3225CA3C405B}" dt="2026-02-24T00:14:20.581" v="265" actId="1036"/>
          <ac:picMkLst>
            <pc:docMk/>
            <pc:sldMk cId="3889949593" sldId="2145707101"/>
            <ac:picMk id="2080" creationId="{702217EA-2774-D608-0C1D-E45D3444BD23}"/>
          </ac:picMkLst>
        </pc:picChg>
        <pc:picChg chg="mod">
          <ac:chgData name="Yamasaki, Fumihiro" userId="73ebdf13-81ba-4c53-96ed-9ffbcf4d7bdf" providerId="ADAL" clId="{BF396559-9F3A-4045-BE5F-3225CA3C405B}" dt="2026-02-24T00:14:40.935" v="318" actId="1035"/>
          <ac:picMkLst>
            <pc:docMk/>
            <pc:sldMk cId="3889949593" sldId="2145707101"/>
            <ac:picMk id="2082" creationId="{6A063543-FBD1-5EDA-9A44-BDFA21561D48}"/>
          </ac:picMkLst>
        </pc:picChg>
        <pc:picChg chg="mod">
          <ac:chgData name="Yamasaki, Fumihiro" userId="73ebdf13-81ba-4c53-96ed-9ffbcf4d7bdf" providerId="ADAL" clId="{BF396559-9F3A-4045-BE5F-3225CA3C405B}" dt="2026-02-24T00:14:40.935" v="318" actId="1035"/>
          <ac:picMkLst>
            <pc:docMk/>
            <pc:sldMk cId="3889949593" sldId="2145707101"/>
            <ac:picMk id="2084" creationId="{48C82475-CB1F-EE7C-E998-7D871DAA9300}"/>
          </ac:picMkLst>
        </pc:picChg>
      </pc:sldChg>
      <pc:sldChg chg="modSp mod">
        <pc:chgData name="Yamasaki, Fumihiro" userId="73ebdf13-81ba-4c53-96ed-9ffbcf4d7bdf" providerId="ADAL" clId="{BF396559-9F3A-4045-BE5F-3225CA3C405B}" dt="2026-03-03T06:26:42.882" v="4107" actId="20577"/>
        <pc:sldMkLst>
          <pc:docMk/>
          <pc:sldMk cId="3126765373" sldId="2145707109"/>
        </pc:sldMkLst>
        <pc:spChg chg="mod">
          <ac:chgData name="Yamasaki, Fumihiro" userId="73ebdf13-81ba-4c53-96ed-9ffbcf4d7bdf" providerId="ADAL" clId="{BF396559-9F3A-4045-BE5F-3225CA3C405B}" dt="2026-03-03T06:26:42.882" v="4107" actId="20577"/>
          <ac:spMkLst>
            <pc:docMk/>
            <pc:sldMk cId="3126765373" sldId="2145707109"/>
            <ac:spMk id="4" creationId="{65329325-4B00-D392-E97F-5071F21D659B}"/>
          </ac:spMkLst>
        </pc:spChg>
      </pc:sldChg>
      <pc:sldChg chg="modSp mod">
        <pc:chgData name="Yamasaki, Fumihiro" userId="73ebdf13-81ba-4c53-96ed-9ffbcf4d7bdf" providerId="ADAL" clId="{BF396559-9F3A-4045-BE5F-3225CA3C405B}" dt="2026-03-03T06:26:56.426" v="4110" actId="27636"/>
        <pc:sldMkLst>
          <pc:docMk/>
          <pc:sldMk cId="2709770575" sldId="2145707110"/>
        </pc:sldMkLst>
        <pc:spChg chg="mod">
          <ac:chgData name="Yamasaki, Fumihiro" userId="73ebdf13-81ba-4c53-96ed-9ffbcf4d7bdf" providerId="ADAL" clId="{BF396559-9F3A-4045-BE5F-3225CA3C405B}" dt="2026-03-03T06:26:56.426" v="4110" actId="27636"/>
          <ac:spMkLst>
            <pc:docMk/>
            <pc:sldMk cId="2709770575" sldId="2145707110"/>
            <ac:spMk id="4" creationId="{D3DA9D8A-8A5D-2FD2-4942-CB2928ADCFFF}"/>
          </ac:spMkLst>
        </pc:spChg>
      </pc:sldChg>
      <pc:sldChg chg="modSp mod">
        <pc:chgData name="Yamasaki, Fumihiro" userId="73ebdf13-81ba-4c53-96ed-9ffbcf4d7bdf" providerId="ADAL" clId="{BF396559-9F3A-4045-BE5F-3225CA3C405B}" dt="2026-02-25T08:26:09.900" v="1064" actId="21"/>
        <pc:sldMkLst>
          <pc:docMk/>
          <pc:sldMk cId="3189705619" sldId="2145707112"/>
        </pc:sldMkLst>
        <pc:spChg chg="mod">
          <ac:chgData name="Yamasaki, Fumihiro" userId="73ebdf13-81ba-4c53-96ed-9ffbcf4d7bdf" providerId="ADAL" clId="{BF396559-9F3A-4045-BE5F-3225CA3C405B}" dt="2026-02-25T08:26:09.900" v="1064" actId="21"/>
          <ac:spMkLst>
            <pc:docMk/>
            <pc:sldMk cId="3189705619" sldId="2145707112"/>
            <ac:spMk id="4" creationId="{75711D47-ABCB-D4C3-EF0C-509BBDD01864}"/>
          </ac:spMkLst>
        </pc:spChg>
      </pc:sldChg>
      <pc:sldChg chg="addSp delSp modSp mod">
        <pc:chgData name="Yamasaki, Fumihiro" userId="73ebdf13-81ba-4c53-96ed-9ffbcf4d7bdf" providerId="ADAL" clId="{BF396559-9F3A-4045-BE5F-3225CA3C405B}" dt="2026-03-03T08:17:21.453" v="5758" actId="113"/>
        <pc:sldMkLst>
          <pc:docMk/>
          <pc:sldMk cId="2693587734" sldId="2145707113"/>
        </pc:sldMkLst>
        <pc:spChg chg="mod">
          <ac:chgData name="Yamasaki, Fumihiro" userId="73ebdf13-81ba-4c53-96ed-9ffbcf4d7bdf" providerId="ADAL" clId="{BF396559-9F3A-4045-BE5F-3225CA3C405B}" dt="2026-03-03T06:27:01.919" v="4111" actId="21"/>
          <ac:spMkLst>
            <pc:docMk/>
            <pc:sldMk cId="2693587734" sldId="2145707113"/>
            <ac:spMk id="4" creationId="{215B04CE-99D2-5133-A2DF-330CEDCAC527}"/>
          </ac:spMkLst>
        </pc:spChg>
        <pc:spChg chg="add mod">
          <ac:chgData name="Yamasaki, Fumihiro" userId="73ebdf13-81ba-4c53-96ed-9ffbcf4d7bdf" providerId="ADAL" clId="{BF396559-9F3A-4045-BE5F-3225CA3C405B}" dt="2026-02-25T23:57:57.332" v="3637" actId="14100"/>
          <ac:spMkLst>
            <pc:docMk/>
            <pc:sldMk cId="2693587734" sldId="2145707113"/>
            <ac:spMk id="7" creationId="{C27577FF-5C8F-4961-9801-EE88F693BCF5}"/>
          </ac:spMkLst>
        </pc:spChg>
        <pc:spChg chg="add mod">
          <ac:chgData name="Yamasaki, Fumihiro" userId="73ebdf13-81ba-4c53-96ed-9ffbcf4d7bdf" providerId="ADAL" clId="{BF396559-9F3A-4045-BE5F-3225CA3C405B}" dt="2026-02-26T00:02:52.915" v="3964" actId="14100"/>
          <ac:spMkLst>
            <pc:docMk/>
            <pc:sldMk cId="2693587734" sldId="2145707113"/>
            <ac:spMk id="9" creationId="{41C5267A-5430-47C2-4092-D88B90310D8A}"/>
          </ac:spMkLst>
        </pc:spChg>
        <pc:spChg chg="mod">
          <ac:chgData name="Yamasaki, Fumihiro" userId="73ebdf13-81ba-4c53-96ed-9ffbcf4d7bdf" providerId="ADAL" clId="{BF396559-9F3A-4045-BE5F-3225CA3C405B}" dt="2026-03-03T08:17:21.453" v="5758" actId="113"/>
          <ac:spMkLst>
            <pc:docMk/>
            <pc:sldMk cId="2693587734" sldId="2145707113"/>
            <ac:spMk id="22" creationId="{349C91CD-1ADD-33F4-5692-42F5C72FE4B5}"/>
          </ac:spMkLst>
        </pc:spChg>
      </pc:sldChg>
      <pc:sldChg chg="modSp mod">
        <pc:chgData name="Yamasaki, Fumihiro" userId="73ebdf13-81ba-4c53-96ed-9ffbcf4d7bdf" providerId="ADAL" clId="{BF396559-9F3A-4045-BE5F-3225CA3C405B}" dt="2026-03-03T06:44:14.773" v="4195" actId="255"/>
        <pc:sldMkLst>
          <pc:docMk/>
          <pc:sldMk cId="3201133435" sldId="2145707114"/>
        </pc:sldMkLst>
        <pc:spChg chg="mod">
          <ac:chgData name="Yamasaki, Fumihiro" userId="73ebdf13-81ba-4c53-96ed-9ffbcf4d7bdf" providerId="ADAL" clId="{BF396559-9F3A-4045-BE5F-3225CA3C405B}" dt="2026-02-25T23:55:35.969" v="3537" actId="20577"/>
          <ac:spMkLst>
            <pc:docMk/>
            <pc:sldMk cId="3201133435" sldId="2145707114"/>
            <ac:spMk id="2" creationId="{8B06FE49-8430-58B7-9C64-F4E9220DA9CF}"/>
          </ac:spMkLst>
        </pc:spChg>
        <pc:spChg chg="mod">
          <ac:chgData name="Yamasaki, Fumihiro" userId="73ebdf13-81ba-4c53-96ed-9ffbcf4d7bdf" providerId="ADAL" clId="{BF396559-9F3A-4045-BE5F-3225CA3C405B}" dt="2026-03-03T06:26:50.360" v="4108" actId="20577"/>
          <ac:spMkLst>
            <pc:docMk/>
            <pc:sldMk cId="3201133435" sldId="2145707114"/>
            <ac:spMk id="4" creationId="{24C97BAE-2A2A-0BF6-8A69-59F2AAD27320}"/>
          </ac:spMkLst>
        </pc:spChg>
        <pc:spChg chg="mod">
          <ac:chgData name="Yamasaki, Fumihiro" userId="73ebdf13-81ba-4c53-96ed-9ffbcf4d7bdf" providerId="ADAL" clId="{BF396559-9F3A-4045-BE5F-3225CA3C405B}" dt="2026-03-03T06:44:14.773" v="4195" actId="255"/>
          <ac:spMkLst>
            <pc:docMk/>
            <pc:sldMk cId="3201133435" sldId="2145707114"/>
            <ac:spMk id="11" creationId="{BAE01BD8-848C-A22B-A813-EF3A2C1613B2}"/>
          </ac:spMkLst>
        </pc:spChg>
      </pc:sldChg>
      <pc:sldChg chg="modSp mod">
        <pc:chgData name="Yamasaki, Fumihiro" userId="73ebdf13-81ba-4c53-96ed-9ffbcf4d7bdf" providerId="ADAL" clId="{BF396559-9F3A-4045-BE5F-3225CA3C405B}" dt="2026-03-03T08:00:57.727" v="5387" actId="20577"/>
        <pc:sldMkLst>
          <pc:docMk/>
          <pc:sldMk cId="3083709421" sldId="2145707115"/>
        </pc:sldMkLst>
        <pc:spChg chg="mod">
          <ac:chgData name="Yamasaki, Fumihiro" userId="73ebdf13-81ba-4c53-96ed-9ffbcf4d7bdf" providerId="ADAL" clId="{BF396559-9F3A-4045-BE5F-3225CA3C405B}" dt="2026-03-03T08:00:57.727" v="5387" actId="20577"/>
          <ac:spMkLst>
            <pc:docMk/>
            <pc:sldMk cId="3083709421" sldId="2145707115"/>
            <ac:spMk id="2" creationId="{A3D07362-B53A-0723-EE02-2C42458D9328}"/>
          </ac:spMkLst>
        </pc:spChg>
      </pc:sldChg>
      <pc:sldChg chg="addSp modSp mod">
        <pc:chgData name="Yamasaki, Fumihiro" userId="73ebdf13-81ba-4c53-96ed-9ffbcf4d7bdf" providerId="ADAL" clId="{BF396559-9F3A-4045-BE5F-3225CA3C405B}" dt="2026-03-03T08:17:10.851" v="5755" actId="113"/>
        <pc:sldMkLst>
          <pc:docMk/>
          <pc:sldMk cId="3453433839" sldId="2145707116"/>
        </pc:sldMkLst>
        <pc:spChg chg="mod">
          <ac:chgData name="Yamasaki, Fumihiro" userId="73ebdf13-81ba-4c53-96ed-9ffbcf4d7bdf" providerId="ADAL" clId="{BF396559-9F3A-4045-BE5F-3225CA3C405B}" dt="2026-03-03T08:17:10.851" v="5755" actId="113"/>
          <ac:spMkLst>
            <pc:docMk/>
            <pc:sldMk cId="3453433839" sldId="2145707116"/>
            <ac:spMk id="2" creationId="{CA4285F1-4357-1B32-8E3A-718D4A70341D}"/>
          </ac:spMkLst>
        </pc:spChg>
        <pc:spChg chg="mod">
          <ac:chgData name="Yamasaki, Fumihiro" userId="73ebdf13-81ba-4c53-96ed-9ffbcf4d7bdf" providerId="ADAL" clId="{BF396559-9F3A-4045-BE5F-3225CA3C405B}" dt="2026-03-03T06:27:13.514" v="4112" actId="20577"/>
          <ac:spMkLst>
            <pc:docMk/>
            <pc:sldMk cId="3453433839" sldId="2145707116"/>
            <ac:spMk id="4" creationId="{66E02E64-BA8D-E150-B357-AC19C8E9BAEA}"/>
          </ac:spMkLst>
        </pc:spChg>
        <pc:spChg chg="add mod">
          <ac:chgData name="Yamasaki, Fumihiro" userId="73ebdf13-81ba-4c53-96ed-9ffbcf4d7bdf" providerId="ADAL" clId="{BF396559-9F3A-4045-BE5F-3225CA3C405B}" dt="2026-02-25T23:58:01.752" v="3638"/>
          <ac:spMkLst>
            <pc:docMk/>
            <pc:sldMk cId="3453433839" sldId="2145707116"/>
            <ac:spMk id="6" creationId="{31D2FC96-9B6E-6179-C117-981FCE8AEA44}"/>
          </ac:spMkLst>
        </pc:spChg>
      </pc:sldChg>
      <pc:sldChg chg="modSp mod">
        <pc:chgData name="Yamasaki, Fumihiro" userId="73ebdf13-81ba-4c53-96ed-9ffbcf4d7bdf" providerId="ADAL" clId="{BF396559-9F3A-4045-BE5F-3225CA3C405B}" dt="2026-03-03T06:25:25.273" v="4071" actId="20577"/>
        <pc:sldMkLst>
          <pc:docMk/>
          <pc:sldMk cId="67966858" sldId="2145707118"/>
        </pc:sldMkLst>
        <pc:spChg chg="mod">
          <ac:chgData name="Yamasaki, Fumihiro" userId="73ebdf13-81ba-4c53-96ed-9ffbcf4d7bdf" providerId="ADAL" clId="{BF396559-9F3A-4045-BE5F-3225CA3C405B}" dt="2026-03-03T06:25:25.273" v="4071" actId="20577"/>
          <ac:spMkLst>
            <pc:docMk/>
            <pc:sldMk cId="67966858" sldId="2145707118"/>
            <ac:spMk id="2" creationId="{6BBD81EC-16B5-C9AF-C78F-7258823F829C}"/>
          </ac:spMkLst>
        </pc:spChg>
      </pc:sldChg>
      <pc:sldChg chg="addSp delSp modSp new mod">
        <pc:chgData name="Yamasaki, Fumihiro" userId="73ebdf13-81ba-4c53-96ed-9ffbcf4d7bdf" providerId="ADAL" clId="{BF396559-9F3A-4045-BE5F-3225CA3C405B}" dt="2026-03-12T07:08:00.386" v="7433" actId="27636"/>
        <pc:sldMkLst>
          <pc:docMk/>
          <pc:sldMk cId="1689776612" sldId="2145707123"/>
        </pc:sldMkLst>
        <pc:spChg chg="mod">
          <ac:chgData name="Yamasaki, Fumihiro" userId="73ebdf13-81ba-4c53-96ed-9ffbcf4d7bdf" providerId="ADAL" clId="{BF396559-9F3A-4045-BE5F-3225CA3C405B}" dt="2026-03-03T06:27:26.696" v="4113" actId="20577"/>
          <ac:spMkLst>
            <pc:docMk/>
            <pc:sldMk cId="1689776612" sldId="2145707123"/>
            <ac:spMk id="4" creationId="{348B7EDE-486C-47CF-B60C-84EAA20C255D}"/>
          </ac:spMkLst>
        </pc:spChg>
        <pc:spChg chg="add mod">
          <ac:chgData name="Yamasaki, Fumihiro" userId="73ebdf13-81ba-4c53-96ed-9ffbcf4d7bdf" providerId="ADAL" clId="{BF396559-9F3A-4045-BE5F-3225CA3C405B}" dt="2026-03-03T07:40:31.595" v="4253" actId="14100"/>
          <ac:spMkLst>
            <pc:docMk/>
            <pc:sldMk cId="1689776612" sldId="2145707123"/>
            <ac:spMk id="7" creationId="{88304923-4268-B634-F561-52A71E6993D8}"/>
          </ac:spMkLst>
        </pc:spChg>
        <pc:spChg chg="add mod">
          <ac:chgData name="Yamasaki, Fumihiro" userId="73ebdf13-81ba-4c53-96ed-9ffbcf4d7bdf" providerId="ADAL" clId="{BF396559-9F3A-4045-BE5F-3225CA3C405B}" dt="2026-03-03T07:43:28.724" v="4265" actId="6549"/>
          <ac:spMkLst>
            <pc:docMk/>
            <pc:sldMk cId="1689776612" sldId="2145707123"/>
            <ac:spMk id="9" creationId="{061F763B-1970-2578-4269-4E97A06E779E}"/>
          </ac:spMkLst>
        </pc:spChg>
        <pc:spChg chg="add mod">
          <ac:chgData name="Yamasaki, Fumihiro" userId="73ebdf13-81ba-4c53-96ed-9ffbcf4d7bdf" providerId="ADAL" clId="{BF396559-9F3A-4045-BE5F-3225CA3C405B}" dt="2026-03-03T07:53:37.192" v="4498" actId="20577"/>
          <ac:spMkLst>
            <pc:docMk/>
            <pc:sldMk cId="1689776612" sldId="2145707123"/>
            <ac:spMk id="11" creationId="{99512FF3-426B-18E2-8DF0-E5FAB9D50FF7}"/>
          </ac:spMkLst>
        </pc:spChg>
        <pc:spChg chg="add mod">
          <ac:chgData name="Yamasaki, Fumihiro" userId="73ebdf13-81ba-4c53-96ed-9ffbcf4d7bdf" providerId="ADAL" clId="{BF396559-9F3A-4045-BE5F-3225CA3C405B}" dt="2026-03-03T08:12:40.073" v="5476" actId="14100"/>
          <ac:spMkLst>
            <pc:docMk/>
            <pc:sldMk cId="1689776612" sldId="2145707123"/>
            <ac:spMk id="12" creationId="{B1903108-BD49-0A2C-8291-A6CD732F814E}"/>
          </ac:spMkLst>
        </pc:spChg>
        <pc:spChg chg="add mod">
          <ac:chgData name="Yamasaki, Fumihiro" userId="73ebdf13-81ba-4c53-96ed-9ffbcf4d7bdf" providerId="ADAL" clId="{BF396559-9F3A-4045-BE5F-3225CA3C405B}" dt="2026-03-03T08:10:16.923" v="5440" actId="14100"/>
          <ac:spMkLst>
            <pc:docMk/>
            <pc:sldMk cId="1689776612" sldId="2145707123"/>
            <ac:spMk id="13" creationId="{1468D799-4B5D-86C7-1992-42CF55C8DB2E}"/>
          </ac:spMkLst>
        </pc:spChg>
        <pc:spChg chg="add mod">
          <ac:chgData name="Yamasaki, Fumihiro" userId="73ebdf13-81ba-4c53-96ed-9ffbcf4d7bdf" providerId="ADAL" clId="{BF396559-9F3A-4045-BE5F-3225CA3C405B}" dt="2026-03-03T08:10:41.138" v="5466" actId="14100"/>
          <ac:spMkLst>
            <pc:docMk/>
            <pc:sldMk cId="1689776612" sldId="2145707123"/>
            <ac:spMk id="14" creationId="{CC6A0775-4174-5B04-4A01-7C94AEE9919B}"/>
          </ac:spMkLst>
        </pc:spChg>
        <pc:spChg chg="add mod">
          <ac:chgData name="Yamasaki, Fumihiro" userId="73ebdf13-81ba-4c53-96ed-9ffbcf4d7bdf" providerId="ADAL" clId="{BF396559-9F3A-4045-BE5F-3225CA3C405B}" dt="2026-03-03T08:10:32.327" v="5464" actId="20577"/>
          <ac:spMkLst>
            <pc:docMk/>
            <pc:sldMk cId="1689776612" sldId="2145707123"/>
            <ac:spMk id="15" creationId="{A05DAA9C-93EA-5A97-0345-BC54843E09E4}"/>
          </ac:spMkLst>
        </pc:spChg>
        <pc:spChg chg="add mod">
          <ac:chgData name="Yamasaki, Fumihiro" userId="73ebdf13-81ba-4c53-96ed-9ffbcf4d7bdf" providerId="ADAL" clId="{BF396559-9F3A-4045-BE5F-3225CA3C405B}" dt="2026-03-12T07:08:00.386" v="7433" actId="27636"/>
          <ac:spMkLst>
            <pc:docMk/>
            <pc:sldMk cId="1689776612" sldId="2145707123"/>
            <ac:spMk id="16" creationId="{B8FD7253-E058-9EC0-9508-5CCE2FFF7A41}"/>
          </ac:spMkLst>
        </pc:spChg>
      </pc:sldChg>
      <pc:sldChg chg="addSp delSp modSp new mod">
        <pc:chgData name="Yamasaki, Fumihiro" userId="73ebdf13-81ba-4c53-96ed-9ffbcf4d7bdf" providerId="ADAL" clId="{BF396559-9F3A-4045-BE5F-3225CA3C405B}" dt="2026-03-03T06:41:33.036" v="4166" actId="478"/>
        <pc:sldMkLst>
          <pc:docMk/>
          <pc:sldMk cId="1257913985" sldId="2145707124"/>
        </pc:sldMkLst>
        <pc:spChg chg="mod">
          <ac:chgData name="Yamasaki, Fumihiro" userId="73ebdf13-81ba-4c53-96ed-9ffbcf4d7bdf" providerId="ADAL" clId="{BF396559-9F3A-4045-BE5F-3225CA3C405B}" dt="2026-02-24T22:06:07.281" v="377"/>
          <ac:spMkLst>
            <pc:docMk/>
            <pc:sldMk cId="1257913985" sldId="2145707124"/>
            <ac:spMk id="4" creationId="{53D594B0-7097-C083-D854-BBE085769368}"/>
          </ac:spMkLst>
        </pc:spChg>
        <pc:spChg chg="add mod">
          <ac:chgData name="Yamasaki, Fumihiro" userId="73ebdf13-81ba-4c53-96ed-9ffbcf4d7bdf" providerId="ADAL" clId="{BF396559-9F3A-4045-BE5F-3225CA3C405B}" dt="2026-02-24T22:38:10.981" v="745" actId="14100"/>
          <ac:spMkLst>
            <pc:docMk/>
            <pc:sldMk cId="1257913985" sldId="2145707124"/>
            <ac:spMk id="9" creationId="{0112D93E-A3EC-B1D5-DBC7-779F47C9FAA0}"/>
          </ac:spMkLst>
        </pc:spChg>
        <pc:spChg chg="add mod">
          <ac:chgData name="Yamasaki, Fumihiro" userId="73ebdf13-81ba-4c53-96ed-9ffbcf4d7bdf" providerId="ADAL" clId="{BF396559-9F3A-4045-BE5F-3225CA3C405B}" dt="2026-02-24T22:48:16.791" v="1050" actId="1076"/>
          <ac:spMkLst>
            <pc:docMk/>
            <pc:sldMk cId="1257913985" sldId="2145707124"/>
            <ac:spMk id="10" creationId="{2A23E175-B244-D69B-2CDA-FCBBC2E66063}"/>
          </ac:spMkLst>
        </pc:spChg>
        <pc:spChg chg="add mod">
          <ac:chgData name="Yamasaki, Fumihiro" userId="73ebdf13-81ba-4c53-96ed-9ffbcf4d7bdf" providerId="ADAL" clId="{BF396559-9F3A-4045-BE5F-3225CA3C405B}" dt="2026-02-25T09:07:25.219" v="1229" actId="20577"/>
          <ac:spMkLst>
            <pc:docMk/>
            <pc:sldMk cId="1257913985" sldId="2145707124"/>
            <ac:spMk id="11" creationId="{966BA731-34EC-B69C-E515-6B612E7BD5BE}"/>
          </ac:spMkLst>
        </pc:spChg>
        <pc:spChg chg="add mod">
          <ac:chgData name="Yamasaki, Fumihiro" userId="73ebdf13-81ba-4c53-96ed-9ffbcf4d7bdf" providerId="ADAL" clId="{BF396559-9F3A-4045-BE5F-3225CA3C405B}" dt="2026-02-24T22:18:05.759" v="721" actId="1076"/>
          <ac:spMkLst>
            <pc:docMk/>
            <pc:sldMk cId="1257913985" sldId="2145707124"/>
            <ac:spMk id="12" creationId="{1035A8DA-6D08-2183-A47B-06D6EA5DB3A7}"/>
          </ac:spMkLst>
        </pc:spChg>
        <pc:spChg chg="add mod">
          <ac:chgData name="Yamasaki, Fumihiro" userId="73ebdf13-81ba-4c53-96ed-9ffbcf4d7bdf" providerId="ADAL" clId="{BF396559-9F3A-4045-BE5F-3225CA3C405B}" dt="2026-02-24T22:18:47.782" v="728" actId="1037"/>
          <ac:spMkLst>
            <pc:docMk/>
            <pc:sldMk cId="1257913985" sldId="2145707124"/>
            <ac:spMk id="13" creationId="{C177F8B0-9EC9-8667-7C0E-3FF437B327C6}"/>
          </ac:spMkLst>
        </pc:spChg>
        <pc:spChg chg="add mod">
          <ac:chgData name="Yamasaki, Fumihiro" userId="73ebdf13-81ba-4c53-96ed-9ffbcf4d7bdf" providerId="ADAL" clId="{BF396559-9F3A-4045-BE5F-3225CA3C405B}" dt="2026-02-24T22:38:27.878" v="750" actId="1037"/>
          <ac:spMkLst>
            <pc:docMk/>
            <pc:sldMk cId="1257913985" sldId="2145707124"/>
            <ac:spMk id="14" creationId="{DB65FFFD-47F1-56AB-FB52-24C2D42FE9DA}"/>
          </ac:spMkLst>
        </pc:spChg>
        <pc:spChg chg="add mod">
          <ac:chgData name="Yamasaki, Fumihiro" userId="73ebdf13-81ba-4c53-96ed-9ffbcf4d7bdf" providerId="ADAL" clId="{BF396559-9F3A-4045-BE5F-3225CA3C405B}" dt="2026-02-24T22:12:22.722" v="539" actId="1076"/>
          <ac:spMkLst>
            <pc:docMk/>
            <pc:sldMk cId="1257913985" sldId="2145707124"/>
            <ac:spMk id="18" creationId="{DA66774A-6E79-EBF1-2B87-60457A8BF597}"/>
          </ac:spMkLst>
        </pc:spChg>
        <pc:spChg chg="add mod">
          <ac:chgData name="Yamasaki, Fumihiro" userId="73ebdf13-81ba-4c53-96ed-9ffbcf4d7bdf" providerId="ADAL" clId="{BF396559-9F3A-4045-BE5F-3225CA3C405B}" dt="2026-02-24T22:12:38.751" v="542" actId="1076"/>
          <ac:spMkLst>
            <pc:docMk/>
            <pc:sldMk cId="1257913985" sldId="2145707124"/>
            <ac:spMk id="19" creationId="{B09E4A67-B606-0833-10F4-A4645AC47E7E}"/>
          </ac:spMkLst>
        </pc:spChg>
        <pc:spChg chg="add mod">
          <ac:chgData name="Yamasaki, Fumihiro" userId="73ebdf13-81ba-4c53-96ed-9ffbcf4d7bdf" providerId="ADAL" clId="{BF396559-9F3A-4045-BE5F-3225CA3C405B}" dt="2026-02-24T22:12:55.564" v="546" actId="1076"/>
          <ac:spMkLst>
            <pc:docMk/>
            <pc:sldMk cId="1257913985" sldId="2145707124"/>
            <ac:spMk id="20" creationId="{45F41368-0191-8CBA-3D40-C522420AA729}"/>
          </ac:spMkLst>
        </pc:spChg>
        <pc:spChg chg="add mod">
          <ac:chgData name="Yamasaki, Fumihiro" userId="73ebdf13-81ba-4c53-96ed-9ffbcf4d7bdf" providerId="ADAL" clId="{BF396559-9F3A-4045-BE5F-3225CA3C405B}" dt="2026-02-24T22:14:49.706" v="609" actId="1076"/>
          <ac:spMkLst>
            <pc:docMk/>
            <pc:sldMk cId="1257913985" sldId="2145707124"/>
            <ac:spMk id="21" creationId="{F30115E6-47DB-222B-4E41-78EA91845E2E}"/>
          </ac:spMkLst>
        </pc:spChg>
        <pc:spChg chg="add mod">
          <ac:chgData name="Yamasaki, Fumihiro" userId="73ebdf13-81ba-4c53-96ed-9ffbcf4d7bdf" providerId="ADAL" clId="{BF396559-9F3A-4045-BE5F-3225CA3C405B}" dt="2026-02-24T22:16:15.869" v="634" actId="14100"/>
          <ac:spMkLst>
            <pc:docMk/>
            <pc:sldMk cId="1257913985" sldId="2145707124"/>
            <ac:spMk id="22" creationId="{440E89A6-4B98-5AED-1947-8B7588BC61D3}"/>
          </ac:spMkLst>
        </pc:spChg>
        <pc:spChg chg="add mod">
          <ac:chgData name="Yamasaki, Fumihiro" userId="73ebdf13-81ba-4c53-96ed-9ffbcf4d7bdf" providerId="ADAL" clId="{BF396559-9F3A-4045-BE5F-3225CA3C405B}" dt="2026-02-24T22:16:36.755" v="639" actId="1076"/>
          <ac:spMkLst>
            <pc:docMk/>
            <pc:sldMk cId="1257913985" sldId="2145707124"/>
            <ac:spMk id="23" creationId="{CF565FCA-E2E9-CD57-881C-E7F422B8DF61}"/>
          </ac:spMkLst>
        </pc:spChg>
        <pc:spChg chg="add mod">
          <ac:chgData name="Yamasaki, Fumihiro" userId="73ebdf13-81ba-4c53-96ed-9ffbcf4d7bdf" providerId="ADAL" clId="{BF396559-9F3A-4045-BE5F-3225CA3C405B}" dt="2026-02-24T22:16:48.389" v="641" actId="1076"/>
          <ac:spMkLst>
            <pc:docMk/>
            <pc:sldMk cId="1257913985" sldId="2145707124"/>
            <ac:spMk id="24" creationId="{F13F2C10-95FE-2F69-C101-C848FD2F6650}"/>
          </ac:spMkLst>
        </pc:spChg>
        <pc:spChg chg="add mod">
          <ac:chgData name="Yamasaki, Fumihiro" userId="73ebdf13-81ba-4c53-96ed-9ffbcf4d7bdf" providerId="ADAL" clId="{BF396559-9F3A-4045-BE5F-3225CA3C405B}" dt="2026-02-24T22:38:06.715" v="744" actId="14100"/>
          <ac:spMkLst>
            <pc:docMk/>
            <pc:sldMk cId="1257913985" sldId="2145707124"/>
            <ac:spMk id="25" creationId="{5A753E6E-010F-9A7B-C21D-F5F7C188E4D4}"/>
          </ac:spMkLst>
        </pc:spChg>
        <pc:spChg chg="add mod">
          <ac:chgData name="Yamasaki, Fumihiro" userId="73ebdf13-81ba-4c53-96ed-9ffbcf4d7bdf" providerId="ADAL" clId="{BF396559-9F3A-4045-BE5F-3225CA3C405B}" dt="2026-02-24T22:14:41.730" v="607" actId="1076"/>
          <ac:spMkLst>
            <pc:docMk/>
            <pc:sldMk cId="1257913985" sldId="2145707124"/>
            <ac:spMk id="31" creationId="{FFAEDE57-86F6-F829-21D0-E75C3CEB7D59}"/>
          </ac:spMkLst>
        </pc:spChg>
        <pc:picChg chg="add mod">
          <ac:chgData name="Yamasaki, Fumihiro" userId="73ebdf13-81ba-4c53-96ed-9ffbcf4d7bdf" providerId="ADAL" clId="{BF396559-9F3A-4045-BE5F-3225CA3C405B}" dt="2026-02-24T22:14:30.381" v="605" actId="1076"/>
          <ac:picMkLst>
            <pc:docMk/>
            <pc:sldMk cId="1257913985" sldId="2145707124"/>
            <ac:picMk id="8" creationId="{C214FEB1-C78B-FFCB-F9DB-E5F8F245AAA8}"/>
          </ac:picMkLst>
        </pc:picChg>
        <pc:cxnChg chg="add mod">
          <ac:chgData name="Yamasaki, Fumihiro" userId="73ebdf13-81ba-4c53-96ed-9ffbcf4d7bdf" providerId="ADAL" clId="{BF396559-9F3A-4045-BE5F-3225CA3C405B}" dt="2026-02-24T22:38:10.981" v="745" actId="14100"/>
          <ac:cxnSpMkLst>
            <pc:docMk/>
            <pc:sldMk cId="1257913985" sldId="2145707124"/>
            <ac:cxnSpMk id="15" creationId="{DC16A482-6715-C6E4-C48A-71B547854C97}"/>
          </ac:cxnSpMkLst>
        </pc:cxnChg>
        <pc:cxnChg chg="add mod">
          <ac:chgData name="Yamasaki, Fumihiro" userId="73ebdf13-81ba-4c53-96ed-9ffbcf4d7bdf" providerId="ADAL" clId="{BF396559-9F3A-4045-BE5F-3225CA3C405B}" dt="2026-02-24T22:48:22.810" v="1052" actId="14100"/>
          <ac:cxnSpMkLst>
            <pc:docMk/>
            <pc:sldMk cId="1257913985" sldId="2145707124"/>
            <ac:cxnSpMk id="16" creationId="{702F8D8C-03B2-887B-F0BB-C2D578928D0C}"/>
          </ac:cxnSpMkLst>
        </pc:cxnChg>
        <pc:cxnChg chg="add mod">
          <ac:chgData name="Yamasaki, Fumihiro" userId="73ebdf13-81ba-4c53-96ed-9ffbcf4d7bdf" providerId="ADAL" clId="{BF396559-9F3A-4045-BE5F-3225CA3C405B}" dt="2026-02-24T22:48:19.681" v="1051" actId="14100"/>
          <ac:cxnSpMkLst>
            <pc:docMk/>
            <pc:sldMk cId="1257913985" sldId="2145707124"/>
            <ac:cxnSpMk id="17" creationId="{2E76C27C-2EF5-20E5-5965-8A14BED0F7B2}"/>
          </ac:cxnSpMkLst>
        </pc:cxnChg>
        <pc:cxnChg chg="add">
          <ac:chgData name="Yamasaki, Fumihiro" userId="73ebdf13-81ba-4c53-96ed-9ffbcf4d7bdf" providerId="ADAL" clId="{BF396559-9F3A-4045-BE5F-3225CA3C405B}" dt="2026-02-24T22:12:35.902" v="541" actId="11529"/>
          <ac:cxnSpMkLst>
            <pc:docMk/>
            <pc:sldMk cId="1257913985" sldId="2145707124"/>
            <ac:cxnSpMk id="27" creationId="{B45917E9-7CF7-9B54-9108-53FEDADF195A}"/>
          </ac:cxnSpMkLst>
        </pc:cxnChg>
        <pc:cxnChg chg="add mod">
          <ac:chgData name="Yamasaki, Fumihiro" userId="73ebdf13-81ba-4c53-96ed-9ffbcf4d7bdf" providerId="ADAL" clId="{BF396559-9F3A-4045-BE5F-3225CA3C405B}" dt="2026-02-24T22:12:46.359" v="545" actId="14100"/>
          <ac:cxnSpMkLst>
            <pc:docMk/>
            <pc:sldMk cId="1257913985" sldId="2145707124"/>
            <ac:cxnSpMk id="28" creationId="{A485517D-70D1-08A7-C0AB-0F7BD4047DCB}"/>
          </ac:cxnSpMkLst>
        </pc:cxnChg>
        <pc:cxnChg chg="add mod">
          <ac:chgData name="Yamasaki, Fumihiro" userId="73ebdf13-81ba-4c53-96ed-9ffbcf4d7bdf" providerId="ADAL" clId="{BF396559-9F3A-4045-BE5F-3225CA3C405B}" dt="2026-02-24T22:14:09.488" v="596" actId="14100"/>
          <ac:cxnSpMkLst>
            <pc:docMk/>
            <pc:sldMk cId="1257913985" sldId="2145707124"/>
            <ac:cxnSpMk id="32" creationId="{BD17792C-11D3-CEB7-AFD2-C57685663C24}"/>
          </ac:cxnSpMkLst>
        </pc:cxnChg>
        <pc:cxnChg chg="add mod">
          <ac:chgData name="Yamasaki, Fumihiro" userId="73ebdf13-81ba-4c53-96ed-9ffbcf4d7bdf" providerId="ADAL" clId="{BF396559-9F3A-4045-BE5F-3225CA3C405B}" dt="2026-02-24T22:14:41.730" v="607" actId="1076"/>
          <ac:cxnSpMkLst>
            <pc:docMk/>
            <pc:sldMk cId="1257913985" sldId="2145707124"/>
            <ac:cxnSpMk id="35" creationId="{BDBF5C01-7F40-26EF-A812-77C44FCECDAA}"/>
          </ac:cxnSpMkLst>
        </pc:cxnChg>
        <pc:cxnChg chg="add mod">
          <ac:chgData name="Yamasaki, Fumihiro" userId="73ebdf13-81ba-4c53-96ed-9ffbcf4d7bdf" providerId="ADAL" clId="{BF396559-9F3A-4045-BE5F-3225CA3C405B}" dt="2026-02-24T22:38:06.715" v="744" actId="14100"/>
          <ac:cxnSpMkLst>
            <pc:docMk/>
            <pc:sldMk cId="1257913985" sldId="2145707124"/>
            <ac:cxnSpMk id="38" creationId="{39639FD1-ADDF-5839-8856-AD2AC6169086}"/>
          </ac:cxnSpMkLst>
        </pc:cxnChg>
        <pc:cxnChg chg="add mod">
          <ac:chgData name="Yamasaki, Fumihiro" userId="73ebdf13-81ba-4c53-96ed-9ffbcf4d7bdf" providerId="ADAL" clId="{BF396559-9F3A-4045-BE5F-3225CA3C405B}" dt="2026-02-24T22:14:59.191" v="612" actId="14100"/>
          <ac:cxnSpMkLst>
            <pc:docMk/>
            <pc:sldMk cId="1257913985" sldId="2145707124"/>
            <ac:cxnSpMk id="41" creationId="{916DCCF3-81BD-7C3A-9E9D-30AD55CC63F3}"/>
          </ac:cxnSpMkLst>
        </pc:cxnChg>
        <pc:cxnChg chg="add mod">
          <ac:chgData name="Yamasaki, Fumihiro" userId="73ebdf13-81ba-4c53-96ed-9ffbcf4d7bdf" providerId="ADAL" clId="{BF396559-9F3A-4045-BE5F-3225CA3C405B}" dt="2026-02-24T22:16:15.869" v="634" actId="14100"/>
          <ac:cxnSpMkLst>
            <pc:docMk/>
            <pc:sldMk cId="1257913985" sldId="2145707124"/>
            <ac:cxnSpMk id="44" creationId="{5172E16E-AB85-2BAB-475C-EAD45746C4C0}"/>
          </ac:cxnSpMkLst>
        </pc:cxnChg>
        <pc:cxnChg chg="add mod">
          <ac:chgData name="Yamasaki, Fumihiro" userId="73ebdf13-81ba-4c53-96ed-9ffbcf4d7bdf" providerId="ADAL" clId="{BF396559-9F3A-4045-BE5F-3225CA3C405B}" dt="2026-02-24T22:16:41.963" v="640" actId="14100"/>
          <ac:cxnSpMkLst>
            <pc:docMk/>
            <pc:sldMk cId="1257913985" sldId="2145707124"/>
            <ac:cxnSpMk id="48" creationId="{E30D4AB4-20CF-B7C5-BBD0-88DAFBC02E09}"/>
          </ac:cxnSpMkLst>
        </pc:cxnChg>
        <pc:cxnChg chg="add mod">
          <ac:chgData name="Yamasaki, Fumihiro" userId="73ebdf13-81ba-4c53-96ed-9ffbcf4d7bdf" providerId="ADAL" clId="{BF396559-9F3A-4045-BE5F-3225CA3C405B}" dt="2026-02-24T22:16:54.606" v="644" actId="14100"/>
          <ac:cxnSpMkLst>
            <pc:docMk/>
            <pc:sldMk cId="1257913985" sldId="2145707124"/>
            <ac:cxnSpMk id="51" creationId="{682E772B-E143-BF16-6BF6-A63DF6B7C3AF}"/>
          </ac:cxnSpMkLst>
        </pc:cxnChg>
      </pc:sldChg>
      <pc:sldChg chg="addSp delSp modSp new mod">
        <pc:chgData name="Yamasaki, Fumihiro" userId="73ebdf13-81ba-4c53-96ed-9ffbcf4d7bdf" providerId="ADAL" clId="{BF396559-9F3A-4045-BE5F-3225CA3C405B}" dt="2026-02-25T23:50:27.131" v="3531" actId="20577"/>
        <pc:sldMkLst>
          <pc:docMk/>
          <pc:sldMk cId="3797303502" sldId="2145707126"/>
        </pc:sldMkLst>
        <pc:spChg chg="mod">
          <ac:chgData name="Yamasaki, Fumihiro" userId="73ebdf13-81ba-4c53-96ed-9ffbcf4d7bdf" providerId="ADAL" clId="{BF396559-9F3A-4045-BE5F-3225CA3C405B}" dt="2026-02-25T09:29:35.537" v="2986" actId="20577"/>
          <ac:spMkLst>
            <pc:docMk/>
            <pc:sldMk cId="3797303502" sldId="2145707126"/>
            <ac:spMk id="2" creationId="{48E219E7-5916-025E-53BA-EB4BE933E4A4}"/>
          </ac:spMkLst>
        </pc:spChg>
        <pc:spChg chg="mod">
          <ac:chgData name="Yamasaki, Fumihiro" userId="73ebdf13-81ba-4c53-96ed-9ffbcf4d7bdf" providerId="ADAL" clId="{BF396559-9F3A-4045-BE5F-3225CA3C405B}" dt="2026-02-25T09:33:33.889" v="3365" actId="20577"/>
          <ac:spMkLst>
            <pc:docMk/>
            <pc:sldMk cId="3797303502" sldId="2145707126"/>
            <ac:spMk id="4" creationId="{7545A02B-CB64-C2D6-E9A2-9E2762FDA5EB}"/>
          </ac:spMkLst>
        </pc:spChg>
        <pc:spChg chg="add mod">
          <ac:chgData name="Yamasaki, Fumihiro" userId="73ebdf13-81ba-4c53-96ed-9ffbcf4d7bdf" providerId="ADAL" clId="{BF396559-9F3A-4045-BE5F-3225CA3C405B}" dt="2026-02-25T23:50:27.131" v="3531" actId="20577"/>
          <ac:spMkLst>
            <pc:docMk/>
            <pc:sldMk cId="3797303502" sldId="2145707126"/>
            <ac:spMk id="7" creationId="{90AA9407-5518-9A47-F3C3-5DD9DEEC4C23}"/>
          </ac:spMkLst>
        </pc:spChg>
        <pc:picChg chg="add mod">
          <ac:chgData name="Yamasaki, Fumihiro" userId="73ebdf13-81ba-4c53-96ed-9ffbcf4d7bdf" providerId="ADAL" clId="{BF396559-9F3A-4045-BE5F-3225CA3C405B}" dt="2026-02-25T09:33:11.866" v="3339" actId="1076"/>
          <ac:picMkLst>
            <pc:docMk/>
            <pc:sldMk cId="3797303502" sldId="2145707126"/>
            <ac:picMk id="9" creationId="{07AB4506-7983-E81E-BAB6-46203AA89AB8}"/>
          </ac:picMkLst>
        </pc:picChg>
      </pc:sldChg>
      <pc:sldChg chg="addSp delSp modSp new mod">
        <pc:chgData name="Yamasaki, Fumihiro" userId="73ebdf13-81ba-4c53-96ed-9ffbcf4d7bdf" providerId="ADAL" clId="{BF396559-9F3A-4045-BE5F-3225CA3C405B}" dt="2026-03-12T07:07:35.725" v="7429" actId="948"/>
        <pc:sldMkLst>
          <pc:docMk/>
          <pc:sldMk cId="3921552288" sldId="2145707127"/>
        </pc:sldMkLst>
        <pc:spChg chg="mod">
          <ac:chgData name="Yamasaki, Fumihiro" userId="73ebdf13-81ba-4c53-96ed-9ffbcf4d7bdf" providerId="ADAL" clId="{BF396559-9F3A-4045-BE5F-3225CA3C405B}" dt="2026-03-03T08:34:56.224" v="6673" actId="20577"/>
          <ac:spMkLst>
            <pc:docMk/>
            <pc:sldMk cId="3921552288" sldId="2145707127"/>
            <ac:spMk id="4" creationId="{33AEE41A-2D1C-9D88-8B60-C27F64FCC9EC}"/>
          </ac:spMkLst>
        </pc:spChg>
        <pc:spChg chg="add mod">
          <ac:chgData name="Yamasaki, Fumihiro" userId="73ebdf13-81ba-4c53-96ed-9ffbcf4d7bdf" providerId="ADAL" clId="{BF396559-9F3A-4045-BE5F-3225CA3C405B}" dt="2026-03-12T07:07:35.725" v="7429" actId="948"/>
          <ac:spMkLst>
            <pc:docMk/>
            <pc:sldMk cId="3921552288" sldId="2145707127"/>
            <ac:spMk id="7" creationId="{7FBA017F-A224-5C2C-4458-18424F2C9E1D}"/>
          </ac:spMkLst>
        </pc:spChg>
        <pc:spChg chg="add mod">
          <ac:chgData name="Yamasaki, Fumihiro" userId="73ebdf13-81ba-4c53-96ed-9ffbcf4d7bdf" providerId="ADAL" clId="{BF396559-9F3A-4045-BE5F-3225CA3C405B}" dt="2026-03-03T08:37:06.418" v="6842"/>
          <ac:spMkLst>
            <pc:docMk/>
            <pc:sldMk cId="3921552288" sldId="2145707127"/>
            <ac:spMk id="8" creationId="{8B1FFAD1-C625-58EB-18CD-5264A9149F69}"/>
          </ac:spMkLst>
        </pc:spChg>
        <pc:spChg chg="add mod">
          <ac:chgData name="Yamasaki, Fumihiro" userId="73ebdf13-81ba-4c53-96ed-9ffbcf4d7bdf" providerId="ADAL" clId="{BF396559-9F3A-4045-BE5F-3225CA3C405B}" dt="2026-03-03T08:37:32.682" v="6859" actId="14100"/>
          <ac:spMkLst>
            <pc:docMk/>
            <pc:sldMk cId="3921552288" sldId="2145707127"/>
            <ac:spMk id="9" creationId="{F81407C0-BA25-9A31-32D8-EB4ACE13ACE0}"/>
          </ac:spMkLst>
        </pc:spChg>
        <pc:spChg chg="add mod">
          <ac:chgData name="Yamasaki, Fumihiro" userId="73ebdf13-81ba-4c53-96ed-9ffbcf4d7bdf" providerId="ADAL" clId="{BF396559-9F3A-4045-BE5F-3225CA3C405B}" dt="2026-03-03T08:49:46.397" v="7196"/>
          <ac:spMkLst>
            <pc:docMk/>
            <pc:sldMk cId="3921552288" sldId="2145707127"/>
            <ac:spMk id="10" creationId="{D920B841-4BC6-36F9-E620-1D2F70619DFC}"/>
          </ac:spMkLst>
        </pc:spChg>
        <pc:spChg chg="add mod">
          <ac:chgData name="Yamasaki, Fumihiro" userId="73ebdf13-81ba-4c53-96ed-9ffbcf4d7bdf" providerId="ADAL" clId="{BF396559-9F3A-4045-BE5F-3225CA3C405B}" dt="2026-03-03T08:57:02.159" v="7267" actId="14100"/>
          <ac:spMkLst>
            <pc:docMk/>
            <pc:sldMk cId="3921552288" sldId="2145707127"/>
            <ac:spMk id="11" creationId="{B9A4FDCA-B53E-FED3-3CC3-E108B352B33E}"/>
          </ac:spMkLst>
        </pc:spChg>
        <pc:spChg chg="add mod">
          <ac:chgData name="Yamasaki, Fumihiro" userId="73ebdf13-81ba-4c53-96ed-9ffbcf4d7bdf" providerId="ADAL" clId="{BF396559-9F3A-4045-BE5F-3225CA3C405B}" dt="2026-03-03T08:58:48.175" v="7428" actId="14100"/>
          <ac:spMkLst>
            <pc:docMk/>
            <pc:sldMk cId="3921552288" sldId="2145707127"/>
            <ac:spMk id="12" creationId="{8D274E67-2B20-52A4-EC58-4088BE3C04D4}"/>
          </ac:spMkLst>
        </pc:spChg>
      </pc:sldChg>
      <pc:sldChg chg="modSp add mod">
        <pc:chgData name="Yamasaki, Fumihiro" userId="73ebdf13-81ba-4c53-96ed-9ffbcf4d7bdf" providerId="ADAL" clId="{BF396559-9F3A-4045-BE5F-3225CA3C405B}" dt="2026-03-03T08:50:08.197" v="7199" actId="207"/>
        <pc:sldMkLst>
          <pc:docMk/>
          <pc:sldMk cId="2367633089" sldId="2145707128"/>
        </pc:sldMkLst>
        <pc:spChg chg="mod">
          <ac:chgData name="Yamasaki, Fumihiro" userId="73ebdf13-81ba-4c53-96ed-9ffbcf4d7bdf" providerId="ADAL" clId="{BF396559-9F3A-4045-BE5F-3225CA3C405B}" dt="2026-03-03T08:50:08.197" v="7199" actId="207"/>
          <ac:spMkLst>
            <pc:docMk/>
            <pc:sldMk cId="2367633089" sldId="2145707128"/>
            <ac:spMk id="2" creationId="{CCDBF4F2-4CEB-4F7A-FD11-9FDF93082ECF}"/>
          </ac:spMkLst>
        </pc:spChg>
      </pc:sldChg>
      <pc:sldChg chg="modSp add mod">
        <pc:chgData name="Yamasaki, Fumihiro" userId="73ebdf13-81ba-4c53-96ed-9ffbcf4d7bdf" providerId="ADAL" clId="{BF396559-9F3A-4045-BE5F-3225CA3C405B}" dt="2026-03-03T08:50:20.463" v="7203" actId="207"/>
        <pc:sldMkLst>
          <pc:docMk/>
          <pc:sldMk cId="3418376827" sldId="2145707129"/>
        </pc:sldMkLst>
        <pc:spChg chg="mod">
          <ac:chgData name="Yamasaki, Fumihiro" userId="73ebdf13-81ba-4c53-96ed-9ffbcf4d7bdf" providerId="ADAL" clId="{BF396559-9F3A-4045-BE5F-3225CA3C405B}" dt="2026-03-03T08:50:20.463" v="7203" actId="207"/>
          <ac:spMkLst>
            <pc:docMk/>
            <pc:sldMk cId="3418376827" sldId="2145707129"/>
            <ac:spMk id="2" creationId="{33BFC7A9-B6A3-9F03-34F4-3AC290288C3B}"/>
          </ac:spMkLst>
        </pc:spChg>
      </pc:sldChg>
      <pc:sldChg chg="modSp add mod">
        <pc:chgData name="Yamasaki, Fumihiro" userId="73ebdf13-81ba-4c53-96ed-9ffbcf4d7bdf" providerId="ADAL" clId="{BF396559-9F3A-4045-BE5F-3225CA3C405B}" dt="2026-03-03T08:50:28.374" v="7205" actId="207"/>
        <pc:sldMkLst>
          <pc:docMk/>
          <pc:sldMk cId="348747397" sldId="2145707130"/>
        </pc:sldMkLst>
        <pc:spChg chg="mod">
          <ac:chgData name="Yamasaki, Fumihiro" userId="73ebdf13-81ba-4c53-96ed-9ffbcf4d7bdf" providerId="ADAL" clId="{BF396559-9F3A-4045-BE5F-3225CA3C405B}" dt="2026-03-03T08:50:28.374" v="7205" actId="207"/>
          <ac:spMkLst>
            <pc:docMk/>
            <pc:sldMk cId="348747397" sldId="2145707130"/>
            <ac:spMk id="2" creationId="{58073BD5-4BD9-A9BE-EF4F-AAF21D3E73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9100" cy="498693"/>
          </a:xfrm>
          <a:prstGeom prst="rect">
            <a:avLst/>
          </a:prstGeom>
        </p:spPr>
        <p:txBody>
          <a:bodyPr vert="horz" lIns="94640" tIns="47320" rIns="94640" bIns="47320" rtlCol="0"/>
          <a:lstStyle>
            <a:lvl1pPr algn="l">
              <a:defRPr sz="1200"/>
            </a:lvl1pPr>
          </a:lstStyle>
          <a:p>
            <a:endParaRPr lang="en-US"/>
          </a:p>
        </p:txBody>
      </p:sp>
      <p:sp>
        <p:nvSpPr>
          <p:cNvPr id="3" name="Date Placeholder 2"/>
          <p:cNvSpPr>
            <a:spLocks noGrp="1"/>
          </p:cNvSpPr>
          <p:nvPr>
            <p:ph type="dt" idx="1"/>
          </p:nvPr>
        </p:nvSpPr>
        <p:spPr>
          <a:xfrm>
            <a:off x="3854939" y="1"/>
            <a:ext cx="2949100" cy="498693"/>
          </a:xfrm>
          <a:prstGeom prst="rect">
            <a:avLst/>
          </a:prstGeom>
        </p:spPr>
        <p:txBody>
          <a:bodyPr vert="horz" lIns="94640" tIns="47320" rIns="94640" bIns="47320" rtlCol="0"/>
          <a:lstStyle>
            <a:lvl1pPr algn="r">
              <a:defRPr sz="1200"/>
            </a:lvl1pPr>
          </a:lstStyle>
          <a:p>
            <a:fld id="{625DEF87-78CF-4C57-A0B1-A9406068048C}" type="datetimeFigureOut">
              <a:rPr lang="en-US" smtClean="0"/>
              <a:t>3/12/2026</a:t>
            </a:fld>
            <a:endParaRPr lang="en-US"/>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4640" tIns="47320" rIns="94640" bIns="47320" rtlCol="0" anchor="ctr"/>
          <a:lstStyle/>
          <a:p>
            <a:endParaRPr lang="en-US"/>
          </a:p>
        </p:txBody>
      </p:sp>
      <p:sp>
        <p:nvSpPr>
          <p:cNvPr id="5" name="Notes Placeholder 4"/>
          <p:cNvSpPr>
            <a:spLocks noGrp="1"/>
          </p:cNvSpPr>
          <p:nvPr>
            <p:ph type="body" sz="quarter" idx="3"/>
          </p:nvPr>
        </p:nvSpPr>
        <p:spPr>
          <a:xfrm>
            <a:off x="680562" y="4783307"/>
            <a:ext cx="5444490" cy="3913615"/>
          </a:xfrm>
          <a:prstGeom prst="rect">
            <a:avLst/>
          </a:prstGeom>
        </p:spPr>
        <p:txBody>
          <a:bodyPr vert="horz" lIns="94640" tIns="47320" rIns="94640" bIns="473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100" cy="498692"/>
          </a:xfrm>
          <a:prstGeom prst="rect">
            <a:avLst/>
          </a:prstGeom>
        </p:spPr>
        <p:txBody>
          <a:bodyPr vert="horz" lIns="94640" tIns="47320" rIns="94640" bIns="47320" rtlCol="0" anchor="b"/>
          <a:lstStyle>
            <a:lvl1pPr algn="l">
              <a:defRPr sz="1200"/>
            </a:lvl1pPr>
          </a:lstStyle>
          <a:p>
            <a:endParaRPr lang="en-US"/>
          </a:p>
        </p:txBody>
      </p:sp>
      <p:sp>
        <p:nvSpPr>
          <p:cNvPr id="7" name="Slide Number Placeholder 6"/>
          <p:cNvSpPr>
            <a:spLocks noGrp="1"/>
          </p:cNvSpPr>
          <p:nvPr>
            <p:ph type="sldNum" sz="quarter" idx="5"/>
          </p:nvPr>
        </p:nvSpPr>
        <p:spPr>
          <a:xfrm>
            <a:off x="3854939" y="9440647"/>
            <a:ext cx="2949100" cy="498692"/>
          </a:xfrm>
          <a:prstGeom prst="rect">
            <a:avLst/>
          </a:prstGeom>
        </p:spPr>
        <p:txBody>
          <a:bodyPr vert="horz" lIns="94640" tIns="47320" rIns="94640" bIns="47320" rtlCol="0" anchor="b"/>
          <a:lstStyle>
            <a:lvl1pPr algn="r">
              <a:defRPr sz="1200"/>
            </a:lvl1pPr>
          </a:lstStyle>
          <a:p>
            <a:fld id="{49E0EA7B-6822-4EC8-8C65-EACC542A1394}" type="slidenum">
              <a:rPr lang="en-US" smtClean="0"/>
              <a:t>‹#›</a:t>
            </a:fld>
            <a:endParaRPr lang="en-US"/>
          </a:p>
        </p:txBody>
      </p:sp>
    </p:spTree>
    <p:extLst>
      <p:ext uri="{BB962C8B-B14F-4D97-AF65-F5344CB8AC3E}">
        <p14:creationId xmlns:p14="http://schemas.microsoft.com/office/powerpoint/2010/main" val="258459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ltLang="ja-JP"/>
              <a:t>Click icon to add picture</a:t>
            </a:r>
            <a:endParaRPr lang="en-JP" dirty="0"/>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dirty="0"/>
              <a:t>Click to Add </a:t>
            </a:r>
            <a:br>
              <a:rPr lang="en-GB" dirty="0"/>
            </a:br>
            <a:r>
              <a:rPr lang="en-GB" dirty="0"/>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dirty="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dirty="0"/>
              <a:t>Private and confidential. For internal use only.</a:t>
            </a:r>
          </a:p>
        </p:txBody>
      </p:sp>
    </p:spTree>
    <p:extLst>
      <p:ext uri="{BB962C8B-B14F-4D97-AF65-F5344CB8AC3E}">
        <p14:creationId xmlns:p14="http://schemas.microsoft.com/office/powerpoint/2010/main" val="3934642810"/>
      </p:ext>
    </p:extLst>
  </p:cSld>
  <p:clrMapOvr>
    <a:masterClrMapping/>
  </p:clrMapOvr>
  <p:transition spd="slow">
    <p:push dir="u"/>
  </p:transition>
  <p:extLst>
    <p:ext uri="{DCECCB84-F9BA-43D5-87BE-67443E8EF086}">
      <p15:sldGuideLst xmlns:p15="http://schemas.microsoft.com/office/powerpoint/2012/main">
        <p15:guide id="1" orient="horz" pos="4065" userDrawn="1">
          <p15:clr>
            <a:srgbClr val="FBAE40"/>
          </p15:clr>
        </p15:guide>
        <p15:guide id="2" orient="horz" pos="2364" userDrawn="1">
          <p15:clr>
            <a:srgbClr val="FBAE40"/>
          </p15:clr>
        </p15:guide>
        <p15:guide id="3"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dirty="0"/>
              <a:t>Click to add title</a:t>
            </a:r>
          </a:p>
        </p:txBody>
      </p:sp>
      <p:sp>
        <p:nvSpPr>
          <p:cNvPr id="20" name="Picture Placeholder 3">
            <a:extLst>
              <a:ext uri="{FF2B5EF4-FFF2-40B4-BE49-F238E27FC236}">
                <a16:creationId xmlns:a16="http://schemas.microsoft.com/office/drawing/2014/main" id="{902F3095-EA6E-F94A-AF04-18ED691DEB75}"/>
              </a:ext>
            </a:extLst>
          </p:cNvPr>
          <p:cNvSpPr>
            <a:spLocks noGrp="1"/>
          </p:cNvSpPr>
          <p:nvPr>
            <p:ph type="pic" sz="quarter" idx="17"/>
          </p:nvPr>
        </p:nvSpPr>
        <p:spPr>
          <a:xfrm>
            <a:off x="5866513" y="376180"/>
            <a:ext cx="6326533" cy="6108535"/>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txBody>
          <a:bodyPr>
            <a:normAutofit/>
          </a:bodyPr>
          <a:lstStyle>
            <a:lvl1pPr marL="0" indent="0">
              <a:buNone/>
              <a:defRPr sz="2400">
                <a:solidFill>
                  <a:schemeClr val="bg1"/>
                </a:solidFill>
              </a:defRPr>
            </a:lvl1pPr>
          </a:lstStyle>
          <a:p>
            <a:r>
              <a:rPr lang="en-US" altLang="ja-JP"/>
              <a:t>Click icon to add picture</a:t>
            </a:r>
            <a:endParaRPr lang="en-US" dirty="0"/>
          </a:p>
        </p:txBody>
      </p:sp>
      <p:pic>
        <p:nvPicPr>
          <p:cNvPr id="9" name="Picture 8" descr="Takeda">
            <a:extLst>
              <a:ext uri="{FF2B5EF4-FFF2-40B4-BE49-F238E27FC236}">
                <a16:creationId xmlns:a16="http://schemas.microsoft.com/office/drawing/2014/main" id="{F83AE827-0C93-0344-8F1E-82C9D7F8CD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4417" y="-10972"/>
            <a:ext cx="2251710" cy="1248865"/>
          </a:xfrm>
          <a:prstGeom prst="rect">
            <a:avLst/>
          </a:prstGeom>
        </p:spPr>
      </p:pic>
      <p:pic>
        <p:nvPicPr>
          <p:cNvPr id="19" name="Picture 18">
            <a:extLst>
              <a:ext uri="{FF2B5EF4-FFF2-40B4-BE49-F238E27FC236}">
                <a16:creationId xmlns:a16="http://schemas.microsoft.com/office/drawing/2014/main" id="{C219044E-3CA3-8043-AF11-ED42DE4EC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4730" y="6367253"/>
            <a:ext cx="1958578" cy="117462"/>
          </a:xfrm>
          <a:prstGeom prst="rect">
            <a:avLst/>
          </a:prstGeom>
        </p:spPr>
      </p:pic>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dirty="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4354732"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Presenter Name</a:t>
            </a:r>
          </a:p>
        </p:txBody>
      </p:sp>
    </p:spTree>
    <p:extLst>
      <p:ext uri="{BB962C8B-B14F-4D97-AF65-F5344CB8AC3E}">
        <p14:creationId xmlns:p14="http://schemas.microsoft.com/office/powerpoint/2010/main" val="4074573485"/>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dirty="0"/>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dirty="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dirty="0"/>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dirty="0"/>
              <a:t>Private and confidential. For internal use only.</a:t>
            </a:r>
          </a:p>
        </p:txBody>
      </p:sp>
    </p:spTree>
    <p:extLst>
      <p:ext uri="{BB962C8B-B14F-4D97-AF65-F5344CB8AC3E}">
        <p14:creationId xmlns:p14="http://schemas.microsoft.com/office/powerpoint/2010/main" val="66101974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a one-column layout. Click to add content</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dirty="0"/>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Tree>
    <p:extLst>
      <p:ext uri="{BB962C8B-B14F-4D97-AF65-F5344CB8AC3E}">
        <p14:creationId xmlns:p14="http://schemas.microsoft.com/office/powerpoint/2010/main" val="85167942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r>
              <a:rPr lang="en-JP" dirty="0"/>
              <a:t> </a:t>
            </a:r>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2" name="Text Placeholder 6">
            <a:extLst>
              <a:ext uri="{FF2B5EF4-FFF2-40B4-BE49-F238E27FC236}">
                <a16:creationId xmlns:a16="http://schemas.microsoft.com/office/drawing/2014/main" id="{BA404885-C217-E451-7AB4-681B5A99A824}"/>
              </a:ext>
            </a:extLst>
          </p:cNvPr>
          <p:cNvSpPr>
            <a:spLocks noGrp="1"/>
          </p:cNvSpPr>
          <p:nvPr>
            <p:ph type="body" sz="quarter" idx="15" hasCustomPrompt="1"/>
          </p:nvPr>
        </p:nvSpPr>
        <p:spPr>
          <a:xfrm>
            <a:off x="311150" y="1102385"/>
            <a:ext cx="55800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a two-column layout. Click to add content. </a:t>
            </a:r>
          </a:p>
        </p:txBody>
      </p:sp>
      <p:sp>
        <p:nvSpPr>
          <p:cNvPr id="3" name="Text Placeholder 6">
            <a:extLst>
              <a:ext uri="{FF2B5EF4-FFF2-40B4-BE49-F238E27FC236}">
                <a16:creationId xmlns:a16="http://schemas.microsoft.com/office/drawing/2014/main" id="{5B955075-B83C-3132-3E53-F3845A25E242}"/>
              </a:ext>
            </a:extLst>
          </p:cNvPr>
          <p:cNvSpPr>
            <a:spLocks noGrp="1"/>
          </p:cNvSpPr>
          <p:nvPr>
            <p:ph type="body" sz="quarter" idx="17" hasCustomPrompt="1"/>
          </p:nvPr>
        </p:nvSpPr>
        <p:spPr>
          <a:xfrm>
            <a:off x="6304514" y="1105495"/>
            <a:ext cx="55800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a two-column layout. Click to add content. </a:t>
            </a:r>
          </a:p>
        </p:txBody>
      </p:sp>
    </p:spTree>
    <p:extLst>
      <p:ext uri="{BB962C8B-B14F-4D97-AF65-F5344CB8AC3E}">
        <p14:creationId xmlns:p14="http://schemas.microsoft.com/office/powerpoint/2010/main" val="1208037409"/>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dirty="0"/>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dirty="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ltLang="ja-JP"/>
              <a:t>Click icon to add picture</a:t>
            </a:r>
            <a:endParaRPr lang="en-JP" dirty="0"/>
          </a:p>
        </p:txBody>
      </p:sp>
    </p:spTree>
    <p:extLst>
      <p:ext uri="{BB962C8B-B14F-4D97-AF65-F5344CB8AC3E}">
        <p14:creationId xmlns:p14="http://schemas.microsoft.com/office/powerpoint/2010/main" val="334128149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709C50A-25A5-7641-AAFB-B85296034B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6969" y="6194344"/>
            <a:ext cx="2678060" cy="160611"/>
          </a:xfrm>
          <a:prstGeom prst="rect">
            <a:avLst/>
          </a:prstGeom>
        </p:spPr>
      </p:pic>
      <p:pic>
        <p:nvPicPr>
          <p:cNvPr id="8" name="Picture 7" descr="Takeda">
            <a:extLst>
              <a:ext uri="{FF2B5EF4-FFF2-40B4-BE49-F238E27FC236}">
                <a16:creationId xmlns:a16="http://schemas.microsoft.com/office/drawing/2014/main" id="{AEF157DC-E05F-7D4B-934F-A345B93BFF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932217" y="5064019"/>
            <a:ext cx="2327564" cy="1290936"/>
          </a:xfrm>
          <a:prstGeom prst="rect">
            <a:avLst/>
          </a:prstGeom>
        </p:spPr>
      </p:pic>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2293937"/>
            <a:ext cx="11591925" cy="2270125"/>
          </a:xfrm>
          <a:prstGeom prst="rect">
            <a:avLst/>
          </a:prstGeom>
        </p:spPr>
        <p:txBody>
          <a:bodyPr anchor="ctr" anchorCtr="0"/>
          <a:lstStyle>
            <a:lvl1pPr marL="0" indent="0" algn="ctr">
              <a:buNone/>
              <a:defRPr sz="3000"/>
            </a:lvl1pPr>
          </a:lstStyle>
          <a:p>
            <a:pPr lvl="0"/>
            <a:r>
              <a:rPr lang="en-US" dirty="0"/>
              <a:t>Thank You</a:t>
            </a:r>
            <a:endParaRPr lang="en-JP" dirty="0"/>
          </a:p>
        </p:txBody>
      </p:sp>
      <p:pic>
        <p:nvPicPr>
          <p:cNvPr id="7" name="Picture 6">
            <a:extLst>
              <a:ext uri="{FF2B5EF4-FFF2-40B4-BE49-F238E27FC236}">
                <a16:creationId xmlns:a16="http://schemas.microsoft.com/office/drawing/2014/main" id="{3BD03A3F-FF72-352A-2779-81D5BC12259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023383" y="6503240"/>
            <a:ext cx="4178300" cy="235652"/>
          </a:xfrm>
          <a:prstGeom prst="rect">
            <a:avLst/>
          </a:prstGeom>
        </p:spPr>
      </p:pic>
    </p:spTree>
    <p:extLst>
      <p:ext uri="{BB962C8B-B14F-4D97-AF65-F5344CB8AC3E}">
        <p14:creationId xmlns:p14="http://schemas.microsoft.com/office/powerpoint/2010/main" val="347894175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dirty="0"/>
              <a:t>Blank slide</a:t>
            </a:r>
            <a:endParaRPr lang="en-JP" dirty="0"/>
          </a:p>
        </p:txBody>
      </p:sp>
    </p:spTree>
    <p:extLst>
      <p:ext uri="{BB962C8B-B14F-4D97-AF65-F5344CB8AC3E}">
        <p14:creationId xmlns:p14="http://schemas.microsoft.com/office/powerpoint/2010/main" val="3226569479"/>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130632283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dvanced 2/3 Image">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B3311DE3-EC35-4C49-805E-57AB2D90E99E}"/>
              </a:ext>
            </a:extLst>
          </p:cNvPr>
          <p:cNvSpPr>
            <a:spLocks noGrp="1"/>
          </p:cNvSpPr>
          <p:nvPr>
            <p:ph type="pic" sz="quarter" idx="10" hasCustomPrompt="1"/>
          </p:nvPr>
        </p:nvSpPr>
        <p:spPr>
          <a:xfrm>
            <a:off x="4210743" y="1093767"/>
            <a:ext cx="7988356" cy="5322908"/>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8356" h="5135028">
                <a:moveTo>
                  <a:pt x="0" y="0"/>
                </a:moveTo>
                <a:lnTo>
                  <a:pt x="7988281" y="7569"/>
                </a:lnTo>
                <a:cubicBezTo>
                  <a:pt x="7989186" y="2154376"/>
                  <a:pt x="7981645" y="2988221"/>
                  <a:pt x="7982550" y="5135028"/>
                </a:cubicBezTo>
                <a:lnTo>
                  <a:pt x="596656" y="5124807"/>
                </a:lnTo>
                <a:cubicBezTo>
                  <a:pt x="276484" y="5124807"/>
                  <a:pt x="16934" y="4865257"/>
                  <a:pt x="16934" y="4545085"/>
                </a:cubicBezTo>
                <a:cubicBezTo>
                  <a:pt x="11289" y="3022648"/>
                  <a:pt x="5645" y="1522437"/>
                  <a:pt x="0" y="0"/>
                </a:cubicBezTo>
                <a:close/>
              </a:path>
            </a:pathLst>
          </a:custGeom>
          <a:noFill/>
        </p:spPr>
        <p:txBody>
          <a:bodyPr>
            <a:normAutofit/>
          </a:bodyPr>
          <a:lstStyle>
            <a:lvl1pPr marL="0" indent="0">
              <a:buNone/>
              <a:defRPr sz="1400">
                <a:solidFill>
                  <a:schemeClr val="tx1"/>
                </a:solidFill>
              </a:defRPr>
            </a:lvl1pPr>
          </a:lstStyle>
          <a:p>
            <a:r>
              <a:rPr lang="en-JP" dirty="0"/>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 </a:t>
            </a:r>
          </a:p>
        </p:txBody>
      </p:sp>
      <p:sp>
        <p:nvSpPr>
          <p:cNvPr id="20" name="Footer Placeholder 8">
            <a:extLst>
              <a:ext uri="{FF2B5EF4-FFF2-40B4-BE49-F238E27FC236}">
                <a16:creationId xmlns:a16="http://schemas.microsoft.com/office/drawing/2014/main" id="{E4ACE247-6DA5-F044-A880-12BDFE14907B}"/>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pic>
        <p:nvPicPr>
          <p:cNvPr id="14" name="Picture 13" descr="Takeda">
            <a:extLst>
              <a:ext uri="{FF2B5EF4-FFF2-40B4-BE49-F238E27FC236}">
                <a16:creationId xmlns:a16="http://schemas.microsoft.com/office/drawing/2014/main" id="{1397373C-4723-444D-99E3-0FBCAFDAD4F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1545CFCD-ABA6-1349-9917-1DDD2762CB5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21" name="Rectangle 20">
            <a:extLst>
              <a:ext uri="{FF2B5EF4-FFF2-40B4-BE49-F238E27FC236}">
                <a16:creationId xmlns:a16="http://schemas.microsoft.com/office/drawing/2014/main" id="{97730F84-B57E-C441-B81C-A0677388FA64}"/>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5" name="スライド番号プレースホルダ 5">
            <a:extLst>
              <a:ext uri="{FF2B5EF4-FFF2-40B4-BE49-F238E27FC236}">
                <a16:creationId xmlns:a16="http://schemas.microsoft.com/office/drawing/2014/main" id="{78815F79-70B9-A343-88C1-1B41F15106A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6ACFB15D-3880-FB46-8B5A-E057FE4C9B5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7" name="Text Placeholder 2">
            <a:extLst>
              <a:ext uri="{FF2B5EF4-FFF2-40B4-BE49-F238E27FC236}">
                <a16:creationId xmlns:a16="http://schemas.microsoft.com/office/drawing/2014/main" id="{EF3CD883-F623-E54C-A27A-38B7EB957052}"/>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8" name="Text Placeholder 6">
            <a:extLst>
              <a:ext uri="{FF2B5EF4-FFF2-40B4-BE49-F238E27FC236}">
                <a16:creationId xmlns:a16="http://schemas.microsoft.com/office/drawing/2014/main" id="{B2D601E3-CC68-7845-AAF4-3AD141198B4E}"/>
              </a:ext>
            </a:extLst>
          </p:cNvPr>
          <p:cNvSpPr>
            <a:spLocks noGrp="1"/>
          </p:cNvSpPr>
          <p:nvPr>
            <p:ph type="body" sz="quarter" idx="21"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84896547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dvanced 1/2 Image (Full Bleed)">
    <p:spTree>
      <p:nvGrpSpPr>
        <p:cNvPr id="1" name=""/>
        <p:cNvGrpSpPr/>
        <p:nvPr/>
      </p:nvGrpSpPr>
      <p:grpSpPr>
        <a:xfrm>
          <a:off x="0" y="0"/>
          <a:ext cx="0" cy="0"/>
          <a:chOff x="0" y="0"/>
          <a:chExt cx="0" cy="0"/>
        </a:xfrm>
      </p:grpSpPr>
      <p:sp>
        <p:nvSpPr>
          <p:cNvPr id="13" name="Picture Placeholder 9">
            <a:extLst>
              <a:ext uri="{FF2B5EF4-FFF2-40B4-BE49-F238E27FC236}">
                <a16:creationId xmlns:a16="http://schemas.microsoft.com/office/drawing/2014/main" id="{DA0F537B-2380-C640-8119-936AD7786464}"/>
              </a:ext>
            </a:extLst>
          </p:cNvPr>
          <p:cNvSpPr>
            <a:spLocks noGrp="1"/>
          </p:cNvSpPr>
          <p:nvPr>
            <p:ph type="pic" sz="quarter" idx="18" hasCustomPrompt="1"/>
          </p:nvPr>
        </p:nvSpPr>
        <p:spPr>
          <a:xfrm>
            <a:off x="6185454" y="-5494"/>
            <a:ext cx="6024384" cy="6863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4384"/>
              <a:gd name="connsiteY0" fmla="*/ 0 h 6857810"/>
              <a:gd name="connsiteX1" fmla="*/ 6015601 w 6024384"/>
              <a:gd name="connsiteY1" fmla="*/ 1730351 h 6857810"/>
              <a:gd name="connsiteX2" fmla="*/ 6024384 w 6024384"/>
              <a:gd name="connsiteY2" fmla="*/ 6857810 h 6857810"/>
              <a:gd name="connsiteX3" fmla="*/ 583404 w 6024384"/>
              <a:gd name="connsiteY3" fmla="*/ 6847589 h 6857810"/>
              <a:gd name="connsiteX4" fmla="*/ 3682 w 6024384"/>
              <a:gd name="connsiteY4" fmla="*/ 6267867 h 6857810"/>
              <a:gd name="connsiteX5" fmla="*/ 0 w 6024384"/>
              <a:gd name="connsiteY5" fmla="*/ 0 h 6857810"/>
              <a:gd name="connsiteX0" fmla="*/ 0 w 6024384"/>
              <a:gd name="connsiteY0" fmla="*/ 5684 h 6863494"/>
              <a:gd name="connsiteX1" fmla="*/ 6002349 w 6024384"/>
              <a:gd name="connsiteY1" fmla="*/ 0 h 6863494"/>
              <a:gd name="connsiteX2" fmla="*/ 6024384 w 6024384"/>
              <a:gd name="connsiteY2" fmla="*/ 6863494 h 6863494"/>
              <a:gd name="connsiteX3" fmla="*/ 583404 w 6024384"/>
              <a:gd name="connsiteY3" fmla="*/ 6853273 h 6863494"/>
              <a:gd name="connsiteX4" fmla="*/ 3682 w 6024384"/>
              <a:gd name="connsiteY4" fmla="*/ 6273551 h 6863494"/>
              <a:gd name="connsiteX5" fmla="*/ 0 w 6024384"/>
              <a:gd name="connsiteY5" fmla="*/ 5684 h 68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384" h="6863494">
                <a:moveTo>
                  <a:pt x="0" y="5684"/>
                </a:moveTo>
                <a:lnTo>
                  <a:pt x="6002349" y="0"/>
                </a:lnTo>
                <a:cubicBezTo>
                  <a:pt x="6003254" y="2146807"/>
                  <a:pt x="6023479" y="4716687"/>
                  <a:pt x="6024384" y="6863494"/>
                </a:cubicBezTo>
                <a:lnTo>
                  <a:pt x="583404" y="6853273"/>
                </a:lnTo>
                <a:cubicBezTo>
                  <a:pt x="263232" y="6853273"/>
                  <a:pt x="3682" y="6593723"/>
                  <a:pt x="3682" y="6273551"/>
                </a:cubicBezTo>
                <a:cubicBezTo>
                  <a:pt x="-1963" y="4751114"/>
                  <a:pt x="5645" y="1528121"/>
                  <a:pt x="0" y="5684"/>
                </a:cubicBezTo>
                <a:close/>
              </a:path>
            </a:pathLst>
          </a:custGeom>
          <a:noFill/>
        </p:spPr>
        <p:txBody>
          <a:bodyPr>
            <a:normAutofit/>
          </a:bodyPr>
          <a:lstStyle>
            <a:lvl1pPr marL="0" indent="0">
              <a:buNone/>
              <a:defRPr sz="1400">
                <a:solidFill>
                  <a:schemeClr val="tx1"/>
                </a:solidFill>
              </a:defRPr>
            </a:lvl1pPr>
          </a:lstStyle>
          <a:p>
            <a:r>
              <a:rPr lang="en-JP" dirty="0"/>
              <a:t>Insert Photo</a:t>
            </a:r>
          </a:p>
        </p:txBody>
      </p:sp>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3575904"/>
            <a:ext cx="5708650" cy="2859620"/>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 </a:t>
            </a:r>
          </a:p>
        </p:txBody>
      </p:sp>
      <p:sp>
        <p:nvSpPr>
          <p:cNvPr id="17" name="タイトル プレースホルダ 1">
            <a:extLst>
              <a:ext uri="{FF2B5EF4-FFF2-40B4-BE49-F238E27FC236}">
                <a16:creationId xmlns:a16="http://schemas.microsoft.com/office/drawing/2014/main" id="{86D6FEA8-06E4-474A-8491-CD1DDAE7D0D7}"/>
              </a:ext>
            </a:extLst>
          </p:cNvPr>
          <p:cNvSpPr>
            <a:spLocks noGrp="1"/>
          </p:cNvSpPr>
          <p:nvPr>
            <p:ph type="title" hasCustomPrompt="1"/>
          </p:nvPr>
        </p:nvSpPr>
        <p:spPr>
          <a:xfrm>
            <a:off x="606079" y="161605"/>
            <a:ext cx="5413722"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8" name="Rectangle 17">
            <a:extLst>
              <a:ext uri="{FF2B5EF4-FFF2-40B4-BE49-F238E27FC236}">
                <a16:creationId xmlns:a16="http://schemas.microsoft.com/office/drawing/2014/main" id="{CEDBCF76-3461-2245-8BB1-FA50AE27F6CA}"/>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2" name="スライド番号プレースホルダ 5">
            <a:extLst>
              <a:ext uri="{FF2B5EF4-FFF2-40B4-BE49-F238E27FC236}">
                <a16:creationId xmlns:a16="http://schemas.microsoft.com/office/drawing/2014/main" id="{FB98B4FE-9AC1-D142-89B5-4D3791685BC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7D5A74AA-F0D3-9243-967D-FEA6F7A20BC7}"/>
              </a:ext>
            </a:extLst>
          </p:cNvPr>
          <p:cNvSpPr>
            <a:spLocks noGrp="1"/>
          </p:cNvSpPr>
          <p:nvPr>
            <p:ph type="body" sz="quarter" idx="16" hasCustomPrompt="1"/>
          </p:nvPr>
        </p:nvSpPr>
        <p:spPr>
          <a:xfrm>
            <a:off x="606078" y="6523001"/>
            <a:ext cx="5413722"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9" name="Text Placeholder 2">
            <a:extLst>
              <a:ext uri="{FF2B5EF4-FFF2-40B4-BE49-F238E27FC236}">
                <a16:creationId xmlns:a16="http://schemas.microsoft.com/office/drawing/2014/main" id="{D16C870C-B0F9-5A43-81FD-66BD75CC33C7}"/>
              </a:ext>
            </a:extLst>
          </p:cNvPr>
          <p:cNvSpPr>
            <a:spLocks noGrp="1"/>
          </p:cNvSpPr>
          <p:nvPr>
            <p:ph type="body" sz="quarter" idx="20" hasCustomPrompt="1"/>
          </p:nvPr>
        </p:nvSpPr>
        <p:spPr>
          <a:xfrm>
            <a:off x="311151" y="1491373"/>
            <a:ext cx="5704886"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20" name="Text Placeholder 6">
            <a:extLst>
              <a:ext uri="{FF2B5EF4-FFF2-40B4-BE49-F238E27FC236}">
                <a16:creationId xmlns:a16="http://schemas.microsoft.com/office/drawing/2014/main" id="{C64E591A-1A88-9244-AC81-5B42BFE347C0}"/>
              </a:ext>
            </a:extLst>
          </p:cNvPr>
          <p:cNvSpPr>
            <a:spLocks noGrp="1"/>
          </p:cNvSpPr>
          <p:nvPr>
            <p:ph type="body" sz="quarter" idx="21" hasCustomPrompt="1"/>
          </p:nvPr>
        </p:nvSpPr>
        <p:spPr>
          <a:xfrm>
            <a:off x="311150" y="1093767"/>
            <a:ext cx="5704886"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3678310869"/>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vanced 1/3 Imag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7660042"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36961" y="1093767"/>
            <a:ext cx="4069500" cy="5331536"/>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500" h="5131753">
                <a:moveTo>
                  <a:pt x="0" y="6946"/>
                </a:moveTo>
                <a:lnTo>
                  <a:pt x="4069425" y="0"/>
                </a:lnTo>
                <a:cubicBezTo>
                  <a:pt x="4070330" y="2146807"/>
                  <a:pt x="4062788" y="2966138"/>
                  <a:pt x="4063693" y="5112945"/>
                </a:cubicBezTo>
                <a:lnTo>
                  <a:pt x="596656" y="5131753"/>
                </a:lnTo>
                <a:cubicBezTo>
                  <a:pt x="276484" y="5131753"/>
                  <a:pt x="16934" y="4872203"/>
                  <a:pt x="16934" y="4552031"/>
                </a:cubicBezTo>
                <a:cubicBezTo>
                  <a:pt x="11289" y="3029594"/>
                  <a:pt x="5645" y="1529383"/>
                  <a:pt x="0" y="6946"/>
                </a:cubicBezTo>
                <a:close/>
              </a:path>
            </a:pathLst>
          </a:custGeom>
          <a:noFill/>
        </p:spPr>
        <p:txBody>
          <a:bodyPr>
            <a:normAutofit/>
          </a:bodyPr>
          <a:lstStyle>
            <a:lvl1pPr marL="0" indent="0">
              <a:buNone/>
              <a:defRPr sz="1400">
                <a:solidFill>
                  <a:schemeClr val="tx1"/>
                </a:solidFill>
              </a:defRPr>
            </a:lvl1pPr>
          </a:lstStyle>
          <a:p>
            <a:r>
              <a:rPr lang="en-JP" dirty="0"/>
              <a:t>Insert Photo</a:t>
            </a:r>
          </a:p>
        </p:txBody>
      </p:sp>
      <p:pic>
        <p:nvPicPr>
          <p:cNvPr id="14" name="Picture 13" descr="Takeda">
            <a:extLst>
              <a:ext uri="{FF2B5EF4-FFF2-40B4-BE49-F238E27FC236}">
                <a16:creationId xmlns:a16="http://schemas.microsoft.com/office/drawing/2014/main" id="{334C6D4B-D00D-0346-BC97-8DCE371C28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CCEDFD04-9A53-9241-851E-1D01DC555ACC}"/>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20" name="Footer Placeholder 8">
            <a:extLst>
              <a:ext uri="{FF2B5EF4-FFF2-40B4-BE49-F238E27FC236}">
                <a16:creationId xmlns:a16="http://schemas.microsoft.com/office/drawing/2014/main" id="{1E1D8887-7EAE-1A40-9285-7C632FEAA8BF}"/>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sp>
        <p:nvSpPr>
          <p:cNvPr id="23" name="Rectangle 22">
            <a:extLst>
              <a:ext uri="{FF2B5EF4-FFF2-40B4-BE49-F238E27FC236}">
                <a16:creationId xmlns:a16="http://schemas.microsoft.com/office/drawing/2014/main" id="{365B3EBD-E4F5-8E40-B07A-C04F3B1E7F2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6" name="スライド番号プレースホルダ 5">
            <a:extLst>
              <a:ext uri="{FF2B5EF4-FFF2-40B4-BE49-F238E27FC236}">
                <a16:creationId xmlns:a16="http://schemas.microsoft.com/office/drawing/2014/main" id="{3D5D14EF-A351-224D-8142-E1BEE44BBC9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7" name="Text Placeholder 6">
            <a:extLst>
              <a:ext uri="{FF2B5EF4-FFF2-40B4-BE49-F238E27FC236}">
                <a16:creationId xmlns:a16="http://schemas.microsoft.com/office/drawing/2014/main" id="{4D0A49B6-0BCC-C545-BF97-504B63062FE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5" name="Text Placeholder 2">
            <a:extLst>
              <a:ext uri="{FF2B5EF4-FFF2-40B4-BE49-F238E27FC236}">
                <a16:creationId xmlns:a16="http://schemas.microsoft.com/office/drawing/2014/main" id="{D82FCE78-36AB-904B-98A8-CE3FFB1555E3}"/>
              </a:ext>
            </a:extLst>
          </p:cNvPr>
          <p:cNvSpPr>
            <a:spLocks noGrp="1"/>
          </p:cNvSpPr>
          <p:nvPr>
            <p:ph type="body" sz="quarter" idx="20" hasCustomPrompt="1"/>
          </p:nvPr>
        </p:nvSpPr>
        <p:spPr>
          <a:xfrm>
            <a:off x="311150" y="1491373"/>
            <a:ext cx="7660041"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8" name="Text Placeholder 6">
            <a:extLst>
              <a:ext uri="{FF2B5EF4-FFF2-40B4-BE49-F238E27FC236}">
                <a16:creationId xmlns:a16="http://schemas.microsoft.com/office/drawing/2014/main" id="{72ECF95F-F25E-8248-A0F3-BB1749A1B406}"/>
              </a:ext>
            </a:extLst>
          </p:cNvPr>
          <p:cNvSpPr>
            <a:spLocks noGrp="1"/>
          </p:cNvSpPr>
          <p:nvPr>
            <p:ph type="body" sz="quarter" idx="21" hasCustomPrompt="1"/>
          </p:nvPr>
        </p:nvSpPr>
        <p:spPr>
          <a:xfrm>
            <a:off x="311149" y="1093767"/>
            <a:ext cx="7660041"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551311237"/>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vanced 1/3 Image (Full Blee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7663807" cy="2859621"/>
          </a:xfrm>
          <a:prstGeom prst="rect">
            <a:avLst/>
          </a:prstGeom>
        </p:spPr>
        <p:txBody>
          <a:bodyPr tIns="0" rIns="0" bIns="0" numCol="2" spcCol="126000">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a:t>
            </a:r>
          </a:p>
        </p:txBody>
      </p:sp>
      <p:sp>
        <p:nvSpPr>
          <p:cNvPr id="11" name="Picture Placeholder 9">
            <a:extLst>
              <a:ext uri="{FF2B5EF4-FFF2-40B4-BE49-F238E27FC236}">
                <a16:creationId xmlns:a16="http://schemas.microsoft.com/office/drawing/2014/main" id="{B54C5EE8-C42D-B549-B4D4-C0F00D68A42B}"/>
              </a:ext>
            </a:extLst>
          </p:cNvPr>
          <p:cNvSpPr>
            <a:spLocks noGrp="1"/>
          </p:cNvSpPr>
          <p:nvPr>
            <p:ph type="pic" sz="quarter" idx="18" hasCustomPrompt="1"/>
          </p:nvPr>
        </p:nvSpPr>
        <p:spPr>
          <a:xfrm>
            <a:off x="8123708" y="-1378"/>
            <a:ext cx="4076946" cy="6860842"/>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33463"/>
              <a:gd name="connsiteX1" fmla="*/ 8912928 w 8915642"/>
              <a:gd name="connsiteY1" fmla="*/ 191388 h 6633463"/>
              <a:gd name="connsiteX2" fmla="*/ 8915642 w 8915642"/>
              <a:gd name="connsiteY2" fmla="*/ 6631809 h 6633463"/>
              <a:gd name="connsiteX3" fmla="*/ 579722 w 8915642"/>
              <a:gd name="connsiteY3" fmla="*/ 6633463 h 6633463"/>
              <a:gd name="connsiteX4" fmla="*/ 0 w 8915642"/>
              <a:gd name="connsiteY4" fmla="*/ 6053741 h 6633463"/>
              <a:gd name="connsiteX5" fmla="*/ 0 w 8915642"/>
              <a:gd name="connsiteY5" fmla="*/ 1 h 6633463"/>
              <a:gd name="connsiteX0" fmla="*/ 0 w 8933278"/>
              <a:gd name="connsiteY0" fmla="*/ 1653 h 6635115"/>
              <a:gd name="connsiteX1" fmla="*/ 8933248 w 8933278"/>
              <a:gd name="connsiteY1" fmla="*/ 0 h 6635115"/>
              <a:gd name="connsiteX2" fmla="*/ 8915642 w 8933278"/>
              <a:gd name="connsiteY2" fmla="*/ 6633461 h 6635115"/>
              <a:gd name="connsiteX3" fmla="*/ 579722 w 8933278"/>
              <a:gd name="connsiteY3" fmla="*/ 6635115 h 6635115"/>
              <a:gd name="connsiteX4" fmla="*/ 0 w 8933278"/>
              <a:gd name="connsiteY4" fmla="*/ 6055393 h 6635115"/>
              <a:gd name="connsiteX5" fmla="*/ 0 w 8933278"/>
              <a:gd name="connsiteY5" fmla="*/ 1653 h 6635115"/>
              <a:gd name="connsiteX0" fmla="*/ 0 w 8933323"/>
              <a:gd name="connsiteY0" fmla="*/ 1653 h 6645336"/>
              <a:gd name="connsiteX1" fmla="*/ 8933248 w 8933323"/>
              <a:gd name="connsiteY1" fmla="*/ 0 h 6645336"/>
              <a:gd name="connsiteX2" fmla="*/ 8927517 w 8933323"/>
              <a:gd name="connsiteY2" fmla="*/ 6645336 h 6645336"/>
              <a:gd name="connsiteX3" fmla="*/ 579722 w 8933323"/>
              <a:gd name="connsiteY3" fmla="*/ 6635115 h 6645336"/>
              <a:gd name="connsiteX4" fmla="*/ 0 w 8933323"/>
              <a:gd name="connsiteY4" fmla="*/ 6055393 h 6645336"/>
              <a:gd name="connsiteX5" fmla="*/ 0 w 8933323"/>
              <a:gd name="connsiteY5" fmla="*/ 1653 h 6645336"/>
              <a:gd name="connsiteX0" fmla="*/ 0 w 8927517"/>
              <a:gd name="connsiteY0" fmla="*/ 1653 h 6645336"/>
              <a:gd name="connsiteX1" fmla="*/ 7971347 w 8927517"/>
              <a:gd name="connsiteY1" fmla="*/ 0 h 6645336"/>
              <a:gd name="connsiteX2" fmla="*/ 8927517 w 8927517"/>
              <a:gd name="connsiteY2" fmla="*/ 6645336 h 6645336"/>
              <a:gd name="connsiteX3" fmla="*/ 579722 w 8927517"/>
              <a:gd name="connsiteY3" fmla="*/ 6635115 h 6645336"/>
              <a:gd name="connsiteX4" fmla="*/ 0 w 8927517"/>
              <a:gd name="connsiteY4" fmla="*/ 6055393 h 6645336"/>
              <a:gd name="connsiteX5" fmla="*/ 0 w 8927517"/>
              <a:gd name="connsiteY5" fmla="*/ 1653 h 6645336"/>
              <a:gd name="connsiteX0" fmla="*/ 0 w 7971422"/>
              <a:gd name="connsiteY0" fmla="*/ 1653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653 h 6645336"/>
              <a:gd name="connsiteX0" fmla="*/ 0 w 7971422"/>
              <a:gd name="connsiteY0" fmla="*/ 1301816 h 6645336"/>
              <a:gd name="connsiteX1" fmla="*/ 7971347 w 7971422"/>
              <a:gd name="connsiteY1" fmla="*/ 0 h 6645336"/>
              <a:gd name="connsiteX2" fmla="*/ 7965616 w 7971422"/>
              <a:gd name="connsiteY2" fmla="*/ 6645336 h 6645336"/>
              <a:gd name="connsiteX3" fmla="*/ 579722 w 7971422"/>
              <a:gd name="connsiteY3" fmla="*/ 6635115 h 6645336"/>
              <a:gd name="connsiteX4" fmla="*/ 0 w 7971422"/>
              <a:gd name="connsiteY4" fmla="*/ 6055393 h 6645336"/>
              <a:gd name="connsiteX5" fmla="*/ 0 w 7971422"/>
              <a:gd name="connsiteY5" fmla="*/ 1301816 h 6645336"/>
              <a:gd name="connsiteX0" fmla="*/ 0 w 7965616"/>
              <a:gd name="connsiteY0" fmla="*/ 1653 h 5345173"/>
              <a:gd name="connsiteX1" fmla="*/ 7957060 w 7965616"/>
              <a:gd name="connsiteY1" fmla="*/ 0 h 5345173"/>
              <a:gd name="connsiteX2" fmla="*/ 7965616 w 7965616"/>
              <a:gd name="connsiteY2" fmla="*/ 5345173 h 5345173"/>
              <a:gd name="connsiteX3" fmla="*/ 579722 w 7965616"/>
              <a:gd name="connsiteY3" fmla="*/ 5334952 h 5345173"/>
              <a:gd name="connsiteX4" fmla="*/ 0 w 7965616"/>
              <a:gd name="connsiteY4" fmla="*/ 4755230 h 5345173"/>
              <a:gd name="connsiteX5" fmla="*/ 0 w 7965616"/>
              <a:gd name="connsiteY5" fmla="*/ 1653 h 5345173"/>
              <a:gd name="connsiteX0" fmla="*/ 0 w 7971422"/>
              <a:gd name="connsiteY0" fmla="*/ 1653 h 5345173"/>
              <a:gd name="connsiteX1" fmla="*/ 7971347 w 7971422"/>
              <a:gd name="connsiteY1" fmla="*/ 0 h 5345173"/>
              <a:gd name="connsiteX2" fmla="*/ 7965616 w 7971422"/>
              <a:gd name="connsiteY2" fmla="*/ 5345173 h 5345173"/>
              <a:gd name="connsiteX3" fmla="*/ 579722 w 7971422"/>
              <a:gd name="connsiteY3" fmla="*/ 5334952 h 5345173"/>
              <a:gd name="connsiteX4" fmla="*/ 0 w 7971422"/>
              <a:gd name="connsiteY4" fmla="*/ 4755230 h 5345173"/>
              <a:gd name="connsiteX5" fmla="*/ 0 w 7971422"/>
              <a:gd name="connsiteY5" fmla="*/ 1653 h 5345173"/>
              <a:gd name="connsiteX0" fmla="*/ 0 w 7988356"/>
              <a:gd name="connsiteY0" fmla="*/ 187920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187920 h 5345173"/>
              <a:gd name="connsiteX0" fmla="*/ 0 w 7988356"/>
              <a:gd name="connsiteY0" fmla="*/ 210145 h 5345173"/>
              <a:gd name="connsiteX1" fmla="*/ 7988281 w 7988356"/>
              <a:gd name="connsiteY1" fmla="*/ 0 h 5345173"/>
              <a:gd name="connsiteX2" fmla="*/ 7982550 w 7988356"/>
              <a:gd name="connsiteY2" fmla="*/ 5345173 h 5345173"/>
              <a:gd name="connsiteX3" fmla="*/ 596656 w 7988356"/>
              <a:gd name="connsiteY3" fmla="*/ 5334952 h 5345173"/>
              <a:gd name="connsiteX4" fmla="*/ 16934 w 7988356"/>
              <a:gd name="connsiteY4" fmla="*/ 4755230 h 5345173"/>
              <a:gd name="connsiteX5" fmla="*/ 0 w 7988356"/>
              <a:gd name="connsiteY5" fmla="*/ 210145 h 5345173"/>
              <a:gd name="connsiteX0" fmla="*/ 0 w 7988356"/>
              <a:gd name="connsiteY0" fmla="*/ 0 h 5135028"/>
              <a:gd name="connsiteX1" fmla="*/ 7988281 w 7988356"/>
              <a:gd name="connsiteY1" fmla="*/ 7569 h 5135028"/>
              <a:gd name="connsiteX2" fmla="*/ 7982550 w 7988356"/>
              <a:gd name="connsiteY2" fmla="*/ 5135028 h 5135028"/>
              <a:gd name="connsiteX3" fmla="*/ 596656 w 7988356"/>
              <a:gd name="connsiteY3" fmla="*/ 5124807 h 5135028"/>
              <a:gd name="connsiteX4" fmla="*/ 16934 w 7988356"/>
              <a:gd name="connsiteY4" fmla="*/ 4545085 h 5135028"/>
              <a:gd name="connsiteX5" fmla="*/ 0 w 7988356"/>
              <a:gd name="connsiteY5" fmla="*/ 0 h 5135028"/>
              <a:gd name="connsiteX0" fmla="*/ 0 w 7982550"/>
              <a:gd name="connsiteY0" fmla="*/ 0 h 5135028"/>
              <a:gd name="connsiteX1" fmla="*/ 6028853 w 7982550"/>
              <a:gd name="connsiteY1" fmla="*/ 7569 h 5135028"/>
              <a:gd name="connsiteX2" fmla="*/ 7982550 w 7982550"/>
              <a:gd name="connsiteY2" fmla="*/ 5135028 h 5135028"/>
              <a:gd name="connsiteX3" fmla="*/ 596656 w 7982550"/>
              <a:gd name="connsiteY3" fmla="*/ 5124807 h 5135028"/>
              <a:gd name="connsiteX4" fmla="*/ 16934 w 7982550"/>
              <a:gd name="connsiteY4" fmla="*/ 4545085 h 5135028"/>
              <a:gd name="connsiteX5" fmla="*/ 0 w 7982550"/>
              <a:gd name="connsiteY5" fmla="*/ 0 h 5135028"/>
              <a:gd name="connsiteX0" fmla="*/ 0 w 6037636"/>
              <a:gd name="connsiteY0" fmla="*/ 0 h 5135028"/>
              <a:gd name="connsiteX1" fmla="*/ 6028853 w 6037636"/>
              <a:gd name="connsiteY1" fmla="*/ 7569 h 5135028"/>
              <a:gd name="connsiteX2" fmla="*/ 6037636 w 6037636"/>
              <a:gd name="connsiteY2" fmla="*/ 5135028 h 5135028"/>
              <a:gd name="connsiteX3" fmla="*/ 596656 w 6037636"/>
              <a:gd name="connsiteY3" fmla="*/ 5124807 h 5135028"/>
              <a:gd name="connsiteX4" fmla="*/ 16934 w 6037636"/>
              <a:gd name="connsiteY4" fmla="*/ 4545085 h 5135028"/>
              <a:gd name="connsiteX5" fmla="*/ 0 w 6037636"/>
              <a:gd name="connsiteY5" fmla="*/ 0 h 5135028"/>
              <a:gd name="connsiteX0" fmla="*/ 0 w 6028853"/>
              <a:gd name="connsiteY0" fmla="*/ 0 h 5124807"/>
              <a:gd name="connsiteX1" fmla="*/ 6028853 w 6028853"/>
              <a:gd name="connsiteY1" fmla="*/ 7569 h 5124807"/>
              <a:gd name="connsiteX2" fmla="*/ 4063693 w 6028853"/>
              <a:gd name="connsiteY2" fmla="*/ 5105999 h 5124807"/>
              <a:gd name="connsiteX3" fmla="*/ 596656 w 6028853"/>
              <a:gd name="connsiteY3" fmla="*/ 5124807 h 5124807"/>
              <a:gd name="connsiteX4" fmla="*/ 16934 w 6028853"/>
              <a:gd name="connsiteY4" fmla="*/ 4545085 h 5124807"/>
              <a:gd name="connsiteX5" fmla="*/ 0 w 6028853"/>
              <a:gd name="connsiteY5" fmla="*/ 0 h 5124807"/>
              <a:gd name="connsiteX0" fmla="*/ 0 w 4069500"/>
              <a:gd name="connsiteY0" fmla="*/ 0 h 5124807"/>
              <a:gd name="connsiteX1" fmla="*/ 4069425 w 4069500"/>
              <a:gd name="connsiteY1" fmla="*/ 7569 h 5124807"/>
              <a:gd name="connsiteX2" fmla="*/ 4063693 w 4069500"/>
              <a:gd name="connsiteY2" fmla="*/ 5105999 h 5124807"/>
              <a:gd name="connsiteX3" fmla="*/ 596656 w 4069500"/>
              <a:gd name="connsiteY3" fmla="*/ 5124807 h 5124807"/>
              <a:gd name="connsiteX4" fmla="*/ 16934 w 4069500"/>
              <a:gd name="connsiteY4" fmla="*/ 4545085 h 5124807"/>
              <a:gd name="connsiteX5" fmla="*/ 0 w 4069500"/>
              <a:gd name="connsiteY5" fmla="*/ 0 h 5124807"/>
              <a:gd name="connsiteX0" fmla="*/ 0 w 4069500"/>
              <a:gd name="connsiteY0" fmla="*/ 6946 h 5131753"/>
              <a:gd name="connsiteX1" fmla="*/ 4069425 w 4069500"/>
              <a:gd name="connsiteY1" fmla="*/ 0 h 5131753"/>
              <a:gd name="connsiteX2" fmla="*/ 4063693 w 4069500"/>
              <a:gd name="connsiteY2" fmla="*/ 5112945 h 5131753"/>
              <a:gd name="connsiteX3" fmla="*/ 596656 w 4069500"/>
              <a:gd name="connsiteY3" fmla="*/ 5131753 h 5131753"/>
              <a:gd name="connsiteX4" fmla="*/ 16934 w 4069500"/>
              <a:gd name="connsiteY4" fmla="*/ 4552031 h 5131753"/>
              <a:gd name="connsiteX5" fmla="*/ 0 w 4069500"/>
              <a:gd name="connsiteY5" fmla="*/ 6946 h 5131753"/>
              <a:gd name="connsiteX0" fmla="*/ 0 w 4082753"/>
              <a:gd name="connsiteY0" fmla="*/ 2 h 6874096"/>
              <a:gd name="connsiteX1" fmla="*/ 4082678 w 4082753"/>
              <a:gd name="connsiteY1" fmla="*/ 1742343 h 6874096"/>
              <a:gd name="connsiteX2" fmla="*/ 4076946 w 4082753"/>
              <a:gd name="connsiteY2" fmla="*/ 6855288 h 6874096"/>
              <a:gd name="connsiteX3" fmla="*/ 609909 w 4082753"/>
              <a:gd name="connsiteY3" fmla="*/ 6874096 h 6874096"/>
              <a:gd name="connsiteX4" fmla="*/ 30187 w 4082753"/>
              <a:gd name="connsiteY4" fmla="*/ 6294374 h 6874096"/>
              <a:gd name="connsiteX5" fmla="*/ 0 w 4082753"/>
              <a:gd name="connsiteY5" fmla="*/ 2 h 6874096"/>
              <a:gd name="connsiteX0" fmla="*/ 0 w 4095958"/>
              <a:gd name="connsiteY0" fmla="*/ 6946 h 6881040"/>
              <a:gd name="connsiteX1" fmla="*/ 4095930 w 4095958"/>
              <a:gd name="connsiteY1" fmla="*/ 0 h 6881040"/>
              <a:gd name="connsiteX2" fmla="*/ 4076946 w 4095958"/>
              <a:gd name="connsiteY2" fmla="*/ 6862232 h 6881040"/>
              <a:gd name="connsiteX3" fmla="*/ 609909 w 4095958"/>
              <a:gd name="connsiteY3" fmla="*/ 6881040 h 6881040"/>
              <a:gd name="connsiteX4" fmla="*/ 30187 w 4095958"/>
              <a:gd name="connsiteY4" fmla="*/ 6301318 h 6881040"/>
              <a:gd name="connsiteX5" fmla="*/ 0 w 4095958"/>
              <a:gd name="connsiteY5" fmla="*/ 6946 h 6881040"/>
              <a:gd name="connsiteX0" fmla="*/ 0 w 4076946"/>
              <a:gd name="connsiteY0" fmla="*/ 0 h 6874094"/>
              <a:gd name="connsiteX1" fmla="*/ 3870643 w 4076946"/>
              <a:gd name="connsiteY1" fmla="*/ 191837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0 h 6874094"/>
              <a:gd name="connsiteX1" fmla="*/ 4069426 w 4076946"/>
              <a:gd name="connsiteY1" fmla="*/ 19559 h 6874094"/>
              <a:gd name="connsiteX2" fmla="*/ 4076946 w 4076946"/>
              <a:gd name="connsiteY2" fmla="*/ 6855286 h 6874094"/>
              <a:gd name="connsiteX3" fmla="*/ 609909 w 4076946"/>
              <a:gd name="connsiteY3" fmla="*/ 6874094 h 6874094"/>
              <a:gd name="connsiteX4" fmla="*/ 30187 w 4076946"/>
              <a:gd name="connsiteY4" fmla="*/ 6294372 h 6874094"/>
              <a:gd name="connsiteX5" fmla="*/ 0 w 4076946"/>
              <a:gd name="connsiteY5" fmla="*/ 0 h 6874094"/>
              <a:gd name="connsiteX0" fmla="*/ 0 w 4076946"/>
              <a:gd name="connsiteY0" fmla="*/ 99710 h 6854535"/>
              <a:gd name="connsiteX1" fmla="*/ 4069426 w 4076946"/>
              <a:gd name="connsiteY1" fmla="*/ 0 h 6854535"/>
              <a:gd name="connsiteX2" fmla="*/ 4076946 w 4076946"/>
              <a:gd name="connsiteY2" fmla="*/ 6835727 h 6854535"/>
              <a:gd name="connsiteX3" fmla="*/ 609909 w 4076946"/>
              <a:gd name="connsiteY3" fmla="*/ 6854535 h 6854535"/>
              <a:gd name="connsiteX4" fmla="*/ 30187 w 4076946"/>
              <a:gd name="connsiteY4" fmla="*/ 6274813 h 6854535"/>
              <a:gd name="connsiteX5" fmla="*/ 0 w 4076946"/>
              <a:gd name="connsiteY5" fmla="*/ 99710 h 6854535"/>
              <a:gd name="connsiteX0" fmla="*/ 0 w 4076946"/>
              <a:gd name="connsiteY0" fmla="*/ 0 h 6860842"/>
              <a:gd name="connsiteX1" fmla="*/ 4069426 w 4076946"/>
              <a:gd name="connsiteY1" fmla="*/ 6307 h 6860842"/>
              <a:gd name="connsiteX2" fmla="*/ 4076946 w 4076946"/>
              <a:gd name="connsiteY2" fmla="*/ 6842034 h 6860842"/>
              <a:gd name="connsiteX3" fmla="*/ 609909 w 4076946"/>
              <a:gd name="connsiteY3" fmla="*/ 6860842 h 6860842"/>
              <a:gd name="connsiteX4" fmla="*/ 30187 w 4076946"/>
              <a:gd name="connsiteY4" fmla="*/ 6281120 h 6860842"/>
              <a:gd name="connsiteX5" fmla="*/ 0 w 4076946"/>
              <a:gd name="connsiteY5" fmla="*/ 0 h 686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946" h="6860842">
                <a:moveTo>
                  <a:pt x="0" y="0"/>
                </a:moveTo>
                <a:lnTo>
                  <a:pt x="4069426" y="6307"/>
                </a:lnTo>
                <a:cubicBezTo>
                  <a:pt x="4070331" y="2153114"/>
                  <a:pt x="4076041" y="4695227"/>
                  <a:pt x="4076946" y="6842034"/>
                </a:cubicBezTo>
                <a:lnTo>
                  <a:pt x="609909" y="6860842"/>
                </a:lnTo>
                <a:cubicBezTo>
                  <a:pt x="289737" y="6860842"/>
                  <a:pt x="30187" y="6601292"/>
                  <a:pt x="30187" y="6281120"/>
                </a:cubicBezTo>
                <a:cubicBezTo>
                  <a:pt x="24542" y="4758683"/>
                  <a:pt x="5645" y="1522437"/>
                  <a:pt x="0" y="0"/>
                </a:cubicBezTo>
                <a:close/>
              </a:path>
            </a:pathLst>
          </a:custGeom>
          <a:noFill/>
        </p:spPr>
        <p:txBody>
          <a:bodyPr>
            <a:normAutofit/>
          </a:bodyPr>
          <a:lstStyle>
            <a:lvl1pPr marL="0" indent="0">
              <a:buNone/>
              <a:defRPr sz="1400">
                <a:solidFill>
                  <a:schemeClr val="tx1"/>
                </a:solidFill>
              </a:defRPr>
            </a:lvl1pPr>
          </a:lstStyle>
          <a:p>
            <a:r>
              <a:rPr lang="en-JP" dirty="0"/>
              <a:t>Insert Photo</a:t>
            </a:r>
          </a:p>
        </p:txBody>
      </p:sp>
      <p:sp>
        <p:nvSpPr>
          <p:cNvPr id="17" name="タイトル プレースホルダ 1">
            <a:extLst>
              <a:ext uri="{FF2B5EF4-FFF2-40B4-BE49-F238E27FC236}">
                <a16:creationId xmlns:a16="http://schemas.microsoft.com/office/drawing/2014/main" id="{6FB24DD6-99CB-CE43-A787-C9F60DC95F8F}"/>
              </a:ext>
            </a:extLst>
          </p:cNvPr>
          <p:cNvSpPr>
            <a:spLocks noGrp="1"/>
          </p:cNvSpPr>
          <p:nvPr>
            <p:ph type="title" hasCustomPrompt="1"/>
          </p:nvPr>
        </p:nvSpPr>
        <p:spPr>
          <a:xfrm>
            <a:off x="606079" y="161605"/>
            <a:ext cx="7368878"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8" name="Rectangle 17">
            <a:extLst>
              <a:ext uri="{FF2B5EF4-FFF2-40B4-BE49-F238E27FC236}">
                <a16:creationId xmlns:a16="http://schemas.microsoft.com/office/drawing/2014/main" id="{77130E5B-E573-584B-8C83-F8409492B14B}"/>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1" name="スライド番号プレースホルダ 5">
            <a:extLst>
              <a:ext uri="{FF2B5EF4-FFF2-40B4-BE49-F238E27FC236}">
                <a16:creationId xmlns:a16="http://schemas.microsoft.com/office/drawing/2014/main" id="{C55CC856-2ADD-F44F-96B6-03734457CCF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2" name="Text Placeholder 6">
            <a:extLst>
              <a:ext uri="{FF2B5EF4-FFF2-40B4-BE49-F238E27FC236}">
                <a16:creationId xmlns:a16="http://schemas.microsoft.com/office/drawing/2014/main" id="{DB94AACD-56D4-F146-AFC0-5CBE6630C5A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9" name="Text Placeholder 2">
            <a:extLst>
              <a:ext uri="{FF2B5EF4-FFF2-40B4-BE49-F238E27FC236}">
                <a16:creationId xmlns:a16="http://schemas.microsoft.com/office/drawing/2014/main" id="{73A8AA34-7C7D-A24F-AF24-5158DD2AB0ED}"/>
              </a:ext>
            </a:extLst>
          </p:cNvPr>
          <p:cNvSpPr>
            <a:spLocks noGrp="1"/>
          </p:cNvSpPr>
          <p:nvPr>
            <p:ph type="body" sz="quarter" idx="20" hasCustomPrompt="1"/>
          </p:nvPr>
        </p:nvSpPr>
        <p:spPr>
          <a:xfrm>
            <a:off x="311151" y="1491373"/>
            <a:ext cx="7660042"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20" name="Text Placeholder 6">
            <a:extLst>
              <a:ext uri="{FF2B5EF4-FFF2-40B4-BE49-F238E27FC236}">
                <a16:creationId xmlns:a16="http://schemas.microsoft.com/office/drawing/2014/main" id="{8F4B55CE-CF3E-7E44-A66A-599621CA5C5F}"/>
              </a:ext>
            </a:extLst>
          </p:cNvPr>
          <p:cNvSpPr>
            <a:spLocks noGrp="1"/>
          </p:cNvSpPr>
          <p:nvPr>
            <p:ph type="body" sz="quarter" idx="21" hasCustomPrompt="1"/>
          </p:nvPr>
        </p:nvSpPr>
        <p:spPr>
          <a:xfrm>
            <a:off x="311150" y="1093767"/>
            <a:ext cx="7660042"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2890663235"/>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dvanced Image 4-Column">
    <p:spTree>
      <p:nvGrpSpPr>
        <p:cNvPr id="1" name=""/>
        <p:cNvGrpSpPr/>
        <p:nvPr/>
      </p:nvGrpSpPr>
      <p:grpSpPr>
        <a:xfrm>
          <a:off x="0" y="0"/>
          <a:ext cx="0" cy="0"/>
          <a:chOff x="0" y="0"/>
          <a:chExt cx="0" cy="0"/>
        </a:xfrm>
      </p:grpSpPr>
      <p:sp>
        <p:nvSpPr>
          <p:cNvPr id="22" name="Picture Placeholder 9">
            <a:extLst>
              <a:ext uri="{FF2B5EF4-FFF2-40B4-BE49-F238E27FC236}">
                <a16:creationId xmlns:a16="http://schemas.microsoft.com/office/drawing/2014/main" id="{21DF8897-54F9-C24F-8261-0C5418827A6D}"/>
              </a:ext>
            </a:extLst>
          </p:cNvPr>
          <p:cNvSpPr>
            <a:spLocks noGrp="1"/>
          </p:cNvSpPr>
          <p:nvPr>
            <p:ph type="pic" sz="quarter" idx="10" hasCustomPrompt="1"/>
          </p:nvPr>
        </p:nvSpPr>
        <p:spPr>
          <a:xfrm>
            <a:off x="9110737"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1400">
                <a:solidFill>
                  <a:schemeClr val="tx1"/>
                </a:solidFill>
              </a:defRPr>
            </a:lvl1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JP" dirty="0"/>
              <a:t>Insert Picture/Text Block</a:t>
            </a:r>
          </a:p>
          <a:p>
            <a:endParaRPr lang="en-JP" dirty="0"/>
          </a:p>
        </p:txBody>
      </p:sp>
      <p:sp>
        <p:nvSpPr>
          <p:cNvPr id="23" name="Picture Placeholder 9">
            <a:extLst>
              <a:ext uri="{FF2B5EF4-FFF2-40B4-BE49-F238E27FC236}">
                <a16:creationId xmlns:a16="http://schemas.microsoft.com/office/drawing/2014/main" id="{8D6B3691-FCAC-8A46-AA30-DEB2A719C7B2}"/>
              </a:ext>
            </a:extLst>
          </p:cNvPr>
          <p:cNvSpPr>
            <a:spLocks noGrp="1"/>
          </p:cNvSpPr>
          <p:nvPr>
            <p:ph type="pic" sz="quarter" idx="18" hasCustomPrompt="1"/>
          </p:nvPr>
        </p:nvSpPr>
        <p:spPr>
          <a:xfrm>
            <a:off x="311373"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dirty="0"/>
              <a:t>Insert Picture/Text Block</a:t>
            </a:r>
          </a:p>
        </p:txBody>
      </p:sp>
      <p:sp>
        <p:nvSpPr>
          <p:cNvPr id="24" name="Picture Placeholder 9">
            <a:extLst>
              <a:ext uri="{FF2B5EF4-FFF2-40B4-BE49-F238E27FC236}">
                <a16:creationId xmlns:a16="http://schemas.microsoft.com/office/drawing/2014/main" id="{AA8F528A-C9DE-0B46-881A-43E0F9B6F677}"/>
              </a:ext>
            </a:extLst>
          </p:cNvPr>
          <p:cNvSpPr>
            <a:spLocks noGrp="1"/>
          </p:cNvSpPr>
          <p:nvPr>
            <p:ph type="pic" sz="quarter" idx="19" hasCustomPrompt="1"/>
          </p:nvPr>
        </p:nvSpPr>
        <p:spPr>
          <a:xfrm>
            <a:off x="3244494"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JP" dirty="0"/>
              <a:t>Insert Picture/Text Block</a:t>
            </a:r>
          </a:p>
        </p:txBody>
      </p:sp>
      <p:sp>
        <p:nvSpPr>
          <p:cNvPr id="25" name="Picture Placeholder 9">
            <a:extLst>
              <a:ext uri="{FF2B5EF4-FFF2-40B4-BE49-F238E27FC236}">
                <a16:creationId xmlns:a16="http://schemas.microsoft.com/office/drawing/2014/main" id="{E01CF285-75D7-154A-ACF2-9393FB0B38D0}"/>
              </a:ext>
            </a:extLst>
          </p:cNvPr>
          <p:cNvSpPr>
            <a:spLocks noGrp="1"/>
          </p:cNvSpPr>
          <p:nvPr>
            <p:ph type="pic" sz="quarter" idx="20" hasCustomPrompt="1"/>
          </p:nvPr>
        </p:nvSpPr>
        <p:spPr>
          <a:xfrm>
            <a:off x="6177615" y="3076286"/>
            <a:ext cx="2772041" cy="3138969"/>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55613"/>
              <a:gd name="connsiteY0" fmla="*/ 1653 h 6442075"/>
              <a:gd name="connsiteX1" fmla="*/ 8912928 w 11855613"/>
              <a:gd name="connsiteY1" fmla="*/ 0 h 6442075"/>
              <a:gd name="connsiteX2" fmla="*/ 11855613 w 11855613"/>
              <a:gd name="connsiteY2" fmla="*/ 6440421 h 6442075"/>
              <a:gd name="connsiteX3" fmla="*/ 579722 w 11855613"/>
              <a:gd name="connsiteY3" fmla="*/ 6442075 h 6442075"/>
              <a:gd name="connsiteX4" fmla="*/ 0 w 11855613"/>
              <a:gd name="connsiteY4" fmla="*/ 5862353 h 6442075"/>
              <a:gd name="connsiteX5" fmla="*/ 0 w 11855613"/>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74032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36077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71615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38792"/>
              <a:gd name="connsiteY0" fmla="*/ 1653 h 6442075"/>
              <a:gd name="connsiteX1" fmla="*/ 8912928 w 8938792"/>
              <a:gd name="connsiteY1" fmla="*/ 0 h 6442075"/>
              <a:gd name="connsiteX2" fmla="*/ 8938792 w 8938792"/>
              <a:gd name="connsiteY2" fmla="*/ 6440421 h 6442075"/>
              <a:gd name="connsiteX3" fmla="*/ 579722 w 8938792"/>
              <a:gd name="connsiteY3" fmla="*/ 6442075 h 6442075"/>
              <a:gd name="connsiteX4" fmla="*/ 0 w 8938792"/>
              <a:gd name="connsiteY4" fmla="*/ 5862353 h 6442075"/>
              <a:gd name="connsiteX5" fmla="*/ 0 w 8938792"/>
              <a:gd name="connsiteY5" fmla="*/ 1653 h 6442075"/>
              <a:gd name="connsiteX0" fmla="*/ 0 w 8915642"/>
              <a:gd name="connsiteY0" fmla="*/ 1653 h 6442075"/>
              <a:gd name="connsiteX1" fmla="*/ 8912928 w 8915642"/>
              <a:gd name="connsiteY1" fmla="*/ 0 h 6442075"/>
              <a:gd name="connsiteX2" fmla="*/ 8915642 w 8915642"/>
              <a:gd name="connsiteY2" fmla="*/ 6440421 h 6442075"/>
              <a:gd name="connsiteX3" fmla="*/ 579722 w 8915642"/>
              <a:gd name="connsiteY3" fmla="*/ 6442075 h 6442075"/>
              <a:gd name="connsiteX4" fmla="*/ 0 w 8915642"/>
              <a:gd name="connsiteY4" fmla="*/ 5862353 h 6442075"/>
              <a:gd name="connsiteX5" fmla="*/ 0 w 8915642"/>
              <a:gd name="connsiteY5" fmla="*/ 1653 h 6442075"/>
              <a:gd name="connsiteX0" fmla="*/ 0 w 8915642"/>
              <a:gd name="connsiteY0" fmla="*/ 1 h 6618553"/>
              <a:gd name="connsiteX1" fmla="*/ 8912928 w 8915642"/>
              <a:gd name="connsiteY1" fmla="*/ 176478 h 6618553"/>
              <a:gd name="connsiteX2" fmla="*/ 8915642 w 8915642"/>
              <a:gd name="connsiteY2" fmla="*/ 6616899 h 6618553"/>
              <a:gd name="connsiteX3" fmla="*/ 579722 w 8915642"/>
              <a:gd name="connsiteY3" fmla="*/ 6618553 h 6618553"/>
              <a:gd name="connsiteX4" fmla="*/ 0 w 8915642"/>
              <a:gd name="connsiteY4" fmla="*/ 6038831 h 6618553"/>
              <a:gd name="connsiteX5" fmla="*/ 0 w 8915642"/>
              <a:gd name="connsiteY5" fmla="*/ 1 h 6618553"/>
              <a:gd name="connsiteX0" fmla="*/ 0 w 8915642"/>
              <a:gd name="connsiteY0" fmla="*/ 25404 h 6643956"/>
              <a:gd name="connsiteX1" fmla="*/ 6015348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25404 h 6643956"/>
              <a:gd name="connsiteX0" fmla="*/ 0 w 8915642"/>
              <a:gd name="connsiteY0" fmla="*/ 1653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1653 h 6620205"/>
              <a:gd name="connsiteX0" fmla="*/ 0 w 8915642"/>
              <a:gd name="connsiteY0" fmla="*/ 96656 h 6620205"/>
              <a:gd name="connsiteX1" fmla="*/ 6003473 w 8915642"/>
              <a:gd name="connsiteY1" fmla="*/ 0 h 6620205"/>
              <a:gd name="connsiteX2" fmla="*/ 8915642 w 8915642"/>
              <a:gd name="connsiteY2" fmla="*/ 6618551 h 6620205"/>
              <a:gd name="connsiteX3" fmla="*/ 579722 w 8915642"/>
              <a:gd name="connsiteY3" fmla="*/ 6620205 h 6620205"/>
              <a:gd name="connsiteX4" fmla="*/ 0 w 8915642"/>
              <a:gd name="connsiteY4" fmla="*/ 6040483 h 6620205"/>
              <a:gd name="connsiteX5" fmla="*/ 0 w 8915642"/>
              <a:gd name="connsiteY5" fmla="*/ 96656 h 6620205"/>
              <a:gd name="connsiteX0" fmla="*/ 0 w 8915642"/>
              <a:gd name="connsiteY0" fmla="*/ 0 h 6642302"/>
              <a:gd name="connsiteX1" fmla="*/ 6003473 w 8915642"/>
              <a:gd name="connsiteY1" fmla="*/ 22097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0 h 6642302"/>
              <a:gd name="connsiteX1" fmla="*/ 5932221 w 8915642"/>
              <a:gd name="connsiteY1" fmla="*/ 152725 h 6642302"/>
              <a:gd name="connsiteX2" fmla="*/ 8915642 w 8915642"/>
              <a:gd name="connsiteY2" fmla="*/ 6640648 h 6642302"/>
              <a:gd name="connsiteX3" fmla="*/ 579722 w 8915642"/>
              <a:gd name="connsiteY3" fmla="*/ 6642302 h 6642302"/>
              <a:gd name="connsiteX4" fmla="*/ 0 w 8915642"/>
              <a:gd name="connsiteY4" fmla="*/ 6062580 h 6642302"/>
              <a:gd name="connsiteX5" fmla="*/ 0 w 8915642"/>
              <a:gd name="connsiteY5" fmla="*/ 0 h 6642302"/>
              <a:gd name="connsiteX0" fmla="*/ 0 w 8915642"/>
              <a:gd name="connsiteY0" fmla="*/ 1654 h 6643956"/>
              <a:gd name="connsiteX1" fmla="*/ 6003473 w 8915642"/>
              <a:gd name="connsiteY1" fmla="*/ 0 h 6643956"/>
              <a:gd name="connsiteX2" fmla="*/ 8915642 w 8915642"/>
              <a:gd name="connsiteY2" fmla="*/ 6642302 h 6643956"/>
              <a:gd name="connsiteX3" fmla="*/ 579722 w 8915642"/>
              <a:gd name="connsiteY3" fmla="*/ 6643956 h 6643956"/>
              <a:gd name="connsiteX4" fmla="*/ 0 w 8915642"/>
              <a:gd name="connsiteY4" fmla="*/ 6064234 h 6643956"/>
              <a:gd name="connsiteX5" fmla="*/ 0 w 8915642"/>
              <a:gd name="connsiteY5" fmla="*/ 1654 h 6643956"/>
              <a:gd name="connsiteX0" fmla="*/ 0 w 6018062"/>
              <a:gd name="connsiteY0" fmla="*/ 1654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1654 h 6654178"/>
              <a:gd name="connsiteX0" fmla="*/ 0 w 6018062"/>
              <a:gd name="connsiteY0" fmla="*/ 203535 h 6654178"/>
              <a:gd name="connsiteX1" fmla="*/ 6003473 w 6018062"/>
              <a:gd name="connsiteY1" fmla="*/ 0 h 6654178"/>
              <a:gd name="connsiteX2" fmla="*/ 6018062 w 6018062"/>
              <a:gd name="connsiteY2" fmla="*/ 6654178 h 6654178"/>
              <a:gd name="connsiteX3" fmla="*/ 579722 w 6018062"/>
              <a:gd name="connsiteY3" fmla="*/ 6643956 h 6654178"/>
              <a:gd name="connsiteX4" fmla="*/ 0 w 6018062"/>
              <a:gd name="connsiteY4" fmla="*/ 6064234 h 6654178"/>
              <a:gd name="connsiteX5" fmla="*/ 0 w 6018062"/>
              <a:gd name="connsiteY5" fmla="*/ 203535 h 6654178"/>
              <a:gd name="connsiteX0" fmla="*/ 0 w 6018062"/>
              <a:gd name="connsiteY0" fmla="*/ 1655 h 6452298"/>
              <a:gd name="connsiteX1" fmla="*/ 4055920 w 6018062"/>
              <a:gd name="connsiteY1" fmla="*/ 0 h 6452298"/>
              <a:gd name="connsiteX2" fmla="*/ 6018062 w 6018062"/>
              <a:gd name="connsiteY2" fmla="*/ 6452298 h 6452298"/>
              <a:gd name="connsiteX3" fmla="*/ 579722 w 6018062"/>
              <a:gd name="connsiteY3" fmla="*/ 6442076 h 6452298"/>
              <a:gd name="connsiteX4" fmla="*/ 0 w 6018062"/>
              <a:gd name="connsiteY4" fmla="*/ 5862354 h 6452298"/>
              <a:gd name="connsiteX5" fmla="*/ 0 w 6018062"/>
              <a:gd name="connsiteY5" fmla="*/ 1655 h 6452298"/>
              <a:gd name="connsiteX0" fmla="*/ 0 w 4055973"/>
              <a:gd name="connsiteY0" fmla="*/ 1655 h 6452298"/>
              <a:gd name="connsiteX1" fmla="*/ 4055920 w 4055973"/>
              <a:gd name="connsiteY1" fmla="*/ 0 h 6452298"/>
              <a:gd name="connsiteX2" fmla="*/ 4046758 w 4055973"/>
              <a:gd name="connsiteY2" fmla="*/ 6452298 h 6452298"/>
              <a:gd name="connsiteX3" fmla="*/ 579722 w 4055973"/>
              <a:gd name="connsiteY3" fmla="*/ 6442076 h 6452298"/>
              <a:gd name="connsiteX4" fmla="*/ 0 w 4055973"/>
              <a:gd name="connsiteY4" fmla="*/ 5862354 h 6452298"/>
              <a:gd name="connsiteX5" fmla="*/ 0 w 4055973"/>
              <a:gd name="connsiteY5" fmla="*/ 1655 h 6452298"/>
              <a:gd name="connsiteX0" fmla="*/ 0 w 4055973"/>
              <a:gd name="connsiteY0" fmla="*/ 0 h 6652523"/>
              <a:gd name="connsiteX1" fmla="*/ 4055920 w 4055973"/>
              <a:gd name="connsiteY1" fmla="*/ 200225 h 6652523"/>
              <a:gd name="connsiteX2" fmla="*/ 4046758 w 4055973"/>
              <a:gd name="connsiteY2" fmla="*/ 6652523 h 6652523"/>
              <a:gd name="connsiteX3" fmla="*/ 579722 w 4055973"/>
              <a:gd name="connsiteY3" fmla="*/ 6642301 h 6652523"/>
              <a:gd name="connsiteX4" fmla="*/ 0 w 4055973"/>
              <a:gd name="connsiteY4" fmla="*/ 6062579 h 6652523"/>
              <a:gd name="connsiteX5" fmla="*/ 0 w 4055973"/>
              <a:gd name="connsiteY5" fmla="*/ 0 h 6652523"/>
              <a:gd name="connsiteX0" fmla="*/ 0 w 4046758"/>
              <a:gd name="connsiteY0" fmla="*/ 0 h 6652523"/>
              <a:gd name="connsiteX1" fmla="*/ 4044045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1655 h 6654178"/>
              <a:gd name="connsiteX1" fmla="*/ 3082144 w 4046758"/>
              <a:gd name="connsiteY1" fmla="*/ 0 h 6654178"/>
              <a:gd name="connsiteX2" fmla="*/ 4046758 w 4046758"/>
              <a:gd name="connsiteY2" fmla="*/ 6654178 h 6654178"/>
              <a:gd name="connsiteX3" fmla="*/ 579722 w 4046758"/>
              <a:gd name="connsiteY3" fmla="*/ 6643956 h 6654178"/>
              <a:gd name="connsiteX4" fmla="*/ 0 w 4046758"/>
              <a:gd name="connsiteY4" fmla="*/ 6064234 h 6654178"/>
              <a:gd name="connsiteX5" fmla="*/ 0 w 4046758"/>
              <a:gd name="connsiteY5" fmla="*/ 1655 h 6654178"/>
              <a:gd name="connsiteX0" fmla="*/ 0 w 4046758"/>
              <a:gd name="connsiteY0" fmla="*/ 0 h 6652523"/>
              <a:gd name="connsiteX1" fmla="*/ 2975266 w 4046758"/>
              <a:gd name="connsiteY1" fmla="*/ 93348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70268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4046758"/>
              <a:gd name="connsiteY0" fmla="*/ 0 h 6652523"/>
              <a:gd name="connsiteX1" fmla="*/ 3082144 w 4046758"/>
              <a:gd name="connsiteY1" fmla="*/ 10220 h 6652523"/>
              <a:gd name="connsiteX2" fmla="*/ 4046758 w 4046758"/>
              <a:gd name="connsiteY2" fmla="*/ 6652523 h 6652523"/>
              <a:gd name="connsiteX3" fmla="*/ 579722 w 4046758"/>
              <a:gd name="connsiteY3" fmla="*/ 6642301 h 6652523"/>
              <a:gd name="connsiteX4" fmla="*/ 0 w 4046758"/>
              <a:gd name="connsiteY4" fmla="*/ 6062579 h 6652523"/>
              <a:gd name="connsiteX5" fmla="*/ 0 w 4046758"/>
              <a:gd name="connsiteY5" fmla="*/ 0 h 6652523"/>
              <a:gd name="connsiteX0" fmla="*/ 0 w 3082197"/>
              <a:gd name="connsiteY0" fmla="*/ 0 h 6652523"/>
              <a:gd name="connsiteX1" fmla="*/ 3082144 w 3082197"/>
              <a:gd name="connsiteY1" fmla="*/ 10220 h 6652523"/>
              <a:gd name="connsiteX2" fmla="*/ 3072982 w 3082197"/>
              <a:gd name="connsiteY2" fmla="*/ 6652523 h 6652523"/>
              <a:gd name="connsiteX3" fmla="*/ 579722 w 3082197"/>
              <a:gd name="connsiteY3" fmla="*/ 6642301 h 6652523"/>
              <a:gd name="connsiteX4" fmla="*/ 0 w 3082197"/>
              <a:gd name="connsiteY4" fmla="*/ 6062579 h 6652523"/>
              <a:gd name="connsiteX5" fmla="*/ 0 w 3082197"/>
              <a:gd name="connsiteY5" fmla="*/ 0 h 6652523"/>
              <a:gd name="connsiteX0" fmla="*/ 0 w 3072982"/>
              <a:gd name="connsiteY0" fmla="*/ 0 h 6652523"/>
              <a:gd name="connsiteX1" fmla="*/ 3010892 w 3072982"/>
              <a:gd name="connsiteY1" fmla="*/ 164599 h 6652523"/>
              <a:gd name="connsiteX2" fmla="*/ 3072982 w 3072982"/>
              <a:gd name="connsiteY2" fmla="*/ 6652523 h 6652523"/>
              <a:gd name="connsiteX3" fmla="*/ 579722 w 3072982"/>
              <a:gd name="connsiteY3" fmla="*/ 6642301 h 6652523"/>
              <a:gd name="connsiteX4" fmla="*/ 0 w 3072982"/>
              <a:gd name="connsiteY4" fmla="*/ 6062579 h 6652523"/>
              <a:gd name="connsiteX5" fmla="*/ 0 w 3072982"/>
              <a:gd name="connsiteY5" fmla="*/ 0 h 6652523"/>
              <a:gd name="connsiteX0" fmla="*/ 0 w 3082197"/>
              <a:gd name="connsiteY0" fmla="*/ 1656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656 h 6654179"/>
              <a:gd name="connsiteX0" fmla="*/ 0 w 3082197"/>
              <a:gd name="connsiteY0" fmla="*/ 1316107 h 6654179"/>
              <a:gd name="connsiteX1" fmla="*/ 3082144 w 3082197"/>
              <a:gd name="connsiteY1" fmla="*/ 0 h 6654179"/>
              <a:gd name="connsiteX2" fmla="*/ 3072982 w 3082197"/>
              <a:gd name="connsiteY2" fmla="*/ 6654179 h 6654179"/>
              <a:gd name="connsiteX3" fmla="*/ 579722 w 3082197"/>
              <a:gd name="connsiteY3" fmla="*/ 6643957 h 6654179"/>
              <a:gd name="connsiteX4" fmla="*/ 0 w 3082197"/>
              <a:gd name="connsiteY4" fmla="*/ 6064235 h 6654179"/>
              <a:gd name="connsiteX5" fmla="*/ 0 w 3082197"/>
              <a:gd name="connsiteY5" fmla="*/ 1316107 h 6654179"/>
              <a:gd name="connsiteX0" fmla="*/ 0 w 3082197"/>
              <a:gd name="connsiteY0" fmla="*/ 1657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1657 h 5339729"/>
              <a:gd name="connsiteX0" fmla="*/ 0 w 3082197"/>
              <a:gd name="connsiteY0" fmla="*/ 2202416 h 5339729"/>
              <a:gd name="connsiteX1" fmla="*/ 3082144 w 3082197"/>
              <a:gd name="connsiteY1" fmla="*/ 0 h 5339729"/>
              <a:gd name="connsiteX2" fmla="*/ 3072982 w 3082197"/>
              <a:gd name="connsiteY2" fmla="*/ 5339729 h 5339729"/>
              <a:gd name="connsiteX3" fmla="*/ 579722 w 3082197"/>
              <a:gd name="connsiteY3" fmla="*/ 5329507 h 5339729"/>
              <a:gd name="connsiteX4" fmla="*/ 0 w 3082197"/>
              <a:gd name="connsiteY4" fmla="*/ 4749785 h 5339729"/>
              <a:gd name="connsiteX5" fmla="*/ 0 w 3082197"/>
              <a:gd name="connsiteY5" fmla="*/ 2202416 h 5339729"/>
              <a:gd name="connsiteX0" fmla="*/ 0 w 3082197"/>
              <a:gd name="connsiteY0" fmla="*/ 1656 h 3138969"/>
              <a:gd name="connsiteX1" fmla="*/ 3082144 w 3082197"/>
              <a:gd name="connsiteY1" fmla="*/ 0 h 3138969"/>
              <a:gd name="connsiteX2" fmla="*/ 3072982 w 3082197"/>
              <a:gd name="connsiteY2" fmla="*/ 3138969 h 3138969"/>
              <a:gd name="connsiteX3" fmla="*/ 579722 w 3082197"/>
              <a:gd name="connsiteY3" fmla="*/ 3128747 h 3138969"/>
              <a:gd name="connsiteX4" fmla="*/ 0 w 3082197"/>
              <a:gd name="connsiteY4" fmla="*/ 2549025 h 3138969"/>
              <a:gd name="connsiteX5" fmla="*/ 0 w 3082197"/>
              <a:gd name="connsiteY5" fmla="*/ 1656 h 3138969"/>
              <a:gd name="connsiteX0" fmla="*/ 0 w 3082145"/>
              <a:gd name="connsiteY0" fmla="*/ 1656 h 3150544"/>
              <a:gd name="connsiteX1" fmla="*/ 3082144 w 3082145"/>
              <a:gd name="connsiteY1" fmla="*/ 0 h 3150544"/>
              <a:gd name="connsiteX2" fmla="*/ 2772041 w 3082145"/>
              <a:gd name="connsiteY2" fmla="*/ 3150544 h 3150544"/>
              <a:gd name="connsiteX3" fmla="*/ 579722 w 3082145"/>
              <a:gd name="connsiteY3" fmla="*/ 3128747 h 3150544"/>
              <a:gd name="connsiteX4" fmla="*/ 0 w 3082145"/>
              <a:gd name="connsiteY4" fmla="*/ 2549025 h 3150544"/>
              <a:gd name="connsiteX5" fmla="*/ 0 w 3082145"/>
              <a:gd name="connsiteY5" fmla="*/ 1656 h 3150544"/>
              <a:gd name="connsiteX0" fmla="*/ 0 w 2772041"/>
              <a:gd name="connsiteY0" fmla="*/ 1656 h 3150544"/>
              <a:gd name="connsiteX1" fmla="*/ 2769627 w 2772041"/>
              <a:gd name="connsiteY1" fmla="*/ 0 h 3150544"/>
              <a:gd name="connsiteX2" fmla="*/ 2772041 w 2772041"/>
              <a:gd name="connsiteY2" fmla="*/ 3150544 h 3150544"/>
              <a:gd name="connsiteX3" fmla="*/ 579722 w 2772041"/>
              <a:gd name="connsiteY3" fmla="*/ 3128747 h 3150544"/>
              <a:gd name="connsiteX4" fmla="*/ 0 w 2772041"/>
              <a:gd name="connsiteY4" fmla="*/ 2549025 h 3150544"/>
              <a:gd name="connsiteX5" fmla="*/ 0 w 2772041"/>
              <a:gd name="connsiteY5" fmla="*/ 1656 h 3150544"/>
              <a:gd name="connsiteX0" fmla="*/ 0 w 2772041"/>
              <a:gd name="connsiteY0" fmla="*/ 1656 h 3138969"/>
              <a:gd name="connsiteX1" fmla="*/ 2769627 w 2772041"/>
              <a:gd name="connsiteY1" fmla="*/ 0 h 3138969"/>
              <a:gd name="connsiteX2" fmla="*/ 2772041 w 2772041"/>
              <a:gd name="connsiteY2" fmla="*/ 3138969 h 3138969"/>
              <a:gd name="connsiteX3" fmla="*/ 579722 w 2772041"/>
              <a:gd name="connsiteY3" fmla="*/ 3128747 h 3138969"/>
              <a:gd name="connsiteX4" fmla="*/ 0 w 2772041"/>
              <a:gd name="connsiteY4" fmla="*/ 2549025 h 3138969"/>
              <a:gd name="connsiteX5" fmla="*/ 0 w 2772041"/>
              <a:gd name="connsiteY5" fmla="*/ 1656 h 313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2041" h="3138969">
                <a:moveTo>
                  <a:pt x="0" y="1656"/>
                </a:moveTo>
                <a:lnTo>
                  <a:pt x="2769627" y="0"/>
                </a:lnTo>
                <a:cubicBezTo>
                  <a:pt x="2770532" y="2146807"/>
                  <a:pt x="2771136" y="992162"/>
                  <a:pt x="2772041" y="3138969"/>
                </a:cubicBezTo>
                <a:lnTo>
                  <a:pt x="579722" y="3128747"/>
                </a:lnTo>
                <a:cubicBezTo>
                  <a:pt x="259550" y="3128747"/>
                  <a:pt x="0" y="2869197"/>
                  <a:pt x="0" y="2549025"/>
                </a:cubicBezTo>
                <a:lnTo>
                  <a:pt x="0" y="1656"/>
                </a:lnTo>
                <a:close/>
              </a:path>
            </a:pathLst>
          </a:custGeom>
          <a:noFill/>
        </p:spPr>
        <p:txBody>
          <a:bodyPr>
            <a:normAutofit/>
          </a:bodyPr>
          <a:lstStyle>
            <a:lvl1pPr marL="0" indent="0">
              <a:buNone/>
              <a:defRPr sz="1400">
                <a:solidFill>
                  <a:schemeClr val="tx1"/>
                </a:solidFill>
              </a:defRPr>
            </a:lvl1pPr>
          </a:lstStyle>
          <a:p>
            <a:r>
              <a:rPr lang="en-US" dirty="0"/>
              <a:t>Insert Picture/Text Block</a:t>
            </a:r>
          </a:p>
          <a:p>
            <a:endParaRPr lang="en-US" dirty="0"/>
          </a:p>
          <a:p>
            <a:endParaRPr lang="en-JP" dirty="0"/>
          </a:p>
        </p:txBody>
      </p:sp>
      <p:pic>
        <p:nvPicPr>
          <p:cNvPr id="14" name="Picture 13" descr="Takeda">
            <a:extLst>
              <a:ext uri="{FF2B5EF4-FFF2-40B4-BE49-F238E27FC236}">
                <a16:creationId xmlns:a16="http://schemas.microsoft.com/office/drawing/2014/main" id="{47FD433F-488A-9D46-BDF0-87D0F082AE4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8" name="タイトル プレースホルダ 1">
            <a:extLst>
              <a:ext uri="{FF2B5EF4-FFF2-40B4-BE49-F238E27FC236}">
                <a16:creationId xmlns:a16="http://schemas.microsoft.com/office/drawing/2014/main" id="{4FBB8310-69E6-7C4E-A4B1-C022B6FEE2C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7" name="Footer Placeholder 8">
            <a:extLst>
              <a:ext uri="{FF2B5EF4-FFF2-40B4-BE49-F238E27FC236}">
                <a16:creationId xmlns:a16="http://schemas.microsoft.com/office/drawing/2014/main" id="{4EF39473-C435-3C4E-9C7B-048D52C3CC92}"/>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US" dirty="0"/>
              <a:t> </a:t>
            </a:r>
            <a:endParaRPr lang="en-JP" dirty="0"/>
          </a:p>
        </p:txBody>
      </p:sp>
      <p:sp>
        <p:nvSpPr>
          <p:cNvPr id="21" name="Rectangle 20">
            <a:extLst>
              <a:ext uri="{FF2B5EF4-FFF2-40B4-BE49-F238E27FC236}">
                <a16:creationId xmlns:a16="http://schemas.microsoft.com/office/drawing/2014/main" id="{0FEF9AE6-D84E-9F43-9506-6676EC51B210}"/>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8" name="スライド番号プレースホルダ 5">
            <a:extLst>
              <a:ext uri="{FF2B5EF4-FFF2-40B4-BE49-F238E27FC236}">
                <a16:creationId xmlns:a16="http://schemas.microsoft.com/office/drawing/2014/main" id="{F964ADE6-9B0D-EC45-959C-FEEA5CDDFBA9}"/>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9" name="Text Placeholder 6">
            <a:extLst>
              <a:ext uri="{FF2B5EF4-FFF2-40B4-BE49-F238E27FC236}">
                <a16:creationId xmlns:a16="http://schemas.microsoft.com/office/drawing/2014/main" id="{870D8562-3CE7-7044-9BB0-2068A81BF5CB}"/>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9" name="Text Placeholder 2">
            <a:extLst>
              <a:ext uri="{FF2B5EF4-FFF2-40B4-BE49-F238E27FC236}">
                <a16:creationId xmlns:a16="http://schemas.microsoft.com/office/drawing/2014/main" id="{099C450B-0755-7D4A-9672-E700D6F2E50A}"/>
              </a:ext>
            </a:extLst>
          </p:cNvPr>
          <p:cNvSpPr>
            <a:spLocks noGrp="1"/>
          </p:cNvSpPr>
          <p:nvPr>
            <p:ph type="body" sz="quarter" idx="21"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20" name="Text Placeholder 6">
            <a:extLst>
              <a:ext uri="{FF2B5EF4-FFF2-40B4-BE49-F238E27FC236}">
                <a16:creationId xmlns:a16="http://schemas.microsoft.com/office/drawing/2014/main" id="{705B1BEB-AC9F-9643-A446-ABE1DDB96144}"/>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2804114049"/>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dirty="0"/>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1354790208"/>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dirty="0"/>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3822941942"/>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dirty="0"/>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dirty="0"/>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3161561364"/>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dirty="0"/>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dirty="0"/>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dirty="0"/>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dirty="0"/>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r>
              <a:rPr lang="en-JP" dirty="0"/>
              <a:t> </a:t>
            </a:r>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dirty="0">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dirty="0"/>
              <a:t>This is your Primary Text.</a:t>
            </a:r>
            <a:endParaRPr lang="en-JP" dirty="0"/>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dirty="0"/>
              <a:t>This is your Primary Title</a:t>
            </a:r>
          </a:p>
        </p:txBody>
      </p:sp>
    </p:spTree>
    <p:extLst>
      <p:ext uri="{BB962C8B-B14F-4D97-AF65-F5344CB8AC3E}">
        <p14:creationId xmlns:p14="http://schemas.microsoft.com/office/powerpoint/2010/main" val="378292908"/>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0"/>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95" imgH="394" progId="TCLayout.ActiveDocument.1">
                  <p:embed/>
                </p:oleObj>
              </mc:Choice>
              <mc:Fallback>
                <p:oleObj name="think-cell Slide" r:id="rId22"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dirty="0"/>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dirty="0"/>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dirty="0"/>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2383548471"/>
      </p:ext>
    </p:extLst>
  </p:cSld>
  <p:clrMap bg1="lt1" tx1="dk1" bg2="lt2" tx2="dk2" accent1="accent1" accent2="accent2" accent3="accent3" accent4="accent4" accent5="accent5" accent6="accent6" hlink="hlink" folHlink="folHlink"/>
  <p:sldLayoutIdLst>
    <p:sldLayoutId id="2147483911" r:id="rId1"/>
    <p:sldLayoutId id="2147483910" r:id="rId2"/>
    <p:sldLayoutId id="2147483989" r:id="rId3"/>
    <p:sldLayoutId id="2147483986" r:id="rId4"/>
    <p:sldLayoutId id="2147483987" r:id="rId5"/>
    <p:sldLayoutId id="2147483961" r:id="rId6"/>
    <p:sldLayoutId id="2147483985" r:id="rId7"/>
    <p:sldLayoutId id="2147483988" r:id="rId8"/>
    <p:sldLayoutId id="2147483920" r:id="rId9"/>
    <p:sldLayoutId id="2147483922" r:id="rId10"/>
    <p:sldLayoutId id="2147483930" r:id="rId11"/>
    <p:sldLayoutId id="2147483924" r:id="rId12"/>
    <p:sldLayoutId id="2147483931" r:id="rId13"/>
    <p:sldLayoutId id="2147483925" r:id="rId14"/>
    <p:sldLayoutId id="2147483926" r:id="rId15"/>
    <p:sldLayoutId id="2147483927" r:id="rId16"/>
    <p:sldLayoutId id="2147483928" r:id="rId17"/>
    <p:sldLayoutId id="2147483929" r:id="rId18"/>
  </p:sldLayoutIdLst>
  <p:transition spd="slow">
    <p:push dir="u"/>
  </p:transition>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userDrawn="1">
          <p15:clr>
            <a:srgbClr val="F26B43"/>
          </p15:clr>
        </p15:guide>
        <p15:guide id="3" pos="7491" userDrawn="1">
          <p15:clr>
            <a:srgbClr val="F26B43"/>
          </p15:clr>
        </p15:guide>
        <p15:guide id="4" orient="horz" pos="4042">
          <p15:clr>
            <a:srgbClr val="F26B43"/>
          </p15:clr>
        </p15:guide>
        <p15:guide id="5" pos="370" userDrawn="1">
          <p15:clr>
            <a:srgbClr val="F26B43"/>
          </p15:clr>
        </p15:guide>
        <p15:guide id="6"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harmaverse.github.io/admiral/cran-release/"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hyperlink" Target="https://pharmaverse.github.io/examples/" TargetMode="External"/><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pharmaverse.github.io/admiral/cran-release/articles/admiral.html" TargetMode="Externa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harmaverse/admiral/blob/main/inst/cheatsheet/admiral_cheatsheet.pdf" TargetMode="External"/><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harmaverse/admiral/blob/main/inst/cheatsheet/admiral_cheatsheet.pdf" TargetMode="External"/><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pharmaverse.github.io/admiraldiscovery/articles/reactable.html" TargetMode="Externa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hyperlink" Target="https://rconsortium.github.io/submissions-wg/" TargetMode="External"/><Relationship Id="rId3" Type="http://schemas.openxmlformats.org/officeDocument/2006/relationships/hyperlink" Target="https://pharmaverse.github.io/admiraldiscovery/articles/reactable.html" TargetMode="External"/><Relationship Id="rId7" Type="http://schemas.openxmlformats.org/officeDocument/2006/relationships/hyperlink" Target="https://pharmaverse.org/" TargetMode="External"/><Relationship Id="rId2" Type="http://schemas.openxmlformats.org/officeDocument/2006/relationships/hyperlink" Target="https://pharmaverse.github.io/admiral/cran-release/index.html" TargetMode="External"/><Relationship Id="rId1" Type="http://schemas.openxmlformats.org/officeDocument/2006/relationships/slideLayout" Target="../slideLayouts/slideLayout4.xml"/><Relationship Id="rId6" Type="http://schemas.openxmlformats.org/officeDocument/2006/relationships/hyperlink" Target="https://pharmaverse.github.io/metatools/" TargetMode="External"/><Relationship Id="rId11" Type="http://schemas.openxmlformats.org/officeDocument/2006/relationships/hyperlink" Target="https://epirhandbook.com/jp/index.jp.html" TargetMode="External"/><Relationship Id="rId5" Type="http://schemas.openxmlformats.org/officeDocument/2006/relationships/hyperlink" Target="https://atorus-research.github.io/metacore/" TargetMode="External"/><Relationship Id="rId10" Type="http://schemas.openxmlformats.org/officeDocument/2006/relationships/hyperlink" Target="https://www.jpma.or.jp/information/evaluation/results/allotment/DS_202406_OSS.html" TargetMode="External"/><Relationship Id="rId4" Type="http://schemas.openxmlformats.org/officeDocument/2006/relationships/hyperlink" Target="https://posit.co/resources/cheatsheets/" TargetMode="External"/><Relationship Id="rId9" Type="http://schemas.openxmlformats.org/officeDocument/2006/relationships/hyperlink" Target="https://pharmar.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BF73B068-16B9-3F4B-AB09-33DFC96797E9}"/>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p:pic>
      <p:sp>
        <p:nvSpPr>
          <p:cNvPr id="2" name="Title 1">
            <a:extLst>
              <a:ext uri="{FF2B5EF4-FFF2-40B4-BE49-F238E27FC236}">
                <a16:creationId xmlns:a16="http://schemas.microsoft.com/office/drawing/2014/main" id="{CB496043-FAC6-DC40-89E7-7CB214EF352C}"/>
              </a:ext>
            </a:extLst>
          </p:cNvPr>
          <p:cNvSpPr>
            <a:spLocks noGrp="1"/>
          </p:cNvSpPr>
          <p:nvPr>
            <p:ph type="ctrTitle"/>
          </p:nvPr>
        </p:nvSpPr>
        <p:spPr>
          <a:xfrm>
            <a:off x="1194730" y="3956816"/>
            <a:ext cx="7997396" cy="1015681"/>
          </a:xfrm>
        </p:spPr>
        <p:txBody>
          <a:bodyPr>
            <a:normAutofit fontScale="90000"/>
          </a:bodyPr>
          <a:lstStyle/>
          <a:p>
            <a:r>
              <a:rPr lang="en-US" altLang="ja-JP" sz="2800" dirty="0"/>
              <a:t>R with Pharma Lab</a:t>
            </a:r>
            <a:br>
              <a:rPr lang="en-US" altLang="ja-JP" sz="2800" dirty="0"/>
            </a:br>
            <a:r>
              <a:rPr lang="ja-JP" altLang="en-US" sz="2800" dirty="0"/>
              <a:t>「</a:t>
            </a:r>
            <a:r>
              <a:rPr lang="en-US" altLang="ja-JP" sz="2800" dirty="0"/>
              <a:t>R</a:t>
            </a:r>
            <a:r>
              <a:rPr lang="ja-JP" altLang="en-US" sz="2800" dirty="0"/>
              <a:t>」による </a:t>
            </a:r>
            <a:r>
              <a:rPr lang="en-US" altLang="ja-JP" sz="2800" dirty="0" err="1"/>
              <a:t>ADaM</a:t>
            </a:r>
            <a:r>
              <a:rPr lang="en-US" altLang="ja-JP" sz="2800" dirty="0"/>
              <a:t> </a:t>
            </a:r>
            <a:r>
              <a:rPr lang="ja-JP" altLang="en-US" sz="2800" dirty="0"/>
              <a:t>作成～ </a:t>
            </a:r>
            <a:r>
              <a:rPr lang="en-US" altLang="ja-JP" sz="2800" dirty="0" err="1"/>
              <a:t>ADaM</a:t>
            </a:r>
            <a:r>
              <a:rPr lang="en-US" altLang="ja-JP" sz="2800" dirty="0"/>
              <a:t> </a:t>
            </a:r>
            <a:r>
              <a:rPr lang="ja-JP" altLang="en-US" sz="2800" dirty="0"/>
              <a:t>作成の自動化への道～</a:t>
            </a:r>
            <a:endParaRPr lang="en-JP" sz="2800" dirty="0"/>
          </a:p>
        </p:txBody>
      </p:sp>
      <p:sp>
        <p:nvSpPr>
          <p:cNvPr id="4" name="Text Placeholder 3">
            <a:extLst>
              <a:ext uri="{FF2B5EF4-FFF2-40B4-BE49-F238E27FC236}">
                <a16:creationId xmlns:a16="http://schemas.microsoft.com/office/drawing/2014/main" id="{8B6BAA86-743A-3948-AB4B-3C9E59CD3ACF}"/>
              </a:ext>
            </a:extLst>
          </p:cNvPr>
          <p:cNvSpPr>
            <a:spLocks noGrp="1"/>
          </p:cNvSpPr>
          <p:nvPr>
            <p:ph type="body" sz="quarter" idx="23"/>
          </p:nvPr>
        </p:nvSpPr>
        <p:spPr/>
        <p:txBody>
          <a:bodyPr/>
          <a:lstStyle/>
          <a:p>
            <a:r>
              <a:rPr lang="ja-JP" altLang="en-US" dirty="0"/>
              <a:t>武田薬品工業株式会社</a:t>
            </a:r>
            <a:endParaRPr lang="en-JP" altLang="ja-JP" dirty="0"/>
          </a:p>
          <a:p>
            <a:endParaRPr lang="en-JP" dirty="0"/>
          </a:p>
        </p:txBody>
      </p:sp>
      <p:sp>
        <p:nvSpPr>
          <p:cNvPr id="6" name="Text Placeholder 5">
            <a:extLst>
              <a:ext uri="{FF2B5EF4-FFF2-40B4-BE49-F238E27FC236}">
                <a16:creationId xmlns:a16="http://schemas.microsoft.com/office/drawing/2014/main" id="{04898D1A-DD0C-8D48-BC87-3FB9BDE802D5}"/>
              </a:ext>
            </a:extLst>
          </p:cNvPr>
          <p:cNvSpPr>
            <a:spLocks noGrp="1"/>
          </p:cNvSpPr>
          <p:nvPr>
            <p:ph type="body" sz="quarter" idx="24"/>
          </p:nvPr>
        </p:nvSpPr>
        <p:spPr/>
        <p:txBody>
          <a:bodyPr/>
          <a:lstStyle/>
          <a:p>
            <a:r>
              <a:rPr lang="ja-JP" altLang="en-US" dirty="0"/>
              <a:t>日本開発センター 生物統計室</a:t>
            </a:r>
            <a:endParaRPr lang="en-JP" dirty="0"/>
          </a:p>
        </p:txBody>
      </p:sp>
      <p:sp>
        <p:nvSpPr>
          <p:cNvPr id="7" name="Text Placeholder 6">
            <a:extLst>
              <a:ext uri="{FF2B5EF4-FFF2-40B4-BE49-F238E27FC236}">
                <a16:creationId xmlns:a16="http://schemas.microsoft.com/office/drawing/2014/main" id="{92884217-3A26-8646-A422-E045442681FD}"/>
              </a:ext>
            </a:extLst>
          </p:cNvPr>
          <p:cNvSpPr>
            <a:spLocks noGrp="1"/>
          </p:cNvSpPr>
          <p:nvPr>
            <p:ph type="body" sz="quarter" idx="25"/>
          </p:nvPr>
        </p:nvSpPr>
        <p:spPr/>
        <p:txBody>
          <a:bodyPr/>
          <a:lstStyle/>
          <a:p>
            <a:r>
              <a:rPr lang="en-US" dirty="0"/>
              <a:t>2026/4/8</a:t>
            </a:r>
            <a:endParaRPr lang="en-JP" dirty="0"/>
          </a:p>
        </p:txBody>
      </p:sp>
      <p:sp>
        <p:nvSpPr>
          <p:cNvPr id="9" name="Text Placeholder 8">
            <a:extLst>
              <a:ext uri="{FF2B5EF4-FFF2-40B4-BE49-F238E27FC236}">
                <a16:creationId xmlns:a16="http://schemas.microsoft.com/office/drawing/2014/main" id="{E3EC8228-F799-7942-A171-563135857329}"/>
              </a:ext>
            </a:extLst>
          </p:cNvPr>
          <p:cNvSpPr>
            <a:spLocks noGrp="1"/>
          </p:cNvSpPr>
          <p:nvPr>
            <p:ph type="body" sz="quarter" idx="26"/>
          </p:nvPr>
        </p:nvSpPr>
        <p:spPr/>
        <p:txBody>
          <a:bodyPr/>
          <a:lstStyle/>
          <a:p>
            <a:r>
              <a:rPr lang="ja-JP" altLang="en-US" dirty="0"/>
              <a:t>山崎　文寛</a:t>
            </a:r>
            <a:endParaRPr lang="en-JP" dirty="0"/>
          </a:p>
        </p:txBody>
      </p:sp>
    </p:spTree>
    <p:extLst>
      <p:ext uri="{BB962C8B-B14F-4D97-AF65-F5344CB8AC3E}">
        <p14:creationId xmlns:p14="http://schemas.microsoft.com/office/powerpoint/2010/main" val="3997395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D943EF-C8AB-C871-6760-564517E5ABC0}"/>
              </a:ext>
            </a:extLst>
          </p:cNvPr>
          <p:cNvSpPr>
            <a:spLocks noGrp="1"/>
          </p:cNvSpPr>
          <p:nvPr>
            <p:ph type="body" sz="quarter" idx="15"/>
          </p:nvPr>
        </p:nvSpPr>
        <p:spPr/>
        <p:txBody>
          <a:bodyPr/>
          <a:lstStyle/>
          <a:p>
            <a:pPr marL="342900" indent="-342900">
              <a:buFont typeface="Arial" panose="020B0604020202020204" pitchFamily="34" charset="0"/>
              <a:buChar char="•"/>
            </a:pPr>
            <a:r>
              <a:rPr kumimoji="1" lang="ja-JP" altLang="en-US" dirty="0"/>
              <a:t>本発表の内容は、「</a:t>
            </a:r>
            <a:r>
              <a:rPr kumimoji="1" lang="en-US" altLang="ja-JP" dirty="0"/>
              <a:t>R</a:t>
            </a:r>
            <a:r>
              <a:rPr kumimoji="1" lang="ja-JP" altLang="en-US" dirty="0"/>
              <a:t>プログラミング言語」を活用した</a:t>
            </a:r>
            <a:r>
              <a:rPr kumimoji="1" lang="en-US" altLang="ja-JP" dirty="0"/>
              <a:t>CDISC </a:t>
            </a:r>
            <a:r>
              <a:rPr kumimoji="1" lang="en-US" altLang="ja-JP" dirty="0" err="1"/>
              <a:t>ADaM</a:t>
            </a:r>
            <a:r>
              <a:rPr kumimoji="1" lang="ja-JP" altLang="en-US" dirty="0"/>
              <a:t>データ作成に関する一般的な手法や考え方を説明するものであり、特定のプロジェクトでの利用を保証するものではありません。</a:t>
            </a:r>
          </a:p>
          <a:p>
            <a:pPr marL="342900" indent="-342900">
              <a:buFont typeface="Arial" panose="020B0604020202020204" pitchFamily="34" charset="0"/>
              <a:buChar char="•"/>
            </a:pPr>
            <a:endParaRPr kumimoji="1" lang="ja-JP" altLang="en-US" dirty="0"/>
          </a:p>
          <a:p>
            <a:pPr marL="342900" indent="-342900">
              <a:buFont typeface="Arial" panose="020B0604020202020204" pitchFamily="34" charset="0"/>
              <a:buChar char="•"/>
            </a:pPr>
            <a:r>
              <a:rPr kumimoji="1" lang="ja-JP" altLang="en-US" dirty="0"/>
              <a:t>本発表に含まれるスクリプトや技術的手法は、参考目的で提示しております。適用する際には、必ず自身で内容を確認し、プロジェクト要件や</a:t>
            </a:r>
            <a:r>
              <a:rPr kumimoji="1" lang="en-US" altLang="ja-JP" dirty="0"/>
              <a:t>CDISC</a:t>
            </a:r>
            <a:r>
              <a:rPr lang="ja-JP" altLang="en-US" dirty="0"/>
              <a:t>標準</a:t>
            </a:r>
            <a:r>
              <a:rPr kumimoji="1" lang="ja-JP" altLang="en-US" dirty="0"/>
              <a:t>に合致することを確認してください。</a:t>
            </a:r>
          </a:p>
          <a:p>
            <a:endParaRPr kumimoji="1" lang="ja-JP" altLang="en-US" dirty="0"/>
          </a:p>
          <a:p>
            <a:pPr marL="342900" indent="-342900">
              <a:buFont typeface="Arial" panose="020B0604020202020204" pitchFamily="34" charset="0"/>
              <a:buChar char="•"/>
            </a:pPr>
            <a:r>
              <a:rPr kumimoji="1" lang="en-US" altLang="ja-JP" dirty="0"/>
              <a:t>CDISC</a:t>
            </a:r>
            <a:r>
              <a:rPr kumimoji="1" lang="ja-JP" altLang="en-US" dirty="0"/>
              <a:t>標準や規制要件については、適切なレビューや適合性の確認が必要です。</a:t>
            </a:r>
          </a:p>
          <a:p>
            <a:pPr marL="342900" indent="-342900">
              <a:buFont typeface="Arial" panose="020B0604020202020204" pitchFamily="34" charset="0"/>
              <a:buChar char="•"/>
            </a:pPr>
            <a:endParaRPr kumimoji="1" lang="ja-JP" altLang="en-US" dirty="0"/>
          </a:p>
          <a:p>
            <a:pPr marL="342900" indent="-342900">
              <a:buFont typeface="Arial" panose="020B0604020202020204" pitchFamily="34" charset="0"/>
              <a:buChar char="•"/>
            </a:pPr>
            <a:r>
              <a:rPr kumimoji="1" lang="ja-JP" altLang="en-US" dirty="0"/>
              <a:t>発表者個人の意見は、必ずしも所属組織や</a:t>
            </a:r>
            <a:r>
              <a:rPr kumimoji="1" lang="en-US" altLang="ja-JP" dirty="0"/>
              <a:t>CDISC</a:t>
            </a:r>
            <a:r>
              <a:rPr kumimoji="1" lang="ja-JP" altLang="en-US" dirty="0"/>
              <a:t>、その他の関連団体の公式見解を反映するものではありません。</a:t>
            </a:r>
          </a:p>
        </p:txBody>
      </p:sp>
      <p:sp>
        <p:nvSpPr>
          <p:cNvPr id="3" name="Footer Placeholder 2">
            <a:extLst>
              <a:ext uri="{FF2B5EF4-FFF2-40B4-BE49-F238E27FC236}">
                <a16:creationId xmlns:a16="http://schemas.microsoft.com/office/drawing/2014/main" id="{2A2F13F7-29D7-FDA0-2367-3F8522008A64}"/>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E51416F5-CAB6-D67B-EFA4-B8F740FC29AD}"/>
              </a:ext>
            </a:extLst>
          </p:cNvPr>
          <p:cNvSpPr>
            <a:spLocks noGrp="1"/>
          </p:cNvSpPr>
          <p:nvPr>
            <p:ph type="title"/>
          </p:nvPr>
        </p:nvSpPr>
        <p:spPr/>
        <p:txBody>
          <a:bodyPr/>
          <a:lstStyle/>
          <a:p>
            <a:r>
              <a:rPr kumimoji="1" lang="ja-JP" altLang="en-US" dirty="0"/>
              <a:t>免責事項</a:t>
            </a:r>
          </a:p>
        </p:txBody>
      </p:sp>
      <p:sp>
        <p:nvSpPr>
          <p:cNvPr id="5" name="Slide Number Placeholder 4">
            <a:extLst>
              <a:ext uri="{FF2B5EF4-FFF2-40B4-BE49-F238E27FC236}">
                <a16:creationId xmlns:a16="http://schemas.microsoft.com/office/drawing/2014/main" id="{EE9BD6B5-FA6D-2C7A-58D4-29CF43D36D78}"/>
              </a:ext>
            </a:extLst>
          </p:cNvPr>
          <p:cNvSpPr>
            <a:spLocks noGrp="1"/>
          </p:cNvSpPr>
          <p:nvPr>
            <p:ph type="sldNum" sz="quarter" idx="4"/>
          </p:nvPr>
        </p:nvSpPr>
        <p:spPr/>
        <p:txBody>
          <a:bodyPr/>
          <a:lstStyle/>
          <a:p>
            <a:pPr defTabSz="1218810"/>
            <a:fld id="{E9B57936-92EF-4126-AE48-1D9D36D15E98}" type="slidenum">
              <a:rPr lang="ja-JP" altLang="en-US" smtClean="0"/>
              <a:pPr defTabSz="1218810"/>
              <a:t>2</a:t>
            </a:fld>
            <a:endParaRPr lang="ja-JP" altLang="en-US"/>
          </a:p>
        </p:txBody>
      </p:sp>
    </p:spTree>
    <p:extLst>
      <p:ext uri="{BB962C8B-B14F-4D97-AF65-F5344CB8AC3E}">
        <p14:creationId xmlns:p14="http://schemas.microsoft.com/office/powerpoint/2010/main" val="429128291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BD81EC-16B5-C9AF-C78F-7258823F829C}"/>
              </a:ext>
            </a:extLst>
          </p:cNvPr>
          <p:cNvSpPr>
            <a:spLocks noGrp="1"/>
          </p:cNvSpPr>
          <p:nvPr>
            <p:ph type="body" sz="quarter" idx="15"/>
          </p:nvPr>
        </p:nvSpPr>
        <p:spPr/>
        <p:txBody>
          <a:bodyPr/>
          <a:lstStyle/>
          <a:p>
            <a:pPr marL="342900" indent="-342900">
              <a:buFont typeface="+mj-lt"/>
              <a:buAutoNum type="arabicPeriod"/>
            </a:pPr>
            <a:r>
              <a:rPr lang="en-US" altLang="ja-JP" dirty="0" err="1"/>
              <a:t>pharmaverse</a:t>
            </a:r>
            <a:r>
              <a:rPr lang="ja-JP" altLang="en-US" dirty="0"/>
              <a:t>における</a:t>
            </a:r>
            <a:r>
              <a:rPr lang="en-US" altLang="ja-JP" dirty="0" err="1"/>
              <a:t>ADaM</a:t>
            </a:r>
            <a:r>
              <a:rPr lang="ja-JP" altLang="en-US" dirty="0"/>
              <a:t>作成</a:t>
            </a:r>
            <a:endParaRPr lang="en-US" altLang="ja-JP" dirty="0"/>
          </a:p>
          <a:p>
            <a:pPr marL="342900" indent="-342900">
              <a:buFont typeface="+mj-lt"/>
              <a:buAutoNum type="arabicPeriod"/>
            </a:pPr>
            <a:r>
              <a:rPr kumimoji="1" lang="ja-JP" altLang="en-US" dirty="0"/>
              <a:t>「</a:t>
            </a:r>
            <a:r>
              <a:rPr kumimoji="1" lang="en-US" altLang="ja-JP" dirty="0"/>
              <a:t>R</a:t>
            </a:r>
            <a:r>
              <a:rPr kumimoji="1" lang="ja-JP" altLang="en-US" dirty="0"/>
              <a:t>」による</a:t>
            </a:r>
            <a:r>
              <a:rPr kumimoji="1" lang="en-US" altLang="ja-JP" dirty="0" err="1"/>
              <a:t>ADaM</a:t>
            </a:r>
            <a:r>
              <a:rPr kumimoji="1" lang="ja-JP" altLang="en-US" dirty="0"/>
              <a:t>作成の自動化への道</a:t>
            </a:r>
            <a:endParaRPr kumimoji="1" lang="en-US" altLang="ja-JP" dirty="0"/>
          </a:p>
          <a:p>
            <a:pPr marL="342900" indent="-342900">
              <a:buFont typeface="+mj-lt"/>
              <a:buAutoNum type="arabicPeriod"/>
            </a:pPr>
            <a:r>
              <a:rPr kumimoji="1" lang="ja-JP" altLang="en-US" dirty="0"/>
              <a:t>まとめ</a:t>
            </a:r>
            <a:endParaRPr kumimoji="1" lang="en-US" altLang="ja-JP" dirty="0"/>
          </a:p>
          <a:p>
            <a:pPr marL="342900" indent="-342900">
              <a:buFont typeface="+mj-lt"/>
              <a:buAutoNum type="arabicPeriod"/>
            </a:pPr>
            <a:endParaRPr kumimoji="1" lang="ja-JP" altLang="en-US" dirty="0"/>
          </a:p>
        </p:txBody>
      </p:sp>
      <p:sp>
        <p:nvSpPr>
          <p:cNvPr id="3" name="Footer Placeholder 2">
            <a:extLst>
              <a:ext uri="{FF2B5EF4-FFF2-40B4-BE49-F238E27FC236}">
                <a16:creationId xmlns:a16="http://schemas.microsoft.com/office/drawing/2014/main" id="{546C605A-CB01-1923-A2F7-A82E87B4CE33}"/>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DCB3B915-5BF8-EE62-F3E9-F06D43BA61C1}"/>
              </a:ext>
            </a:extLst>
          </p:cNvPr>
          <p:cNvSpPr>
            <a:spLocks noGrp="1"/>
          </p:cNvSpPr>
          <p:nvPr>
            <p:ph type="title"/>
          </p:nvPr>
        </p:nvSpPr>
        <p:spPr/>
        <p:txBody>
          <a:bodyPr/>
          <a:lstStyle/>
          <a:p>
            <a:r>
              <a:rPr kumimoji="1" lang="ja-JP" altLang="en-US" dirty="0"/>
              <a:t>本日の内容</a:t>
            </a:r>
          </a:p>
        </p:txBody>
      </p:sp>
      <p:sp>
        <p:nvSpPr>
          <p:cNvPr id="5" name="Slide Number Placeholder 4">
            <a:extLst>
              <a:ext uri="{FF2B5EF4-FFF2-40B4-BE49-F238E27FC236}">
                <a16:creationId xmlns:a16="http://schemas.microsoft.com/office/drawing/2014/main" id="{EA329130-D99B-B77B-4151-90543A27C557}"/>
              </a:ext>
            </a:extLst>
          </p:cNvPr>
          <p:cNvSpPr>
            <a:spLocks noGrp="1"/>
          </p:cNvSpPr>
          <p:nvPr>
            <p:ph type="sldNum" sz="quarter" idx="4"/>
          </p:nvPr>
        </p:nvSpPr>
        <p:spPr/>
        <p:txBody>
          <a:bodyPr/>
          <a:lstStyle/>
          <a:p>
            <a:pPr defTabSz="1218810"/>
            <a:fld id="{E9B57936-92EF-4126-AE48-1D9D36D15E98}" type="slidenum">
              <a:rPr lang="ja-JP" altLang="en-US" smtClean="0"/>
              <a:pPr defTabSz="1218810"/>
              <a:t>3</a:t>
            </a:fld>
            <a:endParaRPr lang="ja-JP" altLang="en-US"/>
          </a:p>
        </p:txBody>
      </p:sp>
    </p:spTree>
    <p:extLst>
      <p:ext uri="{BB962C8B-B14F-4D97-AF65-F5344CB8AC3E}">
        <p14:creationId xmlns:p14="http://schemas.microsoft.com/office/powerpoint/2010/main" val="6796685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817CD-6719-FCF2-2183-7432F6C4B08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CDBF4F2-4CEB-4F7A-FD11-9FDF93082ECF}"/>
              </a:ext>
            </a:extLst>
          </p:cNvPr>
          <p:cNvSpPr>
            <a:spLocks noGrp="1"/>
          </p:cNvSpPr>
          <p:nvPr>
            <p:ph type="body" sz="quarter" idx="15"/>
          </p:nvPr>
        </p:nvSpPr>
        <p:spPr/>
        <p:txBody>
          <a:bodyPr/>
          <a:lstStyle/>
          <a:p>
            <a:pPr marL="342900" indent="-342900">
              <a:buFont typeface="+mj-lt"/>
              <a:buAutoNum type="arabicPeriod"/>
            </a:pPr>
            <a:r>
              <a:rPr lang="en-US" altLang="ja-JP" dirty="0" err="1"/>
              <a:t>pharmaverse</a:t>
            </a:r>
            <a:r>
              <a:rPr lang="ja-JP" altLang="en-US" dirty="0"/>
              <a:t>における</a:t>
            </a:r>
            <a:r>
              <a:rPr lang="en-US" altLang="ja-JP" dirty="0" err="1"/>
              <a:t>ADaM</a:t>
            </a:r>
            <a:r>
              <a:rPr lang="ja-JP" altLang="en-US" dirty="0"/>
              <a:t>作成</a:t>
            </a:r>
            <a:endParaRPr lang="en-US" altLang="ja-JP" dirty="0"/>
          </a:p>
          <a:p>
            <a:pPr marL="342900" indent="-342900">
              <a:buFont typeface="+mj-lt"/>
              <a:buAutoNum type="arabicPeriod"/>
            </a:pPr>
            <a:r>
              <a:rPr kumimoji="1" lang="ja-JP" altLang="en-US" dirty="0">
                <a:solidFill>
                  <a:schemeClr val="accent4"/>
                </a:solidFill>
              </a:rPr>
              <a:t>「</a:t>
            </a:r>
            <a:r>
              <a:rPr kumimoji="1" lang="en-US" altLang="ja-JP" dirty="0">
                <a:solidFill>
                  <a:schemeClr val="accent4"/>
                </a:solidFill>
              </a:rPr>
              <a:t>R</a:t>
            </a:r>
            <a:r>
              <a:rPr kumimoji="1" lang="ja-JP" altLang="en-US" dirty="0">
                <a:solidFill>
                  <a:schemeClr val="accent4"/>
                </a:solidFill>
              </a:rPr>
              <a:t>」による</a:t>
            </a:r>
            <a:r>
              <a:rPr kumimoji="1" lang="en-US" altLang="ja-JP" dirty="0" err="1">
                <a:solidFill>
                  <a:schemeClr val="accent4"/>
                </a:solidFill>
              </a:rPr>
              <a:t>ADaM</a:t>
            </a:r>
            <a:r>
              <a:rPr kumimoji="1" lang="ja-JP" altLang="en-US" dirty="0">
                <a:solidFill>
                  <a:schemeClr val="accent4"/>
                </a:solidFill>
              </a:rPr>
              <a:t>作成の自動化への道</a:t>
            </a:r>
            <a:endParaRPr kumimoji="1" lang="en-US" altLang="ja-JP" dirty="0">
              <a:solidFill>
                <a:schemeClr val="accent4"/>
              </a:solidFill>
            </a:endParaRPr>
          </a:p>
          <a:p>
            <a:pPr marL="342900" indent="-342900">
              <a:buFont typeface="+mj-lt"/>
              <a:buAutoNum type="arabicPeriod"/>
            </a:pPr>
            <a:r>
              <a:rPr kumimoji="1" lang="ja-JP" altLang="en-US" dirty="0">
                <a:solidFill>
                  <a:schemeClr val="accent4"/>
                </a:solidFill>
              </a:rPr>
              <a:t>まとめ</a:t>
            </a:r>
            <a:endParaRPr kumimoji="1" lang="en-US" altLang="ja-JP" dirty="0">
              <a:solidFill>
                <a:schemeClr val="accent4"/>
              </a:solidFill>
            </a:endParaRPr>
          </a:p>
          <a:p>
            <a:pPr marL="342900" indent="-342900">
              <a:buFont typeface="+mj-lt"/>
              <a:buAutoNum type="arabicPeriod"/>
            </a:pPr>
            <a:endParaRPr kumimoji="1" lang="ja-JP" altLang="en-US" dirty="0"/>
          </a:p>
        </p:txBody>
      </p:sp>
      <p:sp>
        <p:nvSpPr>
          <p:cNvPr id="3" name="Footer Placeholder 2">
            <a:extLst>
              <a:ext uri="{FF2B5EF4-FFF2-40B4-BE49-F238E27FC236}">
                <a16:creationId xmlns:a16="http://schemas.microsoft.com/office/drawing/2014/main" id="{B47905C0-9B09-F823-3894-E9D52E2C6131}"/>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AC796926-4801-6927-526B-49D91F1D8DD0}"/>
              </a:ext>
            </a:extLst>
          </p:cNvPr>
          <p:cNvSpPr>
            <a:spLocks noGrp="1"/>
          </p:cNvSpPr>
          <p:nvPr>
            <p:ph type="title"/>
          </p:nvPr>
        </p:nvSpPr>
        <p:spPr/>
        <p:txBody>
          <a:bodyPr/>
          <a:lstStyle/>
          <a:p>
            <a:r>
              <a:rPr kumimoji="1" lang="ja-JP" altLang="en-US" dirty="0"/>
              <a:t>本日の内容</a:t>
            </a:r>
          </a:p>
        </p:txBody>
      </p:sp>
      <p:sp>
        <p:nvSpPr>
          <p:cNvPr id="5" name="Slide Number Placeholder 4">
            <a:extLst>
              <a:ext uri="{FF2B5EF4-FFF2-40B4-BE49-F238E27FC236}">
                <a16:creationId xmlns:a16="http://schemas.microsoft.com/office/drawing/2014/main" id="{02EC051C-AAD6-BAC7-A65D-BC5A66BC5B8C}"/>
              </a:ext>
            </a:extLst>
          </p:cNvPr>
          <p:cNvSpPr>
            <a:spLocks noGrp="1"/>
          </p:cNvSpPr>
          <p:nvPr>
            <p:ph type="sldNum" sz="quarter" idx="4"/>
          </p:nvPr>
        </p:nvSpPr>
        <p:spPr/>
        <p:txBody>
          <a:bodyPr/>
          <a:lstStyle/>
          <a:p>
            <a:pPr defTabSz="1218810"/>
            <a:fld id="{E9B57936-92EF-4126-AE48-1D9D36D15E98}" type="slidenum">
              <a:rPr lang="ja-JP" altLang="en-US" smtClean="0"/>
              <a:pPr defTabSz="1218810"/>
              <a:t>4</a:t>
            </a:fld>
            <a:endParaRPr lang="ja-JP" altLang="en-US"/>
          </a:p>
        </p:txBody>
      </p:sp>
    </p:spTree>
    <p:extLst>
      <p:ext uri="{BB962C8B-B14F-4D97-AF65-F5344CB8AC3E}">
        <p14:creationId xmlns:p14="http://schemas.microsoft.com/office/powerpoint/2010/main" val="236763308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63BF61-D5BD-2F2B-4ED7-3A6FAB01D36B}"/>
              </a:ext>
            </a:extLst>
          </p:cNvPr>
          <p:cNvSpPr>
            <a:spLocks noGrp="1"/>
          </p:cNvSpPr>
          <p:nvPr>
            <p:ph type="body" sz="quarter" idx="15"/>
          </p:nvPr>
        </p:nvSpPr>
        <p:spPr/>
        <p:txBody>
          <a:bodyPr/>
          <a:lstStyle/>
          <a:p>
            <a:pPr marL="285750" indent="-285750">
              <a:buFont typeface="Arial" panose="020B0604020202020204" pitchFamily="34" charset="0"/>
              <a:buChar char="•"/>
            </a:pPr>
            <a:r>
              <a:rPr kumimoji="1" lang="ja-JP" altLang="en-US" b="1" dirty="0"/>
              <a:t>製薬業界における臨床レポートを目的として</a:t>
            </a:r>
            <a:r>
              <a:rPr lang="ja-JP" altLang="en-US" b="1" dirty="0"/>
              <a:t>「</a:t>
            </a:r>
            <a:r>
              <a:rPr lang="en-US" altLang="ja-JP" b="1" dirty="0"/>
              <a:t>R</a:t>
            </a:r>
            <a:r>
              <a:rPr lang="ja-JP" altLang="en-US" b="1" dirty="0"/>
              <a:t>パッケージ」開発を促進する企業と個人のネットワーク</a:t>
            </a:r>
            <a:endParaRPr lang="en-US" altLang="ja-JP" b="1" dirty="0"/>
          </a:p>
          <a:p>
            <a:pPr marL="742818" lvl="1" indent="-285750">
              <a:buFont typeface="Arial" panose="020B0604020202020204" pitchFamily="34" charset="0"/>
              <a:buChar char="•"/>
            </a:pPr>
            <a:r>
              <a:rPr lang="ja-JP" altLang="en-US" dirty="0"/>
              <a:t>各社・個人でのサイロ化した環境で、臨床レポーティング</a:t>
            </a:r>
            <a:endParaRPr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r>
              <a:rPr lang="ja-JP" altLang="en-US" dirty="0"/>
              <a:t>従来の重複的な取り組みから脱却し、共有ソリューションの採用により業務効率化</a:t>
            </a:r>
            <a:endParaRPr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r>
              <a:rPr lang="ja-JP" altLang="en-US" dirty="0"/>
              <a:t>患者様に新しい治療法を迅速に提供</a:t>
            </a:r>
            <a:endParaRPr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en-US" altLang="ja-JP" b="1" dirty="0"/>
              <a:t>CRF</a:t>
            </a:r>
            <a:r>
              <a:rPr lang="ja-JP" altLang="en-US" b="1" dirty="0"/>
              <a:t>、</a:t>
            </a:r>
            <a:r>
              <a:rPr lang="en-US" altLang="ja-JP" b="1" dirty="0"/>
              <a:t>SDTM/</a:t>
            </a:r>
            <a:r>
              <a:rPr lang="en-US" altLang="ja-JP" b="1" dirty="0" err="1"/>
              <a:t>ADaM</a:t>
            </a:r>
            <a:r>
              <a:rPr lang="ja-JP" altLang="en-US" b="1" dirty="0"/>
              <a:t>、解析結果のレポーティング、電子データ提出までをサポートする「</a:t>
            </a:r>
            <a:r>
              <a:rPr lang="en-US" altLang="ja-JP" b="1" dirty="0"/>
              <a:t>R</a:t>
            </a:r>
            <a:r>
              <a:rPr lang="ja-JP" altLang="en-US" b="1" dirty="0"/>
              <a:t>パッケージ」の開発及びメンテナンスを実施</a:t>
            </a:r>
            <a:endParaRPr lang="en-US" altLang="ja-JP" b="1"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ja-JP" altLang="en-US" b="1" dirty="0"/>
              <a:t>活動内容及び成果物は</a:t>
            </a:r>
            <a:r>
              <a:rPr lang="en-US" altLang="ja-JP" b="1" dirty="0"/>
              <a:t>GitHub</a:t>
            </a:r>
            <a:r>
              <a:rPr lang="ja-JP" altLang="en-US" b="1" dirty="0"/>
              <a:t>上で公開</a:t>
            </a:r>
            <a:endParaRPr lang="en-US" altLang="ja-JP" b="1" dirty="0"/>
          </a:p>
          <a:p>
            <a:pPr marL="742818" lvl="1" indent="-285750">
              <a:buFont typeface="Arial" panose="020B0604020202020204" pitchFamily="34" charset="0"/>
              <a:buChar char="•"/>
            </a:pPr>
            <a:r>
              <a:rPr lang="ja-JP" altLang="en-US" dirty="0"/>
              <a:t>例：</a:t>
            </a:r>
            <a:r>
              <a:rPr lang="en-US" altLang="ja-JP" dirty="0"/>
              <a:t>admiral </a:t>
            </a:r>
          </a:p>
          <a:p>
            <a:pPr lvl="2"/>
            <a:r>
              <a:rPr lang="en-US" altLang="ja-JP" dirty="0">
                <a:hlinkClick r:id="rId2"/>
              </a:rPr>
              <a:t>https://pharmaverse.github.io/admiral/cran-release/</a:t>
            </a:r>
            <a:endParaRPr lang="en-US" altLang="ja-JP" dirty="0"/>
          </a:p>
          <a:p>
            <a:endParaRPr kumimoji="1" lang="en-US" altLang="ja-JP" dirty="0"/>
          </a:p>
        </p:txBody>
      </p:sp>
      <p:sp>
        <p:nvSpPr>
          <p:cNvPr id="3" name="Footer Placeholder 2">
            <a:extLst>
              <a:ext uri="{FF2B5EF4-FFF2-40B4-BE49-F238E27FC236}">
                <a16:creationId xmlns:a16="http://schemas.microsoft.com/office/drawing/2014/main" id="{3C6FE2DF-23D2-7EEB-0A7A-51A3CC7D4F1C}"/>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9447B3E0-A9AC-7BD4-CD9D-88F8DE4FD079}"/>
              </a:ext>
            </a:extLst>
          </p:cNvPr>
          <p:cNvSpPr>
            <a:spLocks noGrp="1"/>
          </p:cNvSpPr>
          <p:nvPr>
            <p:ph type="title"/>
          </p:nvPr>
        </p:nvSpPr>
        <p:spPr/>
        <p:txBody>
          <a:bodyPr/>
          <a:lstStyle/>
          <a:p>
            <a:r>
              <a:rPr lang="en-US" altLang="ja-JP" dirty="0" err="1"/>
              <a:t>p</a:t>
            </a:r>
            <a:r>
              <a:rPr kumimoji="1" lang="en-US" altLang="ja-JP" dirty="0" err="1"/>
              <a:t>harmaverse</a:t>
            </a:r>
            <a:r>
              <a:rPr kumimoji="1" lang="ja-JP" altLang="en-US" dirty="0"/>
              <a:t>の概要</a:t>
            </a:r>
          </a:p>
        </p:txBody>
      </p:sp>
      <p:sp>
        <p:nvSpPr>
          <p:cNvPr id="5" name="Slide Number Placeholder 4">
            <a:extLst>
              <a:ext uri="{FF2B5EF4-FFF2-40B4-BE49-F238E27FC236}">
                <a16:creationId xmlns:a16="http://schemas.microsoft.com/office/drawing/2014/main" id="{B2E179D6-0284-68B2-43EF-0FA33AD04499}"/>
              </a:ext>
            </a:extLst>
          </p:cNvPr>
          <p:cNvSpPr>
            <a:spLocks noGrp="1"/>
          </p:cNvSpPr>
          <p:nvPr>
            <p:ph type="sldNum" sz="quarter" idx="4"/>
          </p:nvPr>
        </p:nvSpPr>
        <p:spPr/>
        <p:txBody>
          <a:bodyPr/>
          <a:lstStyle/>
          <a:p>
            <a:pPr defTabSz="1218810"/>
            <a:fld id="{E9B57936-92EF-4126-AE48-1D9D36D15E98}" type="slidenum">
              <a:rPr lang="ja-JP" altLang="en-US" smtClean="0"/>
              <a:pPr defTabSz="1218810"/>
              <a:t>5</a:t>
            </a:fld>
            <a:endParaRPr lang="ja-JP" altLang="en-US"/>
          </a:p>
        </p:txBody>
      </p:sp>
      <p:sp>
        <p:nvSpPr>
          <p:cNvPr id="7" name="Arrow: Down 6">
            <a:extLst>
              <a:ext uri="{FF2B5EF4-FFF2-40B4-BE49-F238E27FC236}">
                <a16:creationId xmlns:a16="http://schemas.microsoft.com/office/drawing/2014/main" id="{63A32EBA-4DC6-3CAD-2106-2F232409F6D5}"/>
              </a:ext>
            </a:extLst>
          </p:cNvPr>
          <p:cNvSpPr/>
          <p:nvPr/>
        </p:nvSpPr>
        <p:spPr>
          <a:xfrm>
            <a:off x="2466754" y="1722474"/>
            <a:ext cx="1453116" cy="354419"/>
          </a:xfrm>
          <a:prstGeom prst="downArrow">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8" name="Arrow: Down 7">
            <a:extLst>
              <a:ext uri="{FF2B5EF4-FFF2-40B4-BE49-F238E27FC236}">
                <a16:creationId xmlns:a16="http://schemas.microsoft.com/office/drawing/2014/main" id="{A3A191CE-99B2-0F8B-6623-05B26B9507F8}"/>
              </a:ext>
            </a:extLst>
          </p:cNvPr>
          <p:cNvSpPr/>
          <p:nvPr/>
        </p:nvSpPr>
        <p:spPr>
          <a:xfrm>
            <a:off x="2466754" y="2399413"/>
            <a:ext cx="1453116" cy="354419"/>
          </a:xfrm>
          <a:prstGeom prst="downArrow">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pic>
        <p:nvPicPr>
          <p:cNvPr id="5122" name="Picture 2" descr="illustration">
            <a:extLst>
              <a:ext uri="{FF2B5EF4-FFF2-40B4-BE49-F238E27FC236}">
                <a16:creationId xmlns:a16="http://schemas.microsoft.com/office/drawing/2014/main" id="{43D1D38B-A101-D171-EF67-12358B8878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5549" y="3875051"/>
            <a:ext cx="264795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41773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C9EE1-228F-F1D8-6187-B4190DE2B8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29BE69-3837-BCD9-6DB8-A4E887E2301B}"/>
              </a:ext>
            </a:extLst>
          </p:cNvPr>
          <p:cNvSpPr>
            <a:spLocks noGrp="1"/>
          </p:cNvSpPr>
          <p:nvPr>
            <p:ph type="body" sz="quarter" idx="15"/>
          </p:nvPr>
        </p:nvSpPr>
        <p:spPr>
          <a:xfrm>
            <a:off x="311150" y="1102385"/>
            <a:ext cx="3633002" cy="5328857"/>
          </a:xfrm>
        </p:spPr>
        <p:txBody>
          <a:bodyPr/>
          <a:lstStyle/>
          <a:p>
            <a:r>
              <a:rPr lang="ja-JP" altLang="en-US" b="1" dirty="0"/>
              <a:t>＜</a:t>
            </a:r>
            <a:r>
              <a:rPr lang="en-US" altLang="ja-JP" b="1" dirty="0"/>
              <a:t>SDTM</a:t>
            </a:r>
            <a:r>
              <a:rPr lang="ja-JP" altLang="en-US" b="1" dirty="0"/>
              <a:t>＞</a:t>
            </a:r>
            <a:endParaRPr lang="en-US" altLang="ja-JP" b="1" dirty="0"/>
          </a:p>
          <a:p>
            <a:pPr marL="504000" lvl="1" indent="-342900">
              <a:buFont typeface="Wingdings" panose="05000000000000000000" pitchFamily="2" charset="2"/>
              <a:buChar char="Ø"/>
            </a:pPr>
            <a:r>
              <a:rPr lang="en-US" altLang="ja-JP" b="1" dirty="0" err="1"/>
              <a:t>sdtmchecks</a:t>
            </a:r>
            <a:r>
              <a:rPr lang="en-US" altLang="ja-JP" dirty="0"/>
              <a:t>: SDTM</a:t>
            </a:r>
            <a:r>
              <a:rPr lang="ja-JP" altLang="en-US" dirty="0"/>
              <a:t>のデータチェック</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datacutr</a:t>
            </a:r>
            <a:r>
              <a:rPr lang="en-US" altLang="ja-JP" dirty="0"/>
              <a:t>: SDTM</a:t>
            </a:r>
            <a:r>
              <a:rPr lang="ja-JP" altLang="en-US" dirty="0"/>
              <a:t>のカットオフ</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sdtm.oak</a:t>
            </a:r>
            <a:r>
              <a:rPr lang="en-US" altLang="ja-JP" dirty="0"/>
              <a:t>: SDTM</a:t>
            </a:r>
            <a:r>
              <a:rPr lang="ja-JP" altLang="en-US" dirty="0"/>
              <a:t>の作成</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pharmaversesdtm</a:t>
            </a:r>
            <a:r>
              <a:rPr lang="en-US" altLang="ja-JP" dirty="0"/>
              <a:t>: SDTM</a:t>
            </a:r>
            <a:r>
              <a:rPr lang="ja-JP" altLang="en-US" dirty="0"/>
              <a:t>のテストデータ</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p:txBody>
      </p:sp>
      <p:sp>
        <p:nvSpPr>
          <p:cNvPr id="3" name="Footer Placeholder 2">
            <a:extLst>
              <a:ext uri="{FF2B5EF4-FFF2-40B4-BE49-F238E27FC236}">
                <a16:creationId xmlns:a16="http://schemas.microsoft.com/office/drawing/2014/main" id="{BEE1D948-DCDF-B259-BBF9-ABCD6DF9393E}"/>
              </a:ext>
            </a:extLst>
          </p:cNvPr>
          <p:cNvSpPr>
            <a:spLocks noGrp="1"/>
          </p:cNvSpPr>
          <p:nvPr>
            <p:ph type="ftr" sz="quarter" idx="3"/>
          </p:nvPr>
        </p:nvSpPr>
        <p:spPr/>
        <p:txBody>
          <a:bodyPr/>
          <a:lstStyle/>
          <a:p>
            <a:r>
              <a:rPr lang="en-JP" dirty="0"/>
              <a:t> </a:t>
            </a:r>
          </a:p>
        </p:txBody>
      </p:sp>
      <p:sp>
        <p:nvSpPr>
          <p:cNvPr id="4" name="Title 3">
            <a:extLst>
              <a:ext uri="{FF2B5EF4-FFF2-40B4-BE49-F238E27FC236}">
                <a16:creationId xmlns:a16="http://schemas.microsoft.com/office/drawing/2014/main" id="{B6D61F96-5E42-717C-AB9E-D772A949950A}"/>
              </a:ext>
            </a:extLst>
          </p:cNvPr>
          <p:cNvSpPr>
            <a:spLocks noGrp="1"/>
          </p:cNvSpPr>
          <p:nvPr>
            <p:ph type="title"/>
          </p:nvPr>
        </p:nvSpPr>
        <p:spPr/>
        <p:txBody>
          <a:bodyPr/>
          <a:lstStyle/>
          <a:p>
            <a:r>
              <a:rPr lang="en-US" altLang="ja-JP" dirty="0" err="1"/>
              <a:t>p</a:t>
            </a:r>
            <a:r>
              <a:rPr kumimoji="1" lang="en-US" altLang="ja-JP" dirty="0" err="1"/>
              <a:t>harmaverse</a:t>
            </a:r>
            <a:r>
              <a:rPr kumimoji="1" lang="ja-JP" altLang="en-US" dirty="0"/>
              <a:t>パッケージ（データ作成関連を抜粋）</a:t>
            </a:r>
          </a:p>
        </p:txBody>
      </p:sp>
      <p:sp>
        <p:nvSpPr>
          <p:cNvPr id="5" name="Slide Number Placeholder 4">
            <a:extLst>
              <a:ext uri="{FF2B5EF4-FFF2-40B4-BE49-F238E27FC236}">
                <a16:creationId xmlns:a16="http://schemas.microsoft.com/office/drawing/2014/main" id="{9727D6A5-1833-2BCA-461D-F70FA076B2CC}"/>
              </a:ext>
            </a:extLst>
          </p:cNvPr>
          <p:cNvSpPr>
            <a:spLocks noGrp="1"/>
          </p:cNvSpPr>
          <p:nvPr>
            <p:ph type="sldNum" sz="quarter" idx="4"/>
          </p:nvPr>
        </p:nvSpPr>
        <p:spPr/>
        <p:txBody>
          <a:bodyPr/>
          <a:lstStyle/>
          <a:p>
            <a:pPr defTabSz="1218810"/>
            <a:fld id="{E9B57936-92EF-4126-AE48-1D9D36D15E98}" type="slidenum">
              <a:rPr lang="ja-JP" altLang="en-US" smtClean="0"/>
              <a:pPr defTabSz="1218810"/>
              <a:t>6</a:t>
            </a:fld>
            <a:endParaRPr lang="ja-JP" altLang="en-US"/>
          </a:p>
        </p:txBody>
      </p:sp>
      <p:pic>
        <p:nvPicPr>
          <p:cNvPr id="2050" name="Picture 2">
            <a:extLst>
              <a:ext uri="{FF2B5EF4-FFF2-40B4-BE49-F238E27FC236}">
                <a16:creationId xmlns:a16="http://schemas.microsoft.com/office/drawing/2014/main" id="{99D98205-C6BD-8E2C-FAC0-FD497135D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413" y="1333859"/>
            <a:ext cx="607619" cy="63238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4B99A64-E277-687B-7A0D-5B7130C9D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61" y="2057999"/>
            <a:ext cx="529524" cy="5295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9193AED4-6CFE-767F-CFB1-359DD98A910E}"/>
              </a:ext>
            </a:extLst>
          </p:cNvPr>
          <p:cNvPicPr>
            <a:picLocks noChangeAspect="1"/>
          </p:cNvPicPr>
          <p:nvPr/>
        </p:nvPicPr>
        <p:blipFill>
          <a:blip r:embed="rId4"/>
          <a:stretch>
            <a:fillRect/>
          </a:stretch>
        </p:blipFill>
        <p:spPr>
          <a:xfrm>
            <a:off x="224461" y="2675470"/>
            <a:ext cx="551481" cy="647857"/>
          </a:xfrm>
          <a:prstGeom prst="rect">
            <a:avLst/>
          </a:prstGeom>
        </p:spPr>
      </p:pic>
      <p:sp>
        <p:nvSpPr>
          <p:cNvPr id="15" name="Text Placeholder 1">
            <a:extLst>
              <a:ext uri="{FF2B5EF4-FFF2-40B4-BE49-F238E27FC236}">
                <a16:creationId xmlns:a16="http://schemas.microsoft.com/office/drawing/2014/main" id="{44D44492-9A6C-0545-4875-0544BD809FB7}"/>
              </a:ext>
            </a:extLst>
          </p:cNvPr>
          <p:cNvSpPr txBox="1">
            <a:spLocks/>
          </p:cNvSpPr>
          <p:nvPr/>
        </p:nvSpPr>
        <p:spPr>
          <a:xfrm>
            <a:off x="4132811" y="1102385"/>
            <a:ext cx="4053384" cy="5616747"/>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b="1" dirty="0"/>
              <a:t>＜</a:t>
            </a:r>
            <a:r>
              <a:rPr lang="en-US" altLang="ja-JP" b="1" dirty="0" err="1"/>
              <a:t>ADaM</a:t>
            </a:r>
            <a:r>
              <a:rPr lang="ja-JP" altLang="en-US" b="1" dirty="0"/>
              <a:t>＞</a:t>
            </a:r>
            <a:endParaRPr lang="en-US" altLang="ja-JP" b="1" dirty="0"/>
          </a:p>
          <a:p>
            <a:pPr marL="504000" lvl="1" indent="-342900">
              <a:buFont typeface="Wingdings" panose="05000000000000000000" pitchFamily="2" charset="2"/>
              <a:buChar char="Ø"/>
            </a:pPr>
            <a:r>
              <a:rPr lang="en-US" altLang="ja-JP" b="1" dirty="0"/>
              <a:t>admiral</a:t>
            </a:r>
            <a:r>
              <a:rPr lang="en-US" altLang="ja-JP" dirty="0"/>
              <a:t>: </a:t>
            </a:r>
            <a:r>
              <a:rPr lang="en-US" altLang="ja-JP" dirty="0" err="1"/>
              <a:t>ADaM</a:t>
            </a:r>
            <a:r>
              <a:rPr lang="ja-JP" altLang="en-US" dirty="0"/>
              <a:t>の作成（コアパッケージ）</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admiralonco</a:t>
            </a:r>
            <a:r>
              <a:rPr lang="en-US" altLang="ja-JP" dirty="0"/>
              <a:t>: </a:t>
            </a:r>
            <a:r>
              <a:rPr lang="ja-JP" altLang="en-US" dirty="0"/>
              <a:t>オンコロジー</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admiralophtha</a:t>
            </a:r>
            <a:r>
              <a:rPr lang="en-US" altLang="ja-JP" dirty="0"/>
              <a:t>: </a:t>
            </a:r>
            <a:r>
              <a:rPr lang="ja-JP" altLang="en-US" dirty="0"/>
              <a:t>眼科</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admiralvaccine</a:t>
            </a:r>
            <a:r>
              <a:rPr lang="en-US" altLang="ja-JP" dirty="0"/>
              <a:t>: </a:t>
            </a:r>
            <a:r>
              <a:rPr lang="ja-JP" altLang="en-US" dirty="0"/>
              <a:t>ワクチン</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admiralpeds</a:t>
            </a:r>
            <a:r>
              <a:rPr lang="en-US" altLang="ja-JP" dirty="0"/>
              <a:t>: </a:t>
            </a:r>
            <a:r>
              <a:rPr lang="ja-JP" altLang="en-US" dirty="0"/>
              <a:t>小児</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admiralmetabolic</a:t>
            </a:r>
            <a:r>
              <a:rPr lang="en-US" altLang="ja-JP" dirty="0"/>
              <a:t>: </a:t>
            </a:r>
            <a:r>
              <a:rPr lang="ja-JP" altLang="en-US" dirty="0"/>
              <a:t>代謝</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admiralneuro</a:t>
            </a:r>
            <a:r>
              <a:rPr lang="en-US" altLang="ja-JP" dirty="0"/>
              <a:t>: </a:t>
            </a:r>
            <a:r>
              <a:rPr lang="ja-JP" altLang="en-US" dirty="0"/>
              <a:t>神経科学</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pharmaverseadam</a:t>
            </a:r>
            <a:r>
              <a:rPr lang="en-US" altLang="ja-JP" dirty="0"/>
              <a:t>: </a:t>
            </a:r>
            <a:r>
              <a:rPr lang="en-US" altLang="ja-JP" dirty="0" err="1"/>
              <a:t>ADaM</a:t>
            </a:r>
            <a:r>
              <a:rPr lang="ja-JP" altLang="en-US" dirty="0"/>
              <a:t>のテストデータ</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p:txBody>
      </p:sp>
      <p:sp>
        <p:nvSpPr>
          <p:cNvPr id="16" name="Text Placeholder 1">
            <a:extLst>
              <a:ext uri="{FF2B5EF4-FFF2-40B4-BE49-F238E27FC236}">
                <a16:creationId xmlns:a16="http://schemas.microsoft.com/office/drawing/2014/main" id="{24590C63-6608-9F9B-FCAE-FC3FA8587023}"/>
              </a:ext>
            </a:extLst>
          </p:cNvPr>
          <p:cNvSpPr txBox="1">
            <a:spLocks/>
          </p:cNvSpPr>
          <p:nvPr/>
        </p:nvSpPr>
        <p:spPr>
          <a:xfrm>
            <a:off x="7988011" y="3650190"/>
            <a:ext cx="3488217" cy="2014870"/>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b="1" dirty="0"/>
              <a:t>＜</a:t>
            </a:r>
            <a:r>
              <a:rPr lang="en-US" altLang="ja-JP" b="1" dirty="0" err="1"/>
              <a:t>eSub</a:t>
            </a:r>
            <a:r>
              <a:rPr lang="ja-JP" altLang="en-US" b="1" dirty="0"/>
              <a:t>＞</a:t>
            </a:r>
            <a:endParaRPr lang="en-US" altLang="ja-JP" b="1" dirty="0"/>
          </a:p>
          <a:p>
            <a:pPr marL="504000" lvl="1" indent="-342900">
              <a:buFont typeface="Wingdings" panose="05000000000000000000" pitchFamily="2" charset="2"/>
              <a:buChar char="Ø"/>
            </a:pPr>
            <a:r>
              <a:rPr lang="en-US" altLang="ja-JP" b="1" dirty="0" err="1"/>
              <a:t>xportr</a:t>
            </a:r>
            <a:r>
              <a:rPr lang="en-US" altLang="ja-JP" dirty="0"/>
              <a:t>: SAS</a:t>
            </a:r>
            <a:r>
              <a:rPr lang="ja-JP" altLang="en-US" dirty="0"/>
              <a:t> </a:t>
            </a:r>
            <a:r>
              <a:rPr lang="en-US" altLang="ja-JP" dirty="0"/>
              <a:t>XPT</a:t>
            </a:r>
            <a:r>
              <a:rPr lang="ja-JP" altLang="en-US" dirty="0"/>
              <a:t>ファイルの作成</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pkglite</a:t>
            </a:r>
            <a:r>
              <a:rPr lang="en-US" altLang="ja-JP" dirty="0"/>
              <a:t>: </a:t>
            </a:r>
            <a:r>
              <a:rPr lang="ja-JP" altLang="en-US" dirty="0"/>
              <a:t>「</a:t>
            </a:r>
            <a:r>
              <a:rPr lang="en-US" altLang="ja-JP" dirty="0"/>
              <a:t>R</a:t>
            </a:r>
            <a:r>
              <a:rPr lang="ja-JP" altLang="en-US" dirty="0"/>
              <a:t>パッケージ」のソースコードをテキスト化</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p:txBody>
      </p:sp>
      <p:sp>
        <p:nvSpPr>
          <p:cNvPr id="17" name="Text Placeholder 1">
            <a:extLst>
              <a:ext uri="{FF2B5EF4-FFF2-40B4-BE49-F238E27FC236}">
                <a16:creationId xmlns:a16="http://schemas.microsoft.com/office/drawing/2014/main" id="{4752FF3F-56D6-63EB-AA54-FB12D14D35C5}"/>
              </a:ext>
            </a:extLst>
          </p:cNvPr>
          <p:cNvSpPr txBox="1">
            <a:spLocks/>
          </p:cNvSpPr>
          <p:nvPr/>
        </p:nvSpPr>
        <p:spPr>
          <a:xfrm>
            <a:off x="7963300" y="1102385"/>
            <a:ext cx="4053384" cy="2659912"/>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b="1" dirty="0"/>
              <a:t>＜</a:t>
            </a:r>
            <a:r>
              <a:rPr lang="en-US" altLang="ja-JP" b="1" dirty="0"/>
              <a:t>Metadata</a:t>
            </a:r>
            <a:r>
              <a:rPr lang="ja-JP" altLang="en-US" b="1" dirty="0"/>
              <a:t>＞</a:t>
            </a:r>
            <a:endParaRPr lang="en-US" altLang="ja-JP" b="1" dirty="0"/>
          </a:p>
          <a:p>
            <a:pPr marL="504000" lvl="1" indent="-342900">
              <a:buFont typeface="Wingdings" panose="05000000000000000000" pitchFamily="2" charset="2"/>
              <a:buChar char="Ø"/>
            </a:pPr>
            <a:r>
              <a:rPr lang="en-US" altLang="ja-JP" b="1" dirty="0" err="1"/>
              <a:t>metacore</a:t>
            </a:r>
            <a:r>
              <a:rPr lang="en-US" altLang="ja-JP" dirty="0"/>
              <a:t>: Define.xml</a:t>
            </a:r>
            <a:r>
              <a:rPr lang="ja-JP" altLang="en-US" dirty="0"/>
              <a:t>及び</a:t>
            </a:r>
            <a:r>
              <a:rPr lang="en-US" altLang="ja-JP" dirty="0"/>
              <a:t>P21</a:t>
            </a:r>
            <a:r>
              <a:rPr lang="ja-JP" altLang="en-US" dirty="0"/>
              <a:t>形式の</a:t>
            </a:r>
            <a:r>
              <a:rPr lang="en-US" altLang="ja-JP" dirty="0"/>
              <a:t>Excel</a:t>
            </a:r>
            <a:r>
              <a:rPr lang="ja-JP" altLang="en-US" dirty="0"/>
              <a:t>の読込及び標準化されたオブジェクト </a:t>
            </a:r>
            <a:r>
              <a:rPr lang="en-US" altLang="ja-JP" dirty="0"/>
              <a:t>(</a:t>
            </a:r>
            <a:r>
              <a:rPr lang="en-US" altLang="ja-JP" dirty="0" err="1"/>
              <a:t>metacore</a:t>
            </a:r>
            <a:r>
              <a:rPr lang="ja-JP" altLang="en-US" dirty="0"/>
              <a:t>オブジェクト</a:t>
            </a:r>
            <a:r>
              <a:rPr lang="en-US" altLang="ja-JP" dirty="0"/>
              <a:t>) </a:t>
            </a:r>
            <a:r>
              <a:rPr lang="ja-JP" altLang="en-US" dirty="0"/>
              <a:t>への保存</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r>
              <a:rPr lang="en-US" altLang="ja-JP" b="1" dirty="0" err="1"/>
              <a:t>metatools</a:t>
            </a:r>
            <a:r>
              <a:rPr lang="en-US" altLang="ja-JP" dirty="0"/>
              <a:t>: </a:t>
            </a:r>
            <a:r>
              <a:rPr lang="en-US" altLang="ja-JP" dirty="0" err="1"/>
              <a:t>metacore</a:t>
            </a:r>
            <a:r>
              <a:rPr lang="ja-JP" altLang="en-US" dirty="0"/>
              <a:t>オブジェクトを使用してデータセットを構築、拡張、チェック</a:t>
            </a:r>
            <a:endParaRPr lang="en-US" altLang="ja-JP" dirty="0"/>
          </a:p>
          <a:p>
            <a:pPr marL="504000" lvl="1" indent="-342900">
              <a:buFont typeface="Wingdings" panose="05000000000000000000" pitchFamily="2" charset="2"/>
              <a:buChar char="Ø"/>
            </a:pPr>
            <a:endParaRPr lang="en-US" altLang="ja-JP" dirty="0"/>
          </a:p>
          <a:p>
            <a:pPr marL="504000" lvl="1" indent="-342900">
              <a:buFont typeface="Wingdings" panose="05000000000000000000" pitchFamily="2" charset="2"/>
              <a:buChar char="Ø"/>
            </a:pPr>
            <a:endParaRPr lang="en-US" altLang="ja-JP" dirty="0"/>
          </a:p>
        </p:txBody>
      </p:sp>
      <p:pic>
        <p:nvPicPr>
          <p:cNvPr id="2066" name="Picture 18">
            <a:extLst>
              <a:ext uri="{FF2B5EF4-FFF2-40B4-BE49-F238E27FC236}">
                <a16:creationId xmlns:a16="http://schemas.microsoft.com/office/drawing/2014/main" id="{2360B134-D4DF-148F-B328-47F63CF1BC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8290" y="3922344"/>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4B3D2F84-98D3-F332-1D41-BBA37E228A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0663" y="4654184"/>
            <a:ext cx="526733" cy="609600"/>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D901615A-B37C-4E52-FF79-4739237A7B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1043" y="1312217"/>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7D75BA29-A649-2241-D9D1-DF9A5D1500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1042" y="2044057"/>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a:extLst>
              <a:ext uri="{FF2B5EF4-FFF2-40B4-BE49-F238E27FC236}">
                <a16:creationId xmlns:a16="http://schemas.microsoft.com/office/drawing/2014/main" id="{C5AB9A32-E0C5-6689-6B29-A5BA85F419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1042" y="2728529"/>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a:extLst>
              <a:ext uri="{FF2B5EF4-FFF2-40B4-BE49-F238E27FC236}">
                <a16:creationId xmlns:a16="http://schemas.microsoft.com/office/drawing/2014/main" id="{6585E53C-1E59-AB48-FD29-A149067B78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8010" y="3413001"/>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a:extLst>
              <a:ext uri="{FF2B5EF4-FFF2-40B4-BE49-F238E27FC236}">
                <a16:creationId xmlns:a16="http://schemas.microsoft.com/office/drawing/2014/main" id="{9205C3AF-3C44-F588-0DC6-B3B2D41DA8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4764" y="4053082"/>
            <a:ext cx="585692" cy="652558"/>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a:extLst>
              <a:ext uri="{FF2B5EF4-FFF2-40B4-BE49-F238E27FC236}">
                <a16:creationId xmlns:a16="http://schemas.microsoft.com/office/drawing/2014/main" id="{702217EA-2774-D608-0C1D-E45D3444BD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4764" y="4705640"/>
            <a:ext cx="586931" cy="651320"/>
          </a:xfrm>
          <a:prstGeom prst="rect">
            <a:avLst/>
          </a:prstGeom>
          <a:noFill/>
          <a:extLst>
            <a:ext uri="{909E8E84-426E-40DD-AFC4-6F175D3DCCD1}">
              <a14:hiddenFill xmlns:a14="http://schemas.microsoft.com/office/drawing/2010/main">
                <a:solidFill>
                  <a:srgbClr val="FFFFFF"/>
                </a:solidFill>
              </a14:hiddenFill>
            </a:ext>
          </a:extLst>
        </p:spPr>
      </p:pic>
      <p:pic>
        <p:nvPicPr>
          <p:cNvPr id="2082" name="Picture 34">
            <a:extLst>
              <a:ext uri="{FF2B5EF4-FFF2-40B4-BE49-F238E27FC236}">
                <a16:creationId xmlns:a16="http://schemas.microsoft.com/office/drawing/2014/main" id="{6A063543-FBD1-5EDA-9A44-BDFA21561D4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74186" y="1330068"/>
            <a:ext cx="553137" cy="640081"/>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36">
            <a:extLst>
              <a:ext uri="{FF2B5EF4-FFF2-40B4-BE49-F238E27FC236}">
                <a16:creationId xmlns:a16="http://schemas.microsoft.com/office/drawing/2014/main" id="{48C82475-CB1F-EE7C-E998-7D871DAA930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66222" y="2242447"/>
            <a:ext cx="553030" cy="6400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FB60EEC-0EB9-DCCA-3C0B-1C405706447C}"/>
              </a:ext>
            </a:extLst>
          </p:cNvPr>
          <p:cNvPicPr>
            <a:picLocks noChangeAspect="1"/>
          </p:cNvPicPr>
          <p:nvPr/>
        </p:nvPicPr>
        <p:blipFill>
          <a:blip r:embed="rId15"/>
          <a:stretch>
            <a:fillRect/>
          </a:stretch>
        </p:blipFill>
        <p:spPr>
          <a:xfrm>
            <a:off x="219694" y="3381484"/>
            <a:ext cx="529524" cy="596795"/>
          </a:xfrm>
          <a:prstGeom prst="rect">
            <a:avLst/>
          </a:prstGeom>
        </p:spPr>
      </p:pic>
      <p:pic>
        <p:nvPicPr>
          <p:cNvPr id="1026" name="Picture 2">
            <a:extLst>
              <a:ext uri="{FF2B5EF4-FFF2-40B4-BE49-F238E27FC236}">
                <a16:creationId xmlns:a16="http://schemas.microsoft.com/office/drawing/2014/main" id="{E5D02434-E935-6F0A-3747-5B929774686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0428" y="5356960"/>
            <a:ext cx="614363" cy="6858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5CE5BB6-0712-5219-6F93-DD8A207CAE5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91042" y="6042761"/>
            <a:ext cx="553137" cy="625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94959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F97B0-2494-0538-0137-C0C7BD6B252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012A16-3DF3-EE2F-E0E8-592FA3A7C5BB}"/>
              </a:ext>
            </a:extLst>
          </p:cNvPr>
          <p:cNvSpPr>
            <a:spLocks noGrp="1"/>
          </p:cNvSpPr>
          <p:nvPr>
            <p:ph type="body" sz="quarter" idx="15"/>
          </p:nvPr>
        </p:nvSpPr>
        <p:spPr>
          <a:xfrm>
            <a:off x="311150" y="1102385"/>
            <a:ext cx="6828559" cy="5328857"/>
          </a:xfrm>
        </p:spPr>
        <p:txBody>
          <a:bodyPr/>
          <a:lstStyle/>
          <a:p>
            <a:pPr marL="342900" indent="-342900">
              <a:buFont typeface="Arial" panose="020B0604020202020204" pitchFamily="34" charset="0"/>
              <a:buChar char="•"/>
            </a:pPr>
            <a:r>
              <a:rPr kumimoji="1" lang="en-US" altLang="ja-JP" b="1" dirty="0" err="1"/>
              <a:t>pharmaverse</a:t>
            </a:r>
            <a:r>
              <a:rPr kumimoji="1" lang="ja-JP" altLang="en-US" b="1" dirty="0"/>
              <a:t>で紹介されている</a:t>
            </a:r>
            <a:r>
              <a:rPr kumimoji="1" lang="en-US" altLang="ja-JP" b="1" dirty="0" err="1"/>
              <a:t>ADaM</a:t>
            </a:r>
            <a:r>
              <a:rPr kumimoji="1" lang="ja-JP" altLang="en-US" b="1" dirty="0"/>
              <a:t>作成に関する内容</a:t>
            </a:r>
            <a:endParaRPr kumimoji="1" lang="en-US" altLang="ja-JP" b="1" dirty="0"/>
          </a:p>
          <a:p>
            <a:pPr marL="799968" lvl="1" indent="-342900">
              <a:buFont typeface="Arial" panose="020B0604020202020204" pitchFamily="34" charset="0"/>
              <a:buChar char="•"/>
            </a:pPr>
            <a:r>
              <a:rPr lang="en-US" altLang="ja-JP" b="1" dirty="0" err="1"/>
              <a:t>ADaM</a:t>
            </a:r>
            <a:r>
              <a:rPr lang="ja-JP" altLang="en-US" b="1" dirty="0"/>
              <a:t>の作成に使用する「</a:t>
            </a:r>
            <a:r>
              <a:rPr lang="en-US" altLang="ja-JP" b="1" dirty="0"/>
              <a:t>R</a:t>
            </a:r>
            <a:r>
              <a:rPr lang="ja-JP" altLang="en-US" b="1" dirty="0"/>
              <a:t>パッケージ」</a:t>
            </a:r>
            <a:endParaRPr lang="en-US" altLang="ja-JP" b="1" dirty="0"/>
          </a:p>
          <a:p>
            <a:pPr marL="1257049" lvl="2" indent="-342900">
              <a:buFont typeface="Arial" panose="020B0604020202020204" pitchFamily="34" charset="0"/>
              <a:buChar char="•"/>
            </a:pPr>
            <a:r>
              <a:rPr lang="en-US" altLang="ja-JP" dirty="0" err="1"/>
              <a:t>metacore</a:t>
            </a:r>
            <a:r>
              <a:rPr lang="en-US" altLang="ja-JP" dirty="0"/>
              <a:t>, </a:t>
            </a:r>
            <a:r>
              <a:rPr lang="en-US" altLang="ja-JP" dirty="0" err="1"/>
              <a:t>metatools</a:t>
            </a:r>
            <a:r>
              <a:rPr lang="en-US" altLang="ja-JP" dirty="0"/>
              <a:t>, admiral, </a:t>
            </a:r>
            <a:r>
              <a:rPr lang="en-US" altLang="ja-JP" dirty="0" err="1"/>
              <a:t>xportr</a:t>
            </a:r>
            <a:endParaRPr lang="en-US" altLang="ja-JP" dirty="0"/>
          </a:p>
          <a:p>
            <a:pPr marL="1257049" lvl="2" indent="-342900">
              <a:buFont typeface="Arial" panose="020B0604020202020204" pitchFamily="34" charset="0"/>
              <a:buChar char="•"/>
            </a:pPr>
            <a:r>
              <a:rPr lang="ja-JP" altLang="en-US" dirty="0"/>
              <a:t>データ分析用の「</a:t>
            </a:r>
            <a:r>
              <a:rPr lang="en-US" altLang="ja-JP" dirty="0"/>
              <a:t>R</a:t>
            </a:r>
            <a:r>
              <a:rPr lang="ja-JP" altLang="en-US" dirty="0"/>
              <a:t>パッケージ」の集合である</a:t>
            </a:r>
            <a:r>
              <a:rPr lang="en-US" altLang="ja-JP" dirty="0" err="1"/>
              <a:t>tidyverse</a:t>
            </a:r>
            <a:endParaRPr lang="en-US" altLang="ja-JP" dirty="0"/>
          </a:p>
          <a:p>
            <a:pPr marL="1257049" lvl="2" indent="-342900">
              <a:buFont typeface="Arial" panose="020B0604020202020204" pitchFamily="34" charset="0"/>
              <a:buChar char="•"/>
            </a:pPr>
            <a:endParaRPr lang="en-US" altLang="ja-JP" dirty="0"/>
          </a:p>
          <a:p>
            <a:pPr marL="799968" lvl="1" indent="-342900">
              <a:buFont typeface="Arial" panose="020B0604020202020204" pitchFamily="34" charset="0"/>
              <a:buChar char="•"/>
            </a:pPr>
            <a:r>
              <a:rPr lang="en-US" altLang="ja-JP" b="1" dirty="0" err="1"/>
              <a:t>ADaM</a:t>
            </a:r>
            <a:r>
              <a:rPr lang="ja-JP" altLang="en-US" b="1" dirty="0"/>
              <a:t>データセットごとのプログラミングフロー、サンプルデータ及び「</a:t>
            </a:r>
            <a:r>
              <a:rPr lang="en-US" altLang="ja-JP" b="1" dirty="0"/>
              <a:t>R</a:t>
            </a:r>
            <a:r>
              <a:rPr lang="ja-JP" altLang="en-US" b="1" dirty="0"/>
              <a:t>スクリプト」</a:t>
            </a:r>
            <a:endParaRPr lang="en-US" altLang="ja-JP" b="1" dirty="0"/>
          </a:p>
          <a:p>
            <a:pPr marL="1257049" lvl="2" indent="-342900">
              <a:buFont typeface="Arial" panose="020B0604020202020204" pitchFamily="34" charset="0"/>
              <a:buChar char="•"/>
            </a:pPr>
            <a:r>
              <a:rPr lang="ja-JP" altLang="en-US" dirty="0"/>
              <a:t>対象データセット：</a:t>
            </a:r>
            <a:r>
              <a:rPr lang="en-US" altLang="ja-JP" dirty="0"/>
              <a:t>ADSL, ADPC, ADPPK, ADRS, ADTTE, ADVS, ADAE</a:t>
            </a:r>
          </a:p>
          <a:p>
            <a:pPr marL="1257049" lvl="2" indent="-342900">
              <a:buFont typeface="Arial" panose="020B0604020202020204" pitchFamily="34" charset="0"/>
              <a:buChar char="•"/>
            </a:pPr>
            <a:r>
              <a:rPr lang="ja-JP" altLang="en-US" dirty="0"/>
              <a:t>例）</a:t>
            </a:r>
            <a:r>
              <a:rPr lang="en-US" altLang="ja-JP" dirty="0"/>
              <a:t>ADSL</a:t>
            </a:r>
            <a:r>
              <a:rPr lang="ja-JP" altLang="en-US" dirty="0"/>
              <a:t>のプログラミングフロー</a:t>
            </a:r>
            <a:endParaRPr lang="en-US" altLang="ja-JP" dirty="0"/>
          </a:p>
          <a:p>
            <a:pPr marL="1714119" lvl="3" indent="-342900">
              <a:buFont typeface="+mj-lt"/>
              <a:buAutoNum type="arabicPeriod"/>
            </a:pPr>
            <a:r>
              <a:rPr lang="en-US" altLang="ja-JP" dirty="0"/>
              <a:t>SDTM</a:t>
            </a:r>
            <a:r>
              <a:rPr lang="ja-JP" altLang="en-US" dirty="0"/>
              <a:t>データセット等のソースデータと必要な「</a:t>
            </a:r>
            <a:r>
              <a:rPr lang="en-US" altLang="ja-JP" dirty="0"/>
              <a:t>R</a:t>
            </a:r>
            <a:r>
              <a:rPr lang="ja-JP" altLang="en-US" dirty="0"/>
              <a:t>パッケージ」の読み込み</a:t>
            </a:r>
            <a:endParaRPr lang="en-US" altLang="ja-JP" dirty="0"/>
          </a:p>
          <a:p>
            <a:pPr marL="1714119" lvl="3" indent="-342900">
              <a:buFont typeface="+mj-lt"/>
              <a:buAutoNum type="arabicPeriod"/>
            </a:pPr>
            <a:r>
              <a:rPr lang="en-US" altLang="ja-JP" dirty="0"/>
              <a:t>SDTM</a:t>
            </a:r>
            <a:r>
              <a:rPr lang="ja-JP" altLang="en-US" dirty="0"/>
              <a:t>データセットにおける各変数の読み込み（</a:t>
            </a:r>
            <a:r>
              <a:rPr lang="en-US" altLang="ja-JP" dirty="0"/>
              <a:t>SUPPXX</a:t>
            </a:r>
            <a:r>
              <a:rPr lang="ja-JP" altLang="en-US" dirty="0"/>
              <a:t>の結合を含む）</a:t>
            </a:r>
            <a:endParaRPr lang="en-US" altLang="ja-JP" dirty="0"/>
          </a:p>
          <a:p>
            <a:pPr marL="1714119" lvl="3" indent="-342900">
              <a:buFont typeface="+mj-lt"/>
              <a:buAutoNum type="arabicPeriod"/>
            </a:pPr>
            <a:r>
              <a:rPr lang="ja-JP" altLang="en-US" dirty="0"/>
              <a:t>カテゴリ変数の導出（例：年齢のカテゴリ）</a:t>
            </a:r>
            <a:endParaRPr lang="en-US" altLang="ja-JP" dirty="0"/>
          </a:p>
          <a:p>
            <a:pPr marL="1714119" lvl="3" indent="-342900">
              <a:buFont typeface="+mj-lt"/>
              <a:buAutoNum type="arabicPeriod"/>
            </a:pPr>
            <a:r>
              <a:rPr lang="ja-JP" altLang="en-US" dirty="0"/>
              <a:t>投与情報及び解析対象集団に関する変数の作成</a:t>
            </a:r>
            <a:endParaRPr lang="en-US" altLang="ja-JP" dirty="0"/>
          </a:p>
          <a:p>
            <a:pPr marL="1714119" lvl="3" indent="-342900">
              <a:buFont typeface="+mj-lt"/>
              <a:buAutoNum type="arabicPeriod"/>
            </a:pPr>
            <a:r>
              <a:rPr lang="ja-JP" altLang="en-US" dirty="0"/>
              <a:t>投与群変数の作成</a:t>
            </a:r>
            <a:endParaRPr lang="en-US" altLang="ja-JP" dirty="0"/>
          </a:p>
          <a:p>
            <a:pPr marL="1714119" lvl="3" indent="-342900">
              <a:buFont typeface="+mj-lt"/>
              <a:buAutoNum type="arabicPeriod"/>
            </a:pPr>
            <a:r>
              <a:rPr lang="ja-JP" altLang="en-US" dirty="0"/>
              <a:t>投与の完了・中止及びその理由に関する変数の作成</a:t>
            </a:r>
            <a:endParaRPr lang="en-US" altLang="ja-JP" dirty="0"/>
          </a:p>
          <a:p>
            <a:pPr marL="1714119" lvl="3" indent="-342900">
              <a:buFont typeface="+mj-lt"/>
              <a:buAutoNum type="arabicPeriod"/>
            </a:pPr>
            <a:r>
              <a:rPr lang="ja-JP" altLang="en-US" dirty="0"/>
              <a:t>死亡に関する変数の作成</a:t>
            </a:r>
            <a:endParaRPr lang="en-US" altLang="ja-JP" dirty="0"/>
          </a:p>
          <a:p>
            <a:pPr marL="1714119" lvl="3" indent="-342900">
              <a:buFont typeface="+mj-lt"/>
              <a:buAutoNum type="arabicPeriod"/>
            </a:pPr>
            <a:r>
              <a:rPr lang="ja-JP" altLang="en-US" dirty="0"/>
              <a:t>他のカテゴリ変数の作成</a:t>
            </a:r>
            <a:endParaRPr lang="en-US" altLang="ja-JP" dirty="0"/>
          </a:p>
          <a:p>
            <a:pPr marL="1714119" lvl="3" indent="-342900">
              <a:buFont typeface="+mj-lt"/>
              <a:buAutoNum type="arabicPeriod"/>
            </a:pPr>
            <a:r>
              <a:rPr lang="ja-JP" altLang="en-US" dirty="0"/>
              <a:t>変数のチェック、ソート順の調整、</a:t>
            </a:r>
            <a:r>
              <a:rPr lang="en-US" altLang="ja-JP" dirty="0"/>
              <a:t>XPT</a:t>
            </a:r>
            <a:r>
              <a:rPr lang="ja-JP" altLang="en-US" dirty="0"/>
              <a:t>への出力等</a:t>
            </a:r>
            <a:endParaRPr lang="en-US" altLang="ja-JP" dirty="0"/>
          </a:p>
          <a:p>
            <a:pPr marL="799968" lvl="1" indent="-342900">
              <a:buFont typeface="Arial" panose="020B0604020202020204" pitchFamily="34" charset="0"/>
              <a:buChar char="•"/>
            </a:pPr>
            <a:endParaRPr lang="en-US" altLang="ja-JP" dirty="0"/>
          </a:p>
          <a:p>
            <a:pPr marL="799968" lvl="1" indent="-34290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BDBC7245-06CB-6ABF-3DA6-DE6E5A6AF2A3}"/>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249B4E89-F958-7359-5C53-6E93C7FA962E}"/>
              </a:ext>
            </a:extLst>
          </p:cNvPr>
          <p:cNvSpPr>
            <a:spLocks noGrp="1"/>
          </p:cNvSpPr>
          <p:nvPr>
            <p:ph type="title"/>
          </p:nvPr>
        </p:nvSpPr>
        <p:spPr/>
        <p:txBody>
          <a:bodyPr/>
          <a:lstStyle/>
          <a:p>
            <a:r>
              <a:rPr lang="en-US" altLang="ja-JP" dirty="0" err="1"/>
              <a:t>pharmaverse</a:t>
            </a:r>
            <a:r>
              <a:rPr lang="en-US" altLang="ja-JP" dirty="0"/>
              <a:t> </a:t>
            </a:r>
            <a:r>
              <a:rPr lang="en-US" altLang="ja-JP" dirty="0" err="1"/>
              <a:t>ADaM</a:t>
            </a:r>
            <a:r>
              <a:rPr lang="en-US" altLang="ja-JP" dirty="0"/>
              <a:t> Examples</a:t>
            </a:r>
            <a:r>
              <a:rPr lang="ja-JP" altLang="en-US" dirty="0"/>
              <a:t>について</a:t>
            </a:r>
            <a:endParaRPr kumimoji="1" lang="ja-JP" altLang="en-US" dirty="0"/>
          </a:p>
        </p:txBody>
      </p:sp>
      <p:sp>
        <p:nvSpPr>
          <p:cNvPr id="5" name="Slide Number Placeholder 4">
            <a:extLst>
              <a:ext uri="{FF2B5EF4-FFF2-40B4-BE49-F238E27FC236}">
                <a16:creationId xmlns:a16="http://schemas.microsoft.com/office/drawing/2014/main" id="{5B2F0A86-BB3F-1BFB-6B8E-A8244E543E89}"/>
              </a:ext>
            </a:extLst>
          </p:cNvPr>
          <p:cNvSpPr>
            <a:spLocks noGrp="1"/>
          </p:cNvSpPr>
          <p:nvPr>
            <p:ph type="sldNum" sz="quarter" idx="4"/>
          </p:nvPr>
        </p:nvSpPr>
        <p:spPr/>
        <p:txBody>
          <a:bodyPr/>
          <a:lstStyle/>
          <a:p>
            <a:pPr defTabSz="1218810"/>
            <a:fld id="{E9B57936-92EF-4126-AE48-1D9D36D15E98}" type="slidenum">
              <a:rPr lang="ja-JP" altLang="en-US" smtClean="0"/>
              <a:pPr defTabSz="1218810"/>
              <a:t>7</a:t>
            </a:fld>
            <a:endParaRPr lang="ja-JP" altLang="en-US"/>
          </a:p>
        </p:txBody>
      </p:sp>
      <p:pic>
        <p:nvPicPr>
          <p:cNvPr id="8" name="Picture 7">
            <a:extLst>
              <a:ext uri="{FF2B5EF4-FFF2-40B4-BE49-F238E27FC236}">
                <a16:creationId xmlns:a16="http://schemas.microsoft.com/office/drawing/2014/main" id="{8E967E58-80F0-9137-CD86-1F6CEC5FE99E}"/>
              </a:ext>
            </a:extLst>
          </p:cNvPr>
          <p:cNvPicPr>
            <a:picLocks noChangeAspect="1"/>
          </p:cNvPicPr>
          <p:nvPr/>
        </p:nvPicPr>
        <p:blipFill>
          <a:blip r:embed="rId2"/>
          <a:stretch>
            <a:fillRect/>
          </a:stretch>
        </p:blipFill>
        <p:spPr>
          <a:xfrm>
            <a:off x="7286830" y="847406"/>
            <a:ext cx="4667003" cy="5444836"/>
          </a:xfrm>
          <a:prstGeom prst="rect">
            <a:avLst/>
          </a:prstGeom>
          <a:ln>
            <a:solidFill>
              <a:schemeClr val="accent1"/>
            </a:solidFill>
          </a:ln>
        </p:spPr>
      </p:pic>
      <p:sp>
        <p:nvSpPr>
          <p:cNvPr id="9" name="TextBox 8">
            <a:extLst>
              <a:ext uri="{FF2B5EF4-FFF2-40B4-BE49-F238E27FC236}">
                <a16:creationId xmlns:a16="http://schemas.microsoft.com/office/drawing/2014/main" id="{7D846F41-237A-59C8-67ED-A1CD43EFE17F}"/>
              </a:ext>
            </a:extLst>
          </p:cNvPr>
          <p:cNvSpPr txBox="1"/>
          <p:nvPr/>
        </p:nvSpPr>
        <p:spPr>
          <a:xfrm>
            <a:off x="8689890" y="6523001"/>
            <a:ext cx="3907824" cy="276999"/>
          </a:xfrm>
          <a:prstGeom prst="rect">
            <a:avLst/>
          </a:prstGeom>
          <a:noFill/>
        </p:spPr>
        <p:txBody>
          <a:bodyPr wrap="square">
            <a:spAutoFit/>
          </a:bodyPr>
          <a:lstStyle/>
          <a:p>
            <a:r>
              <a:rPr lang="ja-JP" altLang="en-US" sz="1200" dirty="0"/>
              <a:t>引用元：</a:t>
            </a:r>
            <a:r>
              <a:rPr lang="ja-JP" altLang="en-US" sz="1200" dirty="0">
                <a:hlinkClick r:id="rId3"/>
              </a:rPr>
              <a:t>https://pharmaverse.github.io/examples/</a:t>
            </a:r>
            <a:endParaRPr lang="ja-JP" altLang="en-US" sz="1200" dirty="0"/>
          </a:p>
        </p:txBody>
      </p:sp>
    </p:spTree>
    <p:extLst>
      <p:ext uri="{BB962C8B-B14F-4D97-AF65-F5344CB8AC3E}">
        <p14:creationId xmlns:p14="http://schemas.microsoft.com/office/powerpoint/2010/main" val="291098665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91AB94-BFF8-4EBF-4035-8BAA70C240C8}"/>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53D594B0-7097-C083-D854-BBE085769368}"/>
              </a:ext>
            </a:extLst>
          </p:cNvPr>
          <p:cNvSpPr>
            <a:spLocks noGrp="1"/>
          </p:cNvSpPr>
          <p:nvPr>
            <p:ph type="title"/>
          </p:nvPr>
        </p:nvSpPr>
        <p:spPr/>
        <p:txBody>
          <a:bodyPr/>
          <a:lstStyle/>
          <a:p>
            <a:r>
              <a:rPr lang="en-US" altLang="ja-JP" dirty="0" err="1"/>
              <a:t>pharmaverse</a:t>
            </a:r>
            <a:r>
              <a:rPr lang="ja-JP" altLang="en-US" dirty="0"/>
              <a:t> </a:t>
            </a:r>
            <a:r>
              <a:rPr lang="en-US" altLang="ja-JP" dirty="0"/>
              <a:t>admiral</a:t>
            </a:r>
            <a:r>
              <a:rPr lang="ja-JP" altLang="en-US" dirty="0"/>
              <a:t>のページについて</a:t>
            </a:r>
            <a:endParaRPr kumimoji="1" lang="ja-JP" altLang="en-US" dirty="0"/>
          </a:p>
        </p:txBody>
      </p:sp>
      <p:sp>
        <p:nvSpPr>
          <p:cNvPr id="5" name="Slide Number Placeholder 4">
            <a:extLst>
              <a:ext uri="{FF2B5EF4-FFF2-40B4-BE49-F238E27FC236}">
                <a16:creationId xmlns:a16="http://schemas.microsoft.com/office/drawing/2014/main" id="{53DB60AE-7BC5-2FB6-F904-A787E3EB61D3}"/>
              </a:ext>
            </a:extLst>
          </p:cNvPr>
          <p:cNvSpPr>
            <a:spLocks noGrp="1"/>
          </p:cNvSpPr>
          <p:nvPr>
            <p:ph type="sldNum" sz="quarter" idx="4"/>
          </p:nvPr>
        </p:nvSpPr>
        <p:spPr/>
        <p:txBody>
          <a:bodyPr/>
          <a:lstStyle/>
          <a:p>
            <a:pPr defTabSz="1218810"/>
            <a:fld id="{E9B57936-92EF-4126-AE48-1D9D36D15E98}" type="slidenum">
              <a:rPr lang="ja-JP" altLang="en-US" smtClean="0"/>
              <a:pPr defTabSz="1218810"/>
              <a:t>8</a:t>
            </a:fld>
            <a:endParaRPr lang="ja-JP" altLang="en-US"/>
          </a:p>
        </p:txBody>
      </p:sp>
      <p:pic>
        <p:nvPicPr>
          <p:cNvPr id="8" name="Picture 7">
            <a:extLst>
              <a:ext uri="{FF2B5EF4-FFF2-40B4-BE49-F238E27FC236}">
                <a16:creationId xmlns:a16="http://schemas.microsoft.com/office/drawing/2014/main" id="{C214FEB1-C78B-FFCB-F9DB-E5F8F245AAA8}"/>
              </a:ext>
            </a:extLst>
          </p:cNvPr>
          <p:cNvPicPr>
            <a:picLocks noChangeAspect="1"/>
          </p:cNvPicPr>
          <p:nvPr/>
        </p:nvPicPr>
        <p:blipFill>
          <a:blip r:embed="rId2"/>
          <a:stretch>
            <a:fillRect/>
          </a:stretch>
        </p:blipFill>
        <p:spPr>
          <a:xfrm>
            <a:off x="184691" y="1721668"/>
            <a:ext cx="8755028" cy="4767532"/>
          </a:xfrm>
          <a:prstGeom prst="rect">
            <a:avLst/>
          </a:prstGeom>
          <a:ln>
            <a:solidFill>
              <a:schemeClr val="accent1"/>
            </a:solidFill>
          </a:ln>
        </p:spPr>
      </p:pic>
      <p:sp>
        <p:nvSpPr>
          <p:cNvPr id="9" name="TextBox 8">
            <a:extLst>
              <a:ext uri="{FF2B5EF4-FFF2-40B4-BE49-F238E27FC236}">
                <a16:creationId xmlns:a16="http://schemas.microsoft.com/office/drawing/2014/main" id="{0112D93E-A3EC-B1D5-DBC7-779F47C9FAA0}"/>
              </a:ext>
            </a:extLst>
          </p:cNvPr>
          <p:cNvSpPr txBox="1"/>
          <p:nvPr/>
        </p:nvSpPr>
        <p:spPr>
          <a:xfrm>
            <a:off x="458613" y="714348"/>
            <a:ext cx="3939961" cy="830997"/>
          </a:xfrm>
          <a:prstGeom prst="rect">
            <a:avLst/>
          </a:prstGeom>
          <a:noFill/>
          <a:ln>
            <a:solidFill>
              <a:schemeClr val="accent1"/>
            </a:solidFill>
          </a:ln>
        </p:spPr>
        <p:txBody>
          <a:bodyPr wrap="square" rtlCol="0">
            <a:spAutoFit/>
          </a:bodyPr>
          <a:lstStyle/>
          <a:p>
            <a:pPr marL="180000" indent="-180000">
              <a:buFont typeface="Arial" panose="020B0604020202020204" pitchFamily="34" charset="0"/>
              <a:buChar char="•"/>
            </a:pPr>
            <a:r>
              <a:rPr kumimoji="1" lang="en-US" altLang="ja-JP" sz="1200" b="1" dirty="0"/>
              <a:t>Get Started</a:t>
            </a:r>
            <a:r>
              <a:rPr kumimoji="1" lang="en-US" altLang="ja-JP" sz="1200" dirty="0"/>
              <a:t>: </a:t>
            </a:r>
            <a:r>
              <a:rPr kumimoji="1" lang="en-US" altLang="ja-JP" sz="1200" dirty="0">
                <a:solidFill>
                  <a:schemeClr val="accent1"/>
                </a:solidFill>
              </a:rPr>
              <a:t>ADSL</a:t>
            </a:r>
            <a:r>
              <a:rPr kumimoji="1" lang="ja-JP" altLang="en-US" sz="1200" dirty="0">
                <a:solidFill>
                  <a:schemeClr val="accent1"/>
                </a:solidFill>
              </a:rPr>
              <a:t>を題材とした解説</a:t>
            </a:r>
            <a:endParaRPr kumimoji="1" lang="en-US" altLang="ja-JP" sz="1200" dirty="0">
              <a:solidFill>
                <a:schemeClr val="accent1"/>
              </a:solidFill>
            </a:endParaRPr>
          </a:p>
          <a:p>
            <a:pPr marL="180000" indent="-180000">
              <a:buFont typeface="Arial" panose="020B0604020202020204" pitchFamily="34" charset="0"/>
              <a:buChar char="•"/>
            </a:pPr>
            <a:r>
              <a:rPr kumimoji="1" lang="en-US" altLang="ja-JP" sz="1200" b="1" dirty="0"/>
              <a:t>Cheat Sheet</a:t>
            </a:r>
            <a:r>
              <a:rPr kumimoji="1" lang="en-US" altLang="ja-JP" sz="1200" dirty="0"/>
              <a:t>: </a:t>
            </a:r>
            <a:r>
              <a:rPr kumimoji="1" lang="ja-JP" altLang="en-US" sz="1200" dirty="0">
                <a:solidFill>
                  <a:schemeClr val="accent1"/>
                </a:solidFill>
              </a:rPr>
              <a:t>機能の早見表</a:t>
            </a:r>
            <a:endParaRPr kumimoji="1" lang="en-US" altLang="ja-JP" sz="1200" dirty="0">
              <a:solidFill>
                <a:schemeClr val="accent1"/>
              </a:solidFill>
            </a:endParaRPr>
          </a:p>
          <a:p>
            <a:pPr marL="180000" indent="-180000">
              <a:buFont typeface="Arial" panose="020B0604020202020204" pitchFamily="34" charset="0"/>
              <a:buChar char="•"/>
            </a:pPr>
            <a:r>
              <a:rPr kumimoji="1" lang="en-US" altLang="ja-JP" sz="1200" b="1" dirty="0"/>
              <a:t>Explore </a:t>
            </a:r>
            <a:r>
              <a:rPr kumimoji="1" lang="en-US" altLang="ja-JP" sz="1200" b="1" dirty="0" err="1"/>
              <a:t>ADaM</a:t>
            </a:r>
            <a:r>
              <a:rPr kumimoji="1" lang="en-US" altLang="ja-JP" sz="1200" b="1" dirty="0"/>
              <a:t> Templates</a:t>
            </a:r>
            <a:r>
              <a:rPr kumimoji="1" lang="en-US" altLang="ja-JP" sz="1200" dirty="0"/>
              <a:t>: </a:t>
            </a:r>
            <a:r>
              <a:rPr kumimoji="1" lang="en-US" altLang="ja-JP" sz="1200" dirty="0" err="1">
                <a:solidFill>
                  <a:schemeClr val="accent1"/>
                </a:solidFill>
              </a:rPr>
              <a:t>ADaM</a:t>
            </a:r>
            <a:r>
              <a:rPr kumimoji="1" lang="ja-JP" altLang="en-US" sz="1200" dirty="0">
                <a:solidFill>
                  <a:schemeClr val="accent1"/>
                </a:solidFill>
              </a:rPr>
              <a:t>テンプレートカタログ</a:t>
            </a:r>
            <a:endParaRPr kumimoji="1" lang="en-US" altLang="ja-JP" sz="1200" dirty="0">
              <a:solidFill>
                <a:schemeClr val="accent1"/>
              </a:solidFill>
            </a:endParaRPr>
          </a:p>
          <a:p>
            <a:pPr marL="180000" indent="-180000">
              <a:buFont typeface="Arial" panose="020B0604020202020204" pitchFamily="34" charset="0"/>
              <a:buChar char="•"/>
            </a:pPr>
            <a:r>
              <a:rPr kumimoji="1" lang="en-US" altLang="ja-JP" sz="1200" b="1" dirty="0"/>
              <a:t>Presentation Archive</a:t>
            </a:r>
            <a:r>
              <a:rPr kumimoji="1" lang="en-US" altLang="ja-JP" sz="1200" dirty="0"/>
              <a:t>: </a:t>
            </a:r>
            <a:r>
              <a:rPr kumimoji="1" lang="ja-JP" altLang="en-US" sz="1200" dirty="0">
                <a:solidFill>
                  <a:schemeClr val="accent1"/>
                </a:solidFill>
              </a:rPr>
              <a:t>過去のプレゼン</a:t>
            </a:r>
            <a:endParaRPr kumimoji="1" lang="en-US" altLang="ja-JP" sz="1200" dirty="0">
              <a:solidFill>
                <a:schemeClr val="accent1"/>
              </a:solidFill>
            </a:endParaRPr>
          </a:p>
        </p:txBody>
      </p:sp>
      <p:sp>
        <p:nvSpPr>
          <p:cNvPr id="10" name="TextBox 9">
            <a:extLst>
              <a:ext uri="{FF2B5EF4-FFF2-40B4-BE49-F238E27FC236}">
                <a16:creationId xmlns:a16="http://schemas.microsoft.com/office/drawing/2014/main" id="{2A23E175-B244-D69B-2CDA-FCBBC2E66063}"/>
              </a:ext>
            </a:extLst>
          </p:cNvPr>
          <p:cNvSpPr txBox="1"/>
          <p:nvPr/>
        </p:nvSpPr>
        <p:spPr>
          <a:xfrm>
            <a:off x="4807130" y="714348"/>
            <a:ext cx="954107"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関数の詳細</a:t>
            </a:r>
            <a:endParaRPr kumimoji="1" lang="en-US" altLang="ja-JP" sz="1200" dirty="0">
              <a:solidFill>
                <a:schemeClr val="accent1"/>
              </a:solidFill>
            </a:endParaRPr>
          </a:p>
        </p:txBody>
      </p:sp>
      <p:sp>
        <p:nvSpPr>
          <p:cNvPr id="11" name="TextBox 10">
            <a:extLst>
              <a:ext uri="{FF2B5EF4-FFF2-40B4-BE49-F238E27FC236}">
                <a16:creationId xmlns:a16="http://schemas.microsoft.com/office/drawing/2014/main" id="{966BA731-34EC-B69C-E515-6B612E7BD5BE}"/>
              </a:ext>
            </a:extLst>
          </p:cNvPr>
          <p:cNvSpPr txBox="1"/>
          <p:nvPr/>
        </p:nvSpPr>
        <p:spPr>
          <a:xfrm>
            <a:off x="6169794" y="701941"/>
            <a:ext cx="5563593" cy="830997"/>
          </a:xfrm>
          <a:prstGeom prst="rect">
            <a:avLst/>
          </a:prstGeom>
          <a:noFill/>
          <a:ln>
            <a:solidFill>
              <a:schemeClr val="accent1"/>
            </a:solidFill>
          </a:ln>
        </p:spPr>
        <p:txBody>
          <a:bodyPr wrap="square" rtlCol="0">
            <a:spAutoFit/>
          </a:bodyPr>
          <a:lstStyle/>
          <a:p>
            <a:pPr marL="180000" indent="-180000">
              <a:buFont typeface="Arial" panose="020B0604020202020204" pitchFamily="34" charset="0"/>
              <a:buChar char="•"/>
            </a:pPr>
            <a:r>
              <a:rPr kumimoji="1" lang="en-US" altLang="ja-JP" sz="1200" b="1" dirty="0"/>
              <a:t>General Guides</a:t>
            </a:r>
            <a:r>
              <a:rPr kumimoji="1" lang="en-US" altLang="ja-JP" sz="1200" dirty="0"/>
              <a:t>: </a:t>
            </a:r>
            <a:r>
              <a:rPr kumimoji="1" lang="ja-JP" altLang="en-US" sz="1200" dirty="0">
                <a:solidFill>
                  <a:schemeClr val="accent1"/>
                </a:solidFill>
              </a:rPr>
              <a:t>プログラミングの概念とルール</a:t>
            </a:r>
            <a:r>
              <a:rPr kumimoji="1" lang="en-US" altLang="ja-JP" sz="1200" dirty="0">
                <a:solidFill>
                  <a:schemeClr val="accent1"/>
                </a:solidFill>
              </a:rPr>
              <a:t>, </a:t>
            </a:r>
            <a:r>
              <a:rPr kumimoji="1" lang="ja-JP" altLang="en-US" sz="1200" dirty="0">
                <a:solidFill>
                  <a:schemeClr val="accent1"/>
                </a:solidFill>
              </a:rPr>
              <a:t>関数の種類</a:t>
            </a:r>
            <a:r>
              <a:rPr kumimoji="1" lang="en-US" altLang="ja-JP" sz="1200" dirty="0">
                <a:solidFill>
                  <a:schemeClr val="accent1"/>
                </a:solidFill>
              </a:rPr>
              <a:t>, </a:t>
            </a:r>
            <a:r>
              <a:rPr kumimoji="1" lang="ja-JP" altLang="en-US" sz="1200" dirty="0">
                <a:solidFill>
                  <a:schemeClr val="accent1"/>
                </a:solidFill>
              </a:rPr>
              <a:t>高階関数</a:t>
            </a:r>
            <a:endParaRPr kumimoji="1" lang="en-US" altLang="ja-JP" sz="1200" dirty="0">
              <a:solidFill>
                <a:schemeClr val="accent1"/>
              </a:solidFill>
            </a:endParaRPr>
          </a:p>
          <a:p>
            <a:pPr marL="180000" indent="-180000">
              <a:buFont typeface="Arial" panose="020B0604020202020204" pitchFamily="34" charset="0"/>
              <a:buChar char="•"/>
            </a:pPr>
            <a:r>
              <a:rPr kumimoji="1" lang="en-US" altLang="ja-JP" sz="1200" b="1" dirty="0" err="1"/>
              <a:t>ADaM</a:t>
            </a:r>
            <a:r>
              <a:rPr kumimoji="1" lang="en-US" altLang="ja-JP" sz="1200" b="1" dirty="0"/>
              <a:t> Script Guides</a:t>
            </a:r>
            <a:r>
              <a:rPr kumimoji="1" lang="en-US" altLang="ja-JP" sz="1200" dirty="0"/>
              <a:t>: </a:t>
            </a:r>
            <a:r>
              <a:rPr kumimoji="1" lang="en-US" altLang="ja-JP" sz="1200" dirty="0" err="1">
                <a:solidFill>
                  <a:schemeClr val="accent1"/>
                </a:solidFill>
              </a:rPr>
              <a:t>ADaM</a:t>
            </a:r>
            <a:r>
              <a:rPr kumimoji="1" lang="ja-JP" altLang="en-US" sz="1200" dirty="0">
                <a:solidFill>
                  <a:schemeClr val="accent1"/>
                </a:solidFill>
              </a:rPr>
              <a:t>の構造ごとの作成手順</a:t>
            </a:r>
            <a:endParaRPr kumimoji="1" lang="en-US" altLang="ja-JP" sz="1200" dirty="0">
              <a:solidFill>
                <a:schemeClr val="accent1"/>
              </a:solidFill>
            </a:endParaRPr>
          </a:p>
          <a:p>
            <a:pPr marL="180000" indent="-180000">
              <a:buFont typeface="Arial" panose="020B0604020202020204" pitchFamily="34" charset="0"/>
              <a:buChar char="•"/>
            </a:pPr>
            <a:r>
              <a:rPr kumimoji="1" lang="en-US" altLang="ja-JP" sz="1200" b="1" dirty="0"/>
              <a:t>Special Topics Guides</a:t>
            </a:r>
            <a:r>
              <a:rPr kumimoji="1" lang="en-US" altLang="ja-JP" sz="1200" dirty="0"/>
              <a:t>: </a:t>
            </a:r>
            <a:r>
              <a:rPr kumimoji="1" lang="ja-JP" altLang="en-US" sz="1200" dirty="0">
                <a:solidFill>
                  <a:schemeClr val="accent1"/>
                </a:solidFill>
              </a:rPr>
              <a:t>日時の補完</a:t>
            </a:r>
            <a:r>
              <a:rPr kumimoji="1" lang="en-US" altLang="ja-JP" sz="1200" dirty="0">
                <a:solidFill>
                  <a:schemeClr val="accent1"/>
                </a:solidFill>
              </a:rPr>
              <a:t>, Analysis Visit</a:t>
            </a:r>
            <a:r>
              <a:rPr kumimoji="1" lang="ja-JP" altLang="en-US" sz="1200" dirty="0">
                <a:solidFill>
                  <a:schemeClr val="accent1"/>
                </a:solidFill>
              </a:rPr>
              <a:t>や</a:t>
            </a:r>
            <a:r>
              <a:rPr kumimoji="1" lang="en-US" altLang="ja-JP" sz="1200" dirty="0">
                <a:solidFill>
                  <a:schemeClr val="accent1"/>
                </a:solidFill>
              </a:rPr>
              <a:t>Period</a:t>
            </a:r>
            <a:r>
              <a:rPr kumimoji="1" lang="ja-JP" altLang="en-US" sz="1200" dirty="0">
                <a:solidFill>
                  <a:schemeClr val="accent1"/>
                </a:solidFill>
              </a:rPr>
              <a:t>の導出</a:t>
            </a:r>
            <a:r>
              <a:rPr kumimoji="1" lang="en-US" altLang="ja-JP" sz="1200" dirty="0">
                <a:solidFill>
                  <a:schemeClr val="accent1"/>
                </a:solidFill>
              </a:rPr>
              <a:t>, SMQ</a:t>
            </a:r>
            <a:r>
              <a:rPr kumimoji="1" lang="ja-JP" altLang="en-US" sz="1200" dirty="0">
                <a:solidFill>
                  <a:schemeClr val="accent1"/>
                </a:solidFill>
              </a:rPr>
              <a:t>などの</a:t>
            </a:r>
            <a:r>
              <a:rPr kumimoji="1" lang="en-US" altLang="ja-JP" sz="1200" dirty="0">
                <a:solidFill>
                  <a:schemeClr val="accent1"/>
                </a:solidFill>
              </a:rPr>
              <a:t>Query</a:t>
            </a:r>
            <a:r>
              <a:rPr kumimoji="1" lang="ja-JP" altLang="en-US" sz="1200" dirty="0">
                <a:solidFill>
                  <a:schemeClr val="accent1"/>
                </a:solidFill>
              </a:rPr>
              <a:t>データの導出</a:t>
            </a:r>
            <a:r>
              <a:rPr kumimoji="1" lang="en-US" altLang="ja-JP" sz="1200" dirty="0">
                <a:solidFill>
                  <a:schemeClr val="accent1"/>
                </a:solidFill>
              </a:rPr>
              <a:t>, CTCAE</a:t>
            </a:r>
            <a:r>
              <a:rPr kumimoji="1" lang="ja-JP" altLang="en-US" sz="1200" dirty="0">
                <a:solidFill>
                  <a:schemeClr val="accent1"/>
                </a:solidFill>
              </a:rPr>
              <a:t>などのグレーディングデータの適用</a:t>
            </a:r>
            <a:endParaRPr kumimoji="1" lang="en-US" altLang="ja-JP" sz="1200" dirty="0">
              <a:solidFill>
                <a:schemeClr val="accent1"/>
              </a:solidFill>
            </a:endParaRPr>
          </a:p>
        </p:txBody>
      </p:sp>
      <p:sp>
        <p:nvSpPr>
          <p:cNvPr id="12" name="Rectangle 11">
            <a:extLst>
              <a:ext uri="{FF2B5EF4-FFF2-40B4-BE49-F238E27FC236}">
                <a16:creationId xmlns:a16="http://schemas.microsoft.com/office/drawing/2014/main" id="{1035A8DA-6D08-2183-A47B-06D6EA5DB3A7}"/>
              </a:ext>
            </a:extLst>
          </p:cNvPr>
          <p:cNvSpPr/>
          <p:nvPr/>
        </p:nvSpPr>
        <p:spPr>
          <a:xfrm>
            <a:off x="1259755" y="1818284"/>
            <a:ext cx="893135" cy="313809"/>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3" name="Rectangle 12">
            <a:extLst>
              <a:ext uri="{FF2B5EF4-FFF2-40B4-BE49-F238E27FC236}">
                <a16:creationId xmlns:a16="http://schemas.microsoft.com/office/drawing/2014/main" id="{C177F8B0-9EC9-8667-7C0E-3FF437B327C6}"/>
              </a:ext>
            </a:extLst>
          </p:cNvPr>
          <p:cNvSpPr/>
          <p:nvPr/>
        </p:nvSpPr>
        <p:spPr>
          <a:xfrm>
            <a:off x="2225120" y="1818284"/>
            <a:ext cx="773039" cy="313809"/>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4" name="Rectangle 13">
            <a:extLst>
              <a:ext uri="{FF2B5EF4-FFF2-40B4-BE49-F238E27FC236}">
                <a16:creationId xmlns:a16="http://schemas.microsoft.com/office/drawing/2014/main" id="{DB65FFFD-47F1-56AB-FB52-24C2D42FE9DA}"/>
              </a:ext>
            </a:extLst>
          </p:cNvPr>
          <p:cNvSpPr/>
          <p:nvPr/>
        </p:nvSpPr>
        <p:spPr>
          <a:xfrm>
            <a:off x="3036892" y="1818285"/>
            <a:ext cx="946703" cy="313809"/>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cxnSp>
        <p:nvCxnSpPr>
          <p:cNvPr id="15" name="Connector: Elbow 14">
            <a:extLst>
              <a:ext uri="{FF2B5EF4-FFF2-40B4-BE49-F238E27FC236}">
                <a16:creationId xmlns:a16="http://schemas.microsoft.com/office/drawing/2014/main" id="{DC16A482-6715-C6E4-C48A-71B547854C97}"/>
              </a:ext>
            </a:extLst>
          </p:cNvPr>
          <p:cNvCxnSpPr>
            <a:cxnSpLocks/>
            <a:stCxn id="12" idx="1"/>
            <a:endCxn id="9" idx="1"/>
          </p:cNvCxnSpPr>
          <p:nvPr/>
        </p:nvCxnSpPr>
        <p:spPr>
          <a:xfrm rot="10800000">
            <a:off x="458613" y="1129847"/>
            <a:ext cx="801142" cy="845342"/>
          </a:xfrm>
          <a:prstGeom prst="bentConnector3">
            <a:avLst>
              <a:gd name="adj1" fmla="val 128534"/>
            </a:avLst>
          </a:prstGeom>
          <a:ln w="25400">
            <a:solidFill>
              <a:schemeClr val="accent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702F8D8C-03B2-887B-F0BB-C2D578928D0C}"/>
              </a:ext>
            </a:extLst>
          </p:cNvPr>
          <p:cNvCxnSpPr>
            <a:cxnSpLocks/>
            <a:stCxn id="13" idx="0"/>
            <a:endCxn id="10" idx="2"/>
          </p:cNvCxnSpPr>
          <p:nvPr/>
        </p:nvCxnSpPr>
        <p:spPr>
          <a:xfrm rot="5400000" flipH="1" flipV="1">
            <a:off x="3534444" y="68544"/>
            <a:ext cx="826937" cy="2672544"/>
          </a:xfrm>
          <a:prstGeom prst="bentConnector3">
            <a:avLst>
              <a:gd name="adj1" fmla="val 19737"/>
            </a:avLst>
          </a:prstGeom>
          <a:ln w="25400">
            <a:solidFill>
              <a:schemeClr val="accent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E76C27C-2EF5-20E5-5965-8A14BED0F7B2}"/>
              </a:ext>
            </a:extLst>
          </p:cNvPr>
          <p:cNvCxnSpPr>
            <a:cxnSpLocks/>
            <a:stCxn id="14" idx="3"/>
            <a:endCxn id="11" idx="1"/>
          </p:cNvCxnSpPr>
          <p:nvPr/>
        </p:nvCxnSpPr>
        <p:spPr>
          <a:xfrm flipV="1">
            <a:off x="3983595" y="1117440"/>
            <a:ext cx="2186199" cy="857750"/>
          </a:xfrm>
          <a:prstGeom prst="bentConnector3">
            <a:avLst>
              <a:gd name="adj1" fmla="val 80379"/>
            </a:avLst>
          </a:prstGeom>
          <a:ln w="25400">
            <a:solidFill>
              <a:schemeClr val="accent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A66774A-6E79-EBF1-2B87-60457A8BF597}"/>
              </a:ext>
            </a:extLst>
          </p:cNvPr>
          <p:cNvSpPr txBox="1"/>
          <p:nvPr/>
        </p:nvSpPr>
        <p:spPr>
          <a:xfrm>
            <a:off x="9161011" y="2204443"/>
            <a:ext cx="1770036" cy="276999"/>
          </a:xfrm>
          <a:prstGeom prst="rect">
            <a:avLst/>
          </a:prstGeom>
          <a:solidFill>
            <a:schemeClr val="bg1"/>
          </a:solidFill>
          <a:ln>
            <a:solidFill>
              <a:schemeClr val="accent1"/>
            </a:solidFill>
          </a:ln>
        </p:spPr>
        <p:txBody>
          <a:bodyPr wrap="none" rtlCol="0">
            <a:spAutoFit/>
          </a:bodyPr>
          <a:lstStyle/>
          <a:p>
            <a:r>
              <a:rPr kumimoji="1" lang="en-US" altLang="ja-JP" sz="1200" dirty="0">
                <a:solidFill>
                  <a:schemeClr val="accent1"/>
                </a:solidFill>
              </a:rPr>
              <a:t>CRAN</a:t>
            </a:r>
            <a:r>
              <a:rPr kumimoji="1" lang="ja-JP" altLang="en-US" sz="1200" dirty="0">
                <a:solidFill>
                  <a:schemeClr val="accent1"/>
                </a:solidFill>
              </a:rPr>
              <a:t>における説明資料</a:t>
            </a:r>
            <a:endParaRPr kumimoji="1" lang="en-US" altLang="ja-JP" sz="1200" dirty="0">
              <a:solidFill>
                <a:schemeClr val="accent1"/>
              </a:solidFill>
            </a:endParaRPr>
          </a:p>
        </p:txBody>
      </p:sp>
      <p:sp>
        <p:nvSpPr>
          <p:cNvPr id="19" name="TextBox 18">
            <a:extLst>
              <a:ext uri="{FF2B5EF4-FFF2-40B4-BE49-F238E27FC236}">
                <a16:creationId xmlns:a16="http://schemas.microsoft.com/office/drawing/2014/main" id="{B09E4A67-B606-0833-10F4-A4645AC47E7E}"/>
              </a:ext>
            </a:extLst>
          </p:cNvPr>
          <p:cNvSpPr txBox="1"/>
          <p:nvPr/>
        </p:nvSpPr>
        <p:spPr>
          <a:xfrm>
            <a:off x="9161011" y="2598981"/>
            <a:ext cx="1394934" cy="276999"/>
          </a:xfrm>
          <a:prstGeom prst="rect">
            <a:avLst/>
          </a:prstGeom>
          <a:solidFill>
            <a:schemeClr val="bg1"/>
          </a:solidFill>
          <a:ln>
            <a:solidFill>
              <a:schemeClr val="accent1"/>
            </a:solidFill>
          </a:ln>
        </p:spPr>
        <p:txBody>
          <a:bodyPr wrap="none" rtlCol="0">
            <a:spAutoFit/>
          </a:bodyPr>
          <a:lstStyle/>
          <a:p>
            <a:r>
              <a:rPr kumimoji="1" lang="en-US" altLang="ja-JP" sz="1200" dirty="0">
                <a:solidFill>
                  <a:schemeClr val="accent1"/>
                </a:solidFill>
              </a:rPr>
              <a:t>GitHub</a:t>
            </a:r>
            <a:r>
              <a:rPr kumimoji="1" lang="ja-JP" altLang="en-US" sz="1200" dirty="0">
                <a:solidFill>
                  <a:schemeClr val="accent1"/>
                </a:solidFill>
              </a:rPr>
              <a:t>へのリンク</a:t>
            </a:r>
            <a:endParaRPr kumimoji="1" lang="en-US" altLang="ja-JP" sz="1200" dirty="0">
              <a:solidFill>
                <a:schemeClr val="accent1"/>
              </a:solidFill>
            </a:endParaRPr>
          </a:p>
        </p:txBody>
      </p:sp>
      <p:sp>
        <p:nvSpPr>
          <p:cNvPr id="20" name="TextBox 19">
            <a:extLst>
              <a:ext uri="{FF2B5EF4-FFF2-40B4-BE49-F238E27FC236}">
                <a16:creationId xmlns:a16="http://schemas.microsoft.com/office/drawing/2014/main" id="{45F41368-0191-8CBA-3D40-C522420AA729}"/>
              </a:ext>
            </a:extLst>
          </p:cNvPr>
          <p:cNvSpPr txBox="1"/>
          <p:nvPr/>
        </p:nvSpPr>
        <p:spPr>
          <a:xfrm>
            <a:off x="9161011" y="3004292"/>
            <a:ext cx="1107996"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問題点の報告</a:t>
            </a:r>
            <a:endParaRPr kumimoji="1" lang="en-US" altLang="ja-JP" sz="1200" dirty="0">
              <a:solidFill>
                <a:schemeClr val="accent1"/>
              </a:solidFill>
            </a:endParaRPr>
          </a:p>
        </p:txBody>
      </p:sp>
      <p:sp>
        <p:nvSpPr>
          <p:cNvPr id="21" name="TextBox 20">
            <a:extLst>
              <a:ext uri="{FF2B5EF4-FFF2-40B4-BE49-F238E27FC236}">
                <a16:creationId xmlns:a16="http://schemas.microsoft.com/office/drawing/2014/main" id="{F30115E6-47DB-222B-4E41-78EA91845E2E}"/>
              </a:ext>
            </a:extLst>
          </p:cNvPr>
          <p:cNvSpPr txBox="1"/>
          <p:nvPr/>
        </p:nvSpPr>
        <p:spPr>
          <a:xfrm>
            <a:off x="9161011" y="4433246"/>
            <a:ext cx="954107"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ライセンス</a:t>
            </a:r>
            <a:endParaRPr kumimoji="1" lang="en-US" altLang="ja-JP" sz="1200" dirty="0">
              <a:solidFill>
                <a:schemeClr val="accent1"/>
              </a:solidFill>
            </a:endParaRPr>
          </a:p>
        </p:txBody>
      </p:sp>
      <p:sp>
        <p:nvSpPr>
          <p:cNvPr id="22" name="TextBox 21">
            <a:extLst>
              <a:ext uri="{FF2B5EF4-FFF2-40B4-BE49-F238E27FC236}">
                <a16:creationId xmlns:a16="http://schemas.microsoft.com/office/drawing/2014/main" id="{440E89A6-4B98-5AED-1947-8B7588BC61D3}"/>
              </a:ext>
            </a:extLst>
          </p:cNvPr>
          <p:cNvSpPr txBox="1"/>
          <p:nvPr/>
        </p:nvSpPr>
        <p:spPr>
          <a:xfrm>
            <a:off x="9161011" y="4832345"/>
            <a:ext cx="2846298" cy="276999"/>
          </a:xfrm>
          <a:prstGeom prst="rect">
            <a:avLst/>
          </a:prstGeom>
          <a:solidFill>
            <a:schemeClr val="bg1"/>
          </a:solidFill>
          <a:ln>
            <a:solidFill>
              <a:schemeClr val="accent1"/>
            </a:solidFill>
          </a:ln>
        </p:spPr>
        <p:txBody>
          <a:bodyPr wrap="square" rtlCol="0">
            <a:spAutoFit/>
          </a:bodyPr>
          <a:lstStyle/>
          <a:p>
            <a:r>
              <a:rPr kumimoji="1" lang="ja-JP" altLang="en-US" sz="1200" dirty="0">
                <a:solidFill>
                  <a:schemeClr val="accent1"/>
                </a:solidFill>
              </a:rPr>
              <a:t>問題の報告やコーディングによる貢献</a:t>
            </a:r>
            <a:endParaRPr kumimoji="1" lang="en-US" altLang="ja-JP" sz="1200" dirty="0">
              <a:solidFill>
                <a:schemeClr val="accent1"/>
              </a:solidFill>
            </a:endParaRPr>
          </a:p>
        </p:txBody>
      </p:sp>
      <p:sp>
        <p:nvSpPr>
          <p:cNvPr id="23" name="TextBox 22">
            <a:extLst>
              <a:ext uri="{FF2B5EF4-FFF2-40B4-BE49-F238E27FC236}">
                <a16:creationId xmlns:a16="http://schemas.microsoft.com/office/drawing/2014/main" id="{CF565FCA-E2E9-CD57-881C-E7F422B8DF61}"/>
              </a:ext>
            </a:extLst>
          </p:cNvPr>
          <p:cNvSpPr txBox="1"/>
          <p:nvPr/>
        </p:nvSpPr>
        <p:spPr>
          <a:xfrm>
            <a:off x="9161011" y="5225966"/>
            <a:ext cx="2846298" cy="461665"/>
          </a:xfrm>
          <a:prstGeom prst="rect">
            <a:avLst/>
          </a:prstGeom>
          <a:solidFill>
            <a:schemeClr val="bg1"/>
          </a:solidFill>
          <a:ln>
            <a:solidFill>
              <a:schemeClr val="accent1"/>
            </a:solidFill>
          </a:ln>
        </p:spPr>
        <p:txBody>
          <a:bodyPr wrap="square" rtlCol="0">
            <a:spAutoFit/>
          </a:bodyPr>
          <a:lstStyle/>
          <a:p>
            <a:r>
              <a:rPr kumimoji="1" lang="ja-JP" altLang="en-US" sz="1200" dirty="0">
                <a:solidFill>
                  <a:schemeClr val="accent1"/>
                </a:solidFill>
              </a:rPr>
              <a:t>コントリビューター・メンテナーの行動規範</a:t>
            </a:r>
            <a:endParaRPr kumimoji="1" lang="en-US" altLang="ja-JP" sz="1200" dirty="0">
              <a:solidFill>
                <a:schemeClr val="accent1"/>
              </a:solidFill>
            </a:endParaRPr>
          </a:p>
        </p:txBody>
      </p:sp>
      <p:sp>
        <p:nvSpPr>
          <p:cNvPr id="24" name="TextBox 23">
            <a:extLst>
              <a:ext uri="{FF2B5EF4-FFF2-40B4-BE49-F238E27FC236}">
                <a16:creationId xmlns:a16="http://schemas.microsoft.com/office/drawing/2014/main" id="{F13F2C10-95FE-2F69-C101-C848FD2F6650}"/>
              </a:ext>
            </a:extLst>
          </p:cNvPr>
          <p:cNvSpPr txBox="1"/>
          <p:nvPr/>
        </p:nvSpPr>
        <p:spPr>
          <a:xfrm>
            <a:off x="9161011" y="5861091"/>
            <a:ext cx="1877437"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積極的に貢献した人たち</a:t>
            </a:r>
            <a:endParaRPr kumimoji="1" lang="en-US" altLang="ja-JP" sz="1200" dirty="0">
              <a:solidFill>
                <a:schemeClr val="accent1"/>
              </a:solidFill>
            </a:endParaRPr>
          </a:p>
        </p:txBody>
      </p:sp>
      <p:sp>
        <p:nvSpPr>
          <p:cNvPr id="25" name="TextBox 24">
            <a:extLst>
              <a:ext uri="{FF2B5EF4-FFF2-40B4-BE49-F238E27FC236}">
                <a16:creationId xmlns:a16="http://schemas.microsoft.com/office/drawing/2014/main" id="{5A753E6E-010F-9A7B-C21D-F5F7C188E4D4}"/>
              </a:ext>
            </a:extLst>
          </p:cNvPr>
          <p:cNvSpPr txBox="1"/>
          <p:nvPr/>
        </p:nvSpPr>
        <p:spPr>
          <a:xfrm>
            <a:off x="9161011" y="3831499"/>
            <a:ext cx="2167431" cy="461665"/>
          </a:xfrm>
          <a:prstGeom prst="rect">
            <a:avLst/>
          </a:prstGeom>
          <a:solidFill>
            <a:schemeClr val="bg1"/>
          </a:solidFill>
          <a:ln>
            <a:solidFill>
              <a:schemeClr val="accent1"/>
            </a:solidFill>
          </a:ln>
        </p:spPr>
        <p:txBody>
          <a:bodyPr wrap="square" rtlCol="0">
            <a:spAutoFit/>
          </a:bodyPr>
          <a:lstStyle/>
          <a:p>
            <a:r>
              <a:rPr kumimoji="1" lang="en-US" altLang="ja-JP" sz="1200" dirty="0" err="1">
                <a:solidFill>
                  <a:schemeClr val="accent1"/>
                </a:solidFill>
              </a:rPr>
              <a:t>ADaM</a:t>
            </a:r>
            <a:r>
              <a:rPr kumimoji="1" lang="ja-JP" altLang="en-US" sz="1200" dirty="0">
                <a:solidFill>
                  <a:schemeClr val="accent1"/>
                </a:solidFill>
              </a:rPr>
              <a:t>テンプレートカタログ</a:t>
            </a:r>
            <a:endParaRPr kumimoji="1" lang="en-US" altLang="ja-JP" sz="1200" dirty="0">
              <a:solidFill>
                <a:schemeClr val="accent1"/>
              </a:solidFill>
            </a:endParaRPr>
          </a:p>
          <a:p>
            <a:r>
              <a:rPr kumimoji="1" lang="ja-JP" altLang="en-US" sz="1200" dirty="0">
                <a:solidFill>
                  <a:schemeClr val="accent1"/>
                </a:solidFill>
              </a:rPr>
              <a:t>（コードの確認が可能）</a:t>
            </a:r>
            <a:endParaRPr kumimoji="1" lang="en-US" altLang="ja-JP" sz="1200" dirty="0">
              <a:solidFill>
                <a:schemeClr val="accent1"/>
              </a:solidFill>
            </a:endParaRPr>
          </a:p>
        </p:txBody>
      </p:sp>
      <p:cxnSp>
        <p:nvCxnSpPr>
          <p:cNvPr id="27" name="Straight Arrow Connector 26">
            <a:extLst>
              <a:ext uri="{FF2B5EF4-FFF2-40B4-BE49-F238E27FC236}">
                <a16:creationId xmlns:a16="http://schemas.microsoft.com/office/drawing/2014/main" id="{B45917E9-7CF7-9B54-9108-53FEDADF195A}"/>
              </a:ext>
            </a:extLst>
          </p:cNvPr>
          <p:cNvCxnSpPr>
            <a:stCxn id="18" idx="1"/>
          </p:cNvCxnSpPr>
          <p:nvPr/>
        </p:nvCxnSpPr>
        <p:spPr>
          <a:xfrm flipH="1">
            <a:off x="8192522" y="2342943"/>
            <a:ext cx="968489" cy="304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485517D-70D1-08A7-C0AB-0F7BD4047DCB}"/>
              </a:ext>
            </a:extLst>
          </p:cNvPr>
          <p:cNvCxnSpPr>
            <a:cxnSpLocks/>
            <a:stCxn id="19" idx="1"/>
          </p:cNvCxnSpPr>
          <p:nvPr/>
        </p:nvCxnSpPr>
        <p:spPr>
          <a:xfrm flipH="1">
            <a:off x="8547234" y="2737481"/>
            <a:ext cx="613777" cy="180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FAEDE57-86F6-F829-21D0-E75C3CEB7D59}"/>
              </a:ext>
            </a:extLst>
          </p:cNvPr>
          <p:cNvSpPr txBox="1"/>
          <p:nvPr/>
        </p:nvSpPr>
        <p:spPr>
          <a:xfrm>
            <a:off x="9161011" y="3413777"/>
            <a:ext cx="2348785" cy="276999"/>
          </a:xfrm>
          <a:prstGeom prst="rect">
            <a:avLst/>
          </a:prstGeom>
          <a:solidFill>
            <a:schemeClr val="bg1"/>
          </a:solidFill>
          <a:ln>
            <a:solidFill>
              <a:schemeClr val="accent1"/>
            </a:solidFill>
          </a:ln>
        </p:spPr>
        <p:txBody>
          <a:bodyPr wrap="none" rtlCol="0">
            <a:spAutoFit/>
          </a:bodyPr>
          <a:lstStyle/>
          <a:p>
            <a:r>
              <a:rPr kumimoji="1" lang="en-US" altLang="ja-JP" sz="1200" dirty="0">
                <a:solidFill>
                  <a:schemeClr val="accent1"/>
                </a:solidFill>
              </a:rPr>
              <a:t>admiral</a:t>
            </a:r>
            <a:r>
              <a:rPr kumimoji="1" lang="ja-JP" altLang="en-US" sz="1200" dirty="0">
                <a:solidFill>
                  <a:schemeClr val="accent1"/>
                </a:solidFill>
              </a:rPr>
              <a:t>関連のパッケージの説明</a:t>
            </a:r>
            <a:endParaRPr kumimoji="1" lang="en-US" altLang="ja-JP" sz="1200" dirty="0">
              <a:solidFill>
                <a:schemeClr val="accent1"/>
              </a:solidFill>
            </a:endParaRPr>
          </a:p>
        </p:txBody>
      </p:sp>
      <p:cxnSp>
        <p:nvCxnSpPr>
          <p:cNvPr id="32" name="Straight Arrow Connector 31">
            <a:extLst>
              <a:ext uri="{FF2B5EF4-FFF2-40B4-BE49-F238E27FC236}">
                <a16:creationId xmlns:a16="http://schemas.microsoft.com/office/drawing/2014/main" id="{BD17792C-11D3-CEB7-AFD2-C57685663C24}"/>
              </a:ext>
            </a:extLst>
          </p:cNvPr>
          <p:cNvCxnSpPr>
            <a:cxnSpLocks/>
            <a:stCxn id="20" idx="1"/>
          </p:cNvCxnSpPr>
          <p:nvPr/>
        </p:nvCxnSpPr>
        <p:spPr>
          <a:xfrm flipH="1">
            <a:off x="8065971" y="3142792"/>
            <a:ext cx="1095040" cy="65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DBF5C01-7F40-26EF-A812-77C44FCECDAA}"/>
              </a:ext>
            </a:extLst>
          </p:cNvPr>
          <p:cNvCxnSpPr>
            <a:cxnSpLocks/>
            <a:stCxn id="31" idx="1"/>
          </p:cNvCxnSpPr>
          <p:nvPr/>
        </p:nvCxnSpPr>
        <p:spPr>
          <a:xfrm flipH="1" flipV="1">
            <a:off x="8866716" y="3498713"/>
            <a:ext cx="294295" cy="53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9639FD1-ADDF-5839-8856-AD2AC6169086}"/>
              </a:ext>
            </a:extLst>
          </p:cNvPr>
          <p:cNvCxnSpPr>
            <a:cxnSpLocks/>
            <a:stCxn id="25" idx="1"/>
          </p:cNvCxnSpPr>
          <p:nvPr/>
        </p:nvCxnSpPr>
        <p:spPr>
          <a:xfrm flipH="1" flipV="1">
            <a:off x="8775527" y="3767802"/>
            <a:ext cx="385484" cy="294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16DCCF3-81BD-7C3A-9E9D-30AD55CC63F3}"/>
              </a:ext>
            </a:extLst>
          </p:cNvPr>
          <p:cNvCxnSpPr>
            <a:cxnSpLocks/>
            <a:stCxn id="21" idx="1"/>
          </p:cNvCxnSpPr>
          <p:nvPr/>
        </p:nvCxnSpPr>
        <p:spPr>
          <a:xfrm flipH="1" flipV="1">
            <a:off x="7950467" y="4439968"/>
            <a:ext cx="1210544" cy="131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172E16E-AB85-2BAB-475C-EAD45746C4C0}"/>
              </a:ext>
            </a:extLst>
          </p:cNvPr>
          <p:cNvCxnSpPr>
            <a:cxnSpLocks/>
            <a:stCxn id="22" idx="1"/>
          </p:cNvCxnSpPr>
          <p:nvPr/>
        </p:nvCxnSpPr>
        <p:spPr>
          <a:xfrm flipH="1">
            <a:off x="8450981" y="4970845"/>
            <a:ext cx="710030" cy="356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30D4AB4-20CF-B7C5-BBD0-88DAFBC02E09}"/>
              </a:ext>
            </a:extLst>
          </p:cNvPr>
          <p:cNvCxnSpPr>
            <a:cxnSpLocks/>
            <a:stCxn id="23" idx="1"/>
          </p:cNvCxnSpPr>
          <p:nvPr/>
        </p:nvCxnSpPr>
        <p:spPr>
          <a:xfrm flipH="1">
            <a:off x="8325853" y="5456799"/>
            <a:ext cx="835158" cy="179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82E772B-E143-BF16-6BF6-A63DF6B7C3AF}"/>
              </a:ext>
            </a:extLst>
          </p:cNvPr>
          <p:cNvCxnSpPr>
            <a:cxnSpLocks/>
            <a:stCxn id="24" idx="1"/>
          </p:cNvCxnSpPr>
          <p:nvPr/>
        </p:nvCxnSpPr>
        <p:spPr>
          <a:xfrm flipH="1">
            <a:off x="8192522" y="5999591"/>
            <a:ext cx="968489" cy="2709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91398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6C73-B619-067C-E5E4-529E5EF375A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C0BFB4-3BFA-B754-B453-ABA691BB34BD}"/>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75711D47-ABCB-D4C3-EF0C-509BBDD01864}"/>
              </a:ext>
            </a:extLst>
          </p:cNvPr>
          <p:cNvSpPr>
            <a:spLocks noGrp="1"/>
          </p:cNvSpPr>
          <p:nvPr>
            <p:ph type="title"/>
          </p:nvPr>
        </p:nvSpPr>
        <p:spPr/>
        <p:txBody>
          <a:bodyPr>
            <a:normAutofit/>
          </a:bodyPr>
          <a:lstStyle/>
          <a:p>
            <a:r>
              <a:rPr lang="ja-JP" altLang="en-US" dirty="0"/>
              <a:t>「</a:t>
            </a:r>
            <a:r>
              <a:rPr lang="en-US" altLang="ja-JP" dirty="0"/>
              <a:t>Get Started</a:t>
            </a:r>
            <a:r>
              <a:rPr lang="ja-JP" altLang="en-US" dirty="0"/>
              <a:t>」の活用</a:t>
            </a:r>
            <a:endParaRPr kumimoji="1" lang="ja-JP" altLang="en-US" dirty="0"/>
          </a:p>
        </p:txBody>
      </p:sp>
      <p:sp>
        <p:nvSpPr>
          <p:cNvPr id="5" name="Slide Number Placeholder 4">
            <a:extLst>
              <a:ext uri="{FF2B5EF4-FFF2-40B4-BE49-F238E27FC236}">
                <a16:creationId xmlns:a16="http://schemas.microsoft.com/office/drawing/2014/main" id="{D2195FB4-34E5-C341-C313-355716E91155}"/>
              </a:ext>
            </a:extLst>
          </p:cNvPr>
          <p:cNvSpPr>
            <a:spLocks noGrp="1"/>
          </p:cNvSpPr>
          <p:nvPr>
            <p:ph type="sldNum" sz="quarter" idx="4"/>
          </p:nvPr>
        </p:nvSpPr>
        <p:spPr/>
        <p:txBody>
          <a:bodyPr/>
          <a:lstStyle/>
          <a:p>
            <a:pPr defTabSz="1218810"/>
            <a:fld id="{E9B57936-92EF-4126-AE48-1D9D36D15E98}" type="slidenum">
              <a:rPr lang="ja-JP" altLang="en-US" smtClean="0"/>
              <a:pPr defTabSz="1218810"/>
              <a:t>9</a:t>
            </a:fld>
            <a:endParaRPr lang="ja-JP" altLang="en-US"/>
          </a:p>
        </p:txBody>
      </p:sp>
      <p:sp>
        <p:nvSpPr>
          <p:cNvPr id="17" name="TextBox 16">
            <a:extLst>
              <a:ext uri="{FF2B5EF4-FFF2-40B4-BE49-F238E27FC236}">
                <a16:creationId xmlns:a16="http://schemas.microsoft.com/office/drawing/2014/main" id="{126E2A28-8B06-0D36-58E6-39C51992FBE4}"/>
              </a:ext>
            </a:extLst>
          </p:cNvPr>
          <p:cNvSpPr txBox="1"/>
          <p:nvPr/>
        </p:nvSpPr>
        <p:spPr>
          <a:xfrm>
            <a:off x="6665814" y="6516823"/>
            <a:ext cx="5439694" cy="276999"/>
          </a:xfrm>
          <a:prstGeom prst="rect">
            <a:avLst/>
          </a:prstGeom>
          <a:noFill/>
        </p:spPr>
        <p:txBody>
          <a:bodyPr wrap="none" rtlCol="0">
            <a:spAutoFit/>
          </a:bodyPr>
          <a:lstStyle/>
          <a:p>
            <a:r>
              <a:rPr kumimoji="1" lang="ja-JP" altLang="en-US" sz="1200" dirty="0"/>
              <a:t>引用元：</a:t>
            </a:r>
            <a:r>
              <a:rPr kumimoji="1" lang="en-US" altLang="ja-JP" sz="1200" dirty="0"/>
              <a:t> </a:t>
            </a:r>
            <a:r>
              <a:rPr kumimoji="1" lang="en-US" altLang="ja-JP" sz="1200" dirty="0">
                <a:hlinkClick r:id="rId2"/>
              </a:rPr>
              <a:t>https://pharmaverse.github.io/admiral/cran-release/articles/admiral.html</a:t>
            </a:r>
            <a:endParaRPr kumimoji="1" lang="ja-JP" altLang="en-US" sz="1200" dirty="0"/>
          </a:p>
        </p:txBody>
      </p:sp>
      <p:sp>
        <p:nvSpPr>
          <p:cNvPr id="2" name="Text Placeholder 1">
            <a:extLst>
              <a:ext uri="{FF2B5EF4-FFF2-40B4-BE49-F238E27FC236}">
                <a16:creationId xmlns:a16="http://schemas.microsoft.com/office/drawing/2014/main" id="{7FB721E4-B8A6-7A1E-53E4-99A22C817AA1}"/>
              </a:ext>
            </a:extLst>
          </p:cNvPr>
          <p:cNvSpPr>
            <a:spLocks noGrp="1"/>
          </p:cNvSpPr>
          <p:nvPr>
            <p:ph type="body" sz="quarter" idx="15"/>
          </p:nvPr>
        </p:nvSpPr>
        <p:spPr>
          <a:xfrm>
            <a:off x="311150" y="1102385"/>
            <a:ext cx="11569700" cy="5328857"/>
          </a:xfrm>
        </p:spPr>
        <p:txBody>
          <a:bodyPr/>
          <a:lstStyle/>
          <a:p>
            <a:pPr marL="342900" indent="-342900">
              <a:buFont typeface="Arial" panose="020B0604020202020204" pitchFamily="34" charset="0"/>
              <a:buChar char="•"/>
            </a:pPr>
            <a:r>
              <a:rPr lang="en-US" altLang="ja-JP" b="1" dirty="0"/>
              <a:t>admiral</a:t>
            </a:r>
            <a:r>
              <a:rPr lang="ja-JP" altLang="en-US" b="1" dirty="0"/>
              <a:t>を活用して</a:t>
            </a:r>
            <a:r>
              <a:rPr lang="en-US" altLang="ja-JP" b="1" dirty="0" err="1"/>
              <a:t>ADaM</a:t>
            </a:r>
            <a:r>
              <a:rPr lang="ja-JP" altLang="en-US" b="1" dirty="0"/>
              <a:t>データセットを作成する手順を、実際に「</a:t>
            </a:r>
            <a:r>
              <a:rPr lang="en-US" altLang="ja-JP" b="1" dirty="0"/>
              <a:t>R</a:t>
            </a:r>
            <a:r>
              <a:rPr lang="ja-JP" altLang="en-US" b="1" dirty="0"/>
              <a:t>スクリプト」を実行して学ぶことができる</a:t>
            </a:r>
            <a:endParaRPr lang="en-US" altLang="ja-JP" b="1" dirty="0"/>
          </a:p>
          <a:p>
            <a:pPr marL="799968" lvl="1" indent="-342900">
              <a:buFont typeface="Arial" panose="020B0604020202020204" pitchFamily="34" charset="0"/>
              <a:buChar char="•"/>
            </a:pPr>
            <a:r>
              <a:rPr lang="ja-JP" altLang="en-US" dirty="0"/>
              <a:t>構成：目的 → セットアップ→ 導出関数 → その他の関数 → テンプレートを活用した「</a:t>
            </a:r>
            <a:r>
              <a:rPr lang="en-US" altLang="ja-JP" dirty="0"/>
              <a:t>R</a:t>
            </a:r>
            <a:r>
              <a:rPr lang="ja-JP" altLang="en-US" dirty="0"/>
              <a:t>スクリプト」の作成開始</a:t>
            </a:r>
            <a:endParaRPr lang="en-US" altLang="ja-JP" dirty="0"/>
          </a:p>
          <a:p>
            <a:pPr marL="342900" indent="-342900">
              <a:buFont typeface="Arial" panose="020B0604020202020204" pitchFamily="34" charset="0"/>
              <a:buChar char="•"/>
            </a:pPr>
            <a:endParaRPr kumimoji="1" lang="ja-JP" altLang="en-US" dirty="0"/>
          </a:p>
        </p:txBody>
      </p:sp>
      <p:pic>
        <p:nvPicPr>
          <p:cNvPr id="8" name="Picture 7">
            <a:extLst>
              <a:ext uri="{FF2B5EF4-FFF2-40B4-BE49-F238E27FC236}">
                <a16:creationId xmlns:a16="http://schemas.microsoft.com/office/drawing/2014/main" id="{25719951-0467-7EE3-BFD7-21697B351C5C}"/>
              </a:ext>
            </a:extLst>
          </p:cNvPr>
          <p:cNvPicPr>
            <a:picLocks noChangeAspect="1"/>
          </p:cNvPicPr>
          <p:nvPr/>
        </p:nvPicPr>
        <p:blipFill>
          <a:blip r:embed="rId3"/>
          <a:stretch>
            <a:fillRect/>
          </a:stretch>
        </p:blipFill>
        <p:spPr>
          <a:xfrm>
            <a:off x="575105" y="1720653"/>
            <a:ext cx="5303520" cy="2910840"/>
          </a:xfrm>
          <a:prstGeom prst="rect">
            <a:avLst/>
          </a:prstGeom>
          <a:ln>
            <a:solidFill>
              <a:schemeClr val="accent1"/>
            </a:solidFill>
          </a:ln>
        </p:spPr>
      </p:pic>
      <p:pic>
        <p:nvPicPr>
          <p:cNvPr id="15" name="Picture 14">
            <a:extLst>
              <a:ext uri="{FF2B5EF4-FFF2-40B4-BE49-F238E27FC236}">
                <a16:creationId xmlns:a16="http://schemas.microsoft.com/office/drawing/2014/main" id="{5149A722-A878-D13A-383E-A7EFCFFB35B0}"/>
              </a:ext>
            </a:extLst>
          </p:cNvPr>
          <p:cNvPicPr>
            <a:picLocks noChangeAspect="1"/>
          </p:cNvPicPr>
          <p:nvPr/>
        </p:nvPicPr>
        <p:blipFill>
          <a:blip r:embed="rId4"/>
          <a:stretch>
            <a:fillRect/>
          </a:stretch>
        </p:blipFill>
        <p:spPr>
          <a:xfrm>
            <a:off x="6313376" y="1720653"/>
            <a:ext cx="5440680" cy="4693920"/>
          </a:xfrm>
          <a:prstGeom prst="rect">
            <a:avLst/>
          </a:prstGeom>
          <a:ln>
            <a:solidFill>
              <a:schemeClr val="accent1"/>
            </a:solidFill>
          </a:ln>
        </p:spPr>
      </p:pic>
      <p:sp>
        <p:nvSpPr>
          <p:cNvPr id="16" name="TextBox 15">
            <a:extLst>
              <a:ext uri="{FF2B5EF4-FFF2-40B4-BE49-F238E27FC236}">
                <a16:creationId xmlns:a16="http://schemas.microsoft.com/office/drawing/2014/main" id="{8B5DFA29-36DD-C975-0C5D-E916A030B63E}"/>
              </a:ext>
            </a:extLst>
          </p:cNvPr>
          <p:cNvSpPr txBox="1"/>
          <p:nvPr/>
        </p:nvSpPr>
        <p:spPr>
          <a:xfrm>
            <a:off x="2117852" y="2899074"/>
            <a:ext cx="3315075"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テストデータパッケージ「</a:t>
            </a:r>
            <a:r>
              <a:rPr kumimoji="1" lang="en-US" altLang="ja-JP" sz="1200" dirty="0" err="1">
                <a:solidFill>
                  <a:schemeClr val="accent1"/>
                </a:solidFill>
              </a:rPr>
              <a:t>pharmaversesdtm</a:t>
            </a:r>
            <a:r>
              <a:rPr kumimoji="1" lang="ja-JP" altLang="en-US" sz="1200" dirty="0">
                <a:solidFill>
                  <a:schemeClr val="accent1"/>
                </a:solidFill>
              </a:rPr>
              <a:t>」</a:t>
            </a:r>
            <a:endParaRPr kumimoji="1" lang="en-US" altLang="ja-JP" sz="1200" dirty="0">
              <a:solidFill>
                <a:schemeClr val="accent1"/>
              </a:solidFill>
            </a:endParaRPr>
          </a:p>
        </p:txBody>
      </p:sp>
      <p:sp>
        <p:nvSpPr>
          <p:cNvPr id="18" name="TextBox 17">
            <a:extLst>
              <a:ext uri="{FF2B5EF4-FFF2-40B4-BE49-F238E27FC236}">
                <a16:creationId xmlns:a16="http://schemas.microsoft.com/office/drawing/2014/main" id="{C7FDEB55-5EE1-7B07-8E2F-C38D76A885D1}"/>
              </a:ext>
            </a:extLst>
          </p:cNvPr>
          <p:cNvSpPr txBox="1"/>
          <p:nvPr/>
        </p:nvSpPr>
        <p:spPr>
          <a:xfrm>
            <a:off x="9033716" y="3037573"/>
            <a:ext cx="2492990" cy="276999"/>
          </a:xfrm>
          <a:prstGeom prst="rect">
            <a:avLst/>
          </a:prstGeom>
          <a:solidFill>
            <a:schemeClr val="bg1"/>
          </a:solidFill>
          <a:ln>
            <a:solidFill>
              <a:schemeClr val="accent1"/>
            </a:solidFill>
          </a:ln>
        </p:spPr>
        <p:txBody>
          <a:bodyPr wrap="none" rtlCol="0">
            <a:spAutoFit/>
          </a:bodyPr>
          <a:lstStyle/>
          <a:p>
            <a:r>
              <a:rPr kumimoji="1" lang="ja-JP" altLang="en-US" sz="1200" dirty="0">
                <a:solidFill>
                  <a:schemeClr val="accent1"/>
                </a:solidFill>
              </a:rPr>
              <a:t>関数の使用事例及びその実行結果</a:t>
            </a:r>
            <a:endParaRPr kumimoji="1" lang="en-US" altLang="ja-JP" sz="1200" dirty="0">
              <a:solidFill>
                <a:schemeClr val="accent1"/>
              </a:solidFill>
            </a:endParaRPr>
          </a:p>
        </p:txBody>
      </p:sp>
    </p:spTree>
    <p:extLst>
      <p:ext uri="{BB962C8B-B14F-4D97-AF65-F5344CB8AC3E}">
        <p14:creationId xmlns:p14="http://schemas.microsoft.com/office/powerpoint/2010/main" val="318970561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E219E7-5916-025E-53BA-EB4BE933E4A4}"/>
              </a:ext>
            </a:extLst>
          </p:cNvPr>
          <p:cNvSpPr>
            <a:spLocks noGrp="1"/>
          </p:cNvSpPr>
          <p:nvPr>
            <p:ph type="body" sz="quarter" idx="15"/>
          </p:nvPr>
        </p:nvSpPr>
        <p:spPr>
          <a:xfrm>
            <a:off x="311149" y="1102385"/>
            <a:ext cx="5841677" cy="5328857"/>
          </a:xfrm>
        </p:spPr>
        <p:txBody>
          <a:bodyPr/>
          <a:lstStyle/>
          <a:p>
            <a:pPr marL="285750" indent="-285750">
              <a:buFont typeface="Arial" panose="020B0604020202020204" pitchFamily="34" charset="0"/>
              <a:buChar char="•"/>
            </a:pPr>
            <a:r>
              <a:rPr kumimoji="1" lang="ja-JP" altLang="en-US" b="1" dirty="0"/>
              <a:t>プログラミングの概念とルール</a:t>
            </a:r>
            <a:endParaRPr kumimoji="1" lang="en-US" altLang="ja-JP" b="1" dirty="0"/>
          </a:p>
          <a:p>
            <a:pPr marL="742818" lvl="1" indent="-285750">
              <a:buFont typeface="Arial" panose="020B0604020202020204" pitchFamily="34" charset="0"/>
              <a:buChar char="•"/>
            </a:pPr>
            <a:r>
              <a:rPr lang="en-US" altLang="ja-JP" dirty="0"/>
              <a:t>admiral</a:t>
            </a:r>
            <a:r>
              <a:rPr lang="ja-JP" altLang="en-US" dirty="0"/>
              <a:t>の関数を使用する際の入出力データの特徴</a:t>
            </a:r>
            <a:endParaRPr lang="en-US" altLang="ja-JP" dirty="0"/>
          </a:p>
          <a:p>
            <a:pPr marL="1199899" lvl="2" indent="-285750">
              <a:buFont typeface="Arial" panose="020B0604020202020204" pitchFamily="34" charset="0"/>
              <a:buChar char="•"/>
            </a:pPr>
            <a:r>
              <a:rPr lang="ja-JP" altLang="en-US" dirty="0"/>
              <a:t>入力データのグループ化の解除、出力データがグループ化されていないこと</a:t>
            </a:r>
            <a:endParaRPr lang="en-US" altLang="ja-JP" dirty="0"/>
          </a:p>
          <a:p>
            <a:pPr marL="742818" lvl="1" indent="-285750">
              <a:buFont typeface="Arial" panose="020B0604020202020204" pitchFamily="34" charset="0"/>
              <a:buChar char="•"/>
            </a:pPr>
            <a:r>
              <a:rPr kumimoji="1" lang="en-US" altLang="ja-JP" dirty="0"/>
              <a:t>admiral</a:t>
            </a:r>
            <a:r>
              <a:rPr kumimoji="1" lang="ja-JP" altLang="en-US" dirty="0"/>
              <a:t>の関数が入力値によってのみ決定される</a:t>
            </a:r>
            <a:endParaRPr kumimoji="1" lang="en-US" altLang="ja-JP" dirty="0"/>
          </a:p>
          <a:p>
            <a:pPr marL="1199899" lvl="2" indent="-285750">
              <a:buFont typeface="Arial" panose="020B0604020202020204" pitchFamily="34" charset="0"/>
              <a:buChar char="•"/>
            </a:pPr>
            <a:r>
              <a:rPr kumimoji="1" lang="ja-JP" altLang="en-US" dirty="0"/>
              <a:t>データセット、変数名、その他オプションなどすべては引数によって関数に渡される</a:t>
            </a:r>
            <a:endParaRPr kumimoji="1" lang="en-US" altLang="ja-JP" dirty="0"/>
          </a:p>
          <a:p>
            <a:pPr marL="742818" lvl="1" indent="-285750">
              <a:buFont typeface="Arial" panose="020B0604020202020204" pitchFamily="34" charset="0"/>
              <a:buChar char="•"/>
            </a:pPr>
            <a:r>
              <a:rPr lang="ja-JP" altLang="en-US" dirty="0"/>
              <a:t>欠測値の取り扱い</a:t>
            </a:r>
            <a:endParaRPr lang="en-US" altLang="ja-JP" dirty="0"/>
          </a:p>
          <a:p>
            <a:pPr marL="1199899" lvl="2" indent="-285750">
              <a:buFont typeface="Arial" panose="020B0604020202020204" pitchFamily="34" charset="0"/>
              <a:buChar char="•"/>
            </a:pPr>
            <a:r>
              <a:rPr kumimoji="1" lang="en-US" altLang="ja-JP" dirty="0"/>
              <a:t>SAS</a:t>
            </a:r>
            <a:r>
              <a:rPr kumimoji="1" lang="ja-JP" altLang="en-US" dirty="0"/>
              <a:t>データセットの読み込みに</a:t>
            </a:r>
            <a:r>
              <a:rPr kumimoji="1" lang="en-US" altLang="ja-JP" dirty="0"/>
              <a:t>haven</a:t>
            </a:r>
            <a:r>
              <a:rPr kumimoji="1" lang="ja-JP" altLang="en-US" dirty="0"/>
              <a:t>パッケージ</a:t>
            </a:r>
            <a:r>
              <a:rPr lang="ja-JP" altLang="en-US" dirty="0"/>
              <a:t>を使用する場合、</a:t>
            </a:r>
            <a:r>
              <a:rPr lang="en-US" altLang="ja-JP" dirty="0"/>
              <a:t>SAS</a:t>
            </a:r>
            <a:r>
              <a:rPr lang="ja-JP" altLang="en-US" dirty="0"/>
              <a:t>の空白文字を「</a:t>
            </a:r>
            <a:r>
              <a:rPr lang="en-US" altLang="ja-JP" dirty="0"/>
              <a:t>R</a:t>
            </a:r>
            <a:r>
              <a:rPr lang="ja-JP" altLang="en-US" dirty="0"/>
              <a:t>」の</a:t>
            </a:r>
            <a:r>
              <a:rPr lang="en-US" altLang="ja-JP" dirty="0"/>
              <a:t>NA</a:t>
            </a:r>
            <a:r>
              <a:rPr lang="ja-JP" altLang="en-US" dirty="0"/>
              <a:t>に置き換える「</a:t>
            </a:r>
            <a:r>
              <a:rPr lang="en-US" altLang="ja-JP" dirty="0" err="1"/>
              <a:t>convert_blanks_to_na</a:t>
            </a:r>
            <a:r>
              <a:rPr lang="en-US" altLang="ja-JP" dirty="0"/>
              <a:t>()</a:t>
            </a:r>
            <a:r>
              <a:rPr lang="ja-JP" altLang="en-US" dirty="0"/>
              <a:t>」を使用</a:t>
            </a:r>
            <a:endParaRPr lang="en-US" altLang="ja-JP" dirty="0"/>
          </a:p>
          <a:p>
            <a:pPr marL="742818" lvl="1" indent="-285750">
              <a:buFont typeface="Arial" panose="020B0604020202020204" pitchFamily="34" charset="0"/>
              <a:buChar char="•"/>
            </a:pPr>
            <a:r>
              <a:rPr lang="ja-JP" altLang="en-US" dirty="0"/>
              <a:t>クォートとクォート解除</a:t>
            </a:r>
            <a:endParaRPr lang="en-US" altLang="ja-JP" dirty="0"/>
          </a:p>
          <a:p>
            <a:pPr marL="1199899" lvl="2" indent="-285750">
              <a:buFont typeface="Arial" panose="020B0604020202020204" pitchFamily="34" charset="0"/>
              <a:buChar char="•"/>
            </a:pPr>
            <a:r>
              <a:rPr kumimoji="1" lang="en-US" altLang="ja-JP" dirty="0" err="1"/>
              <a:t>rlang</a:t>
            </a:r>
            <a:r>
              <a:rPr lang="ja-JP" altLang="en-US" dirty="0"/>
              <a:t>パッケージの「</a:t>
            </a:r>
            <a:r>
              <a:rPr lang="en-US" altLang="ja-JP" dirty="0"/>
              <a:t>expr()</a:t>
            </a:r>
            <a:r>
              <a:rPr lang="ja-JP" altLang="en-US" dirty="0"/>
              <a:t>」や「</a:t>
            </a:r>
            <a:r>
              <a:rPr lang="en-US" altLang="ja-JP" dirty="0" err="1"/>
              <a:t>exprs</a:t>
            </a:r>
            <a:r>
              <a:rPr lang="en-US" altLang="ja-JP" dirty="0"/>
              <a:t>()</a:t>
            </a:r>
            <a:r>
              <a:rPr lang="ja-JP" altLang="en-US" dirty="0"/>
              <a:t>」を、</a:t>
            </a:r>
            <a:r>
              <a:rPr kumimoji="1" lang="ja-JP" altLang="en-US" dirty="0"/>
              <a:t>スクリプト内で式を評価せず、そのままの形で関数に引き渡すのに使用（コードを文字列やデータとして扱う際に使用）</a:t>
            </a:r>
            <a:endParaRPr kumimoji="1" lang="en-US" altLang="ja-JP" dirty="0"/>
          </a:p>
          <a:p>
            <a:pPr marL="1199899" lvl="2" indent="-285750">
              <a:buFont typeface="Arial" panose="020B0604020202020204" pitchFamily="34" charset="0"/>
              <a:buChar char="•"/>
            </a:pPr>
            <a:endParaRPr lang="en-US" altLang="ja-JP" dirty="0"/>
          </a:p>
          <a:p>
            <a:pPr marL="285750" indent="-285750">
              <a:buFont typeface="Arial" panose="020B0604020202020204" pitchFamily="34" charset="0"/>
              <a:buChar char="•"/>
            </a:pPr>
            <a:r>
              <a:rPr lang="ja-JP" altLang="en-US" b="1" dirty="0"/>
              <a:t>高階関数</a:t>
            </a:r>
            <a:endParaRPr lang="en-US" altLang="ja-JP" b="1" dirty="0"/>
          </a:p>
          <a:p>
            <a:pPr marL="742818" lvl="1" indent="-285750">
              <a:buFont typeface="Arial" panose="020B0604020202020204" pitchFamily="34" charset="0"/>
              <a:buChar char="•"/>
            </a:pPr>
            <a:r>
              <a:rPr lang="en-US" altLang="ja-JP" dirty="0" err="1"/>
              <a:t>call_derivation</a:t>
            </a:r>
            <a:r>
              <a:rPr lang="en-US" altLang="ja-JP" dirty="0"/>
              <a:t>(): </a:t>
            </a:r>
            <a:r>
              <a:rPr lang="ja-JP" altLang="en-US" dirty="0"/>
              <a:t>単一の導出を複数回呼び出す（引数ごとに固定・変更を実施）</a:t>
            </a:r>
            <a:endParaRPr lang="en-US" altLang="ja-JP" dirty="0"/>
          </a:p>
          <a:p>
            <a:pPr marL="742818" lvl="1" indent="-285750">
              <a:buFont typeface="Arial" panose="020B0604020202020204" pitchFamily="34" charset="0"/>
              <a:buChar char="•"/>
            </a:pPr>
            <a:r>
              <a:rPr lang="en-US" altLang="ja-JP" dirty="0" err="1"/>
              <a:t>restrict_derivation</a:t>
            </a:r>
            <a:r>
              <a:rPr lang="en-US" altLang="ja-JP" dirty="0"/>
              <a:t>(): </a:t>
            </a:r>
            <a:r>
              <a:rPr lang="ja-JP" altLang="en-US" dirty="0"/>
              <a:t>入力データの特定のレコードに対して単一の導出</a:t>
            </a:r>
            <a:endParaRPr lang="en-US" altLang="ja-JP" dirty="0"/>
          </a:p>
          <a:p>
            <a:pPr marL="742818" lvl="1" indent="-285750">
              <a:buFont typeface="Arial" panose="020B0604020202020204" pitchFamily="34" charset="0"/>
              <a:buChar char="•"/>
            </a:pPr>
            <a:r>
              <a:rPr lang="en-US" altLang="ja-JP" dirty="0" err="1"/>
              <a:t>slice_derivation</a:t>
            </a:r>
            <a:r>
              <a:rPr lang="en-US" altLang="ja-JP" dirty="0"/>
              <a:t>(): </a:t>
            </a:r>
            <a:r>
              <a:rPr lang="ja-JP" altLang="en-US" dirty="0"/>
              <a:t>上記</a:t>
            </a:r>
            <a:r>
              <a:rPr lang="en-US" altLang="ja-JP" dirty="0"/>
              <a:t>2</a:t>
            </a:r>
            <a:r>
              <a:rPr lang="ja-JP" altLang="en-US" dirty="0"/>
              <a:t>関数の組み合わせ</a:t>
            </a:r>
            <a:endParaRPr lang="en-US" altLang="ja-JP" dirty="0"/>
          </a:p>
          <a:p>
            <a:pPr marL="742818" lvl="1" indent="-285750">
              <a:buFont typeface="Arial" panose="020B0604020202020204" pitchFamily="34" charset="0"/>
              <a:buChar char="•"/>
            </a:pPr>
            <a:endParaRPr lang="en-US" altLang="ja-JP" dirty="0"/>
          </a:p>
          <a:p>
            <a:pPr marL="1199899" lvl="2" indent="-28575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1C0A2E70-EE37-F683-C37B-E2426E5C37D9}"/>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7545A02B-CB64-C2D6-E9A2-9E2762FDA5EB}"/>
              </a:ext>
            </a:extLst>
          </p:cNvPr>
          <p:cNvSpPr>
            <a:spLocks noGrp="1"/>
          </p:cNvSpPr>
          <p:nvPr>
            <p:ph type="title"/>
          </p:nvPr>
        </p:nvSpPr>
        <p:spPr/>
        <p:txBody>
          <a:bodyPr/>
          <a:lstStyle/>
          <a:p>
            <a:r>
              <a:rPr kumimoji="1" lang="ja-JP" altLang="en-US" dirty="0"/>
              <a:t>「</a:t>
            </a:r>
            <a:r>
              <a:rPr kumimoji="1" lang="en-US" altLang="ja-JP" dirty="0"/>
              <a:t>General Rules</a:t>
            </a:r>
            <a:r>
              <a:rPr kumimoji="1" lang="ja-JP" altLang="en-US" dirty="0"/>
              <a:t>」は</a:t>
            </a:r>
            <a:r>
              <a:rPr kumimoji="1" lang="en-US" altLang="ja-JP" dirty="0"/>
              <a:t>admiral</a:t>
            </a:r>
            <a:r>
              <a:rPr kumimoji="1" lang="ja-JP" altLang="en-US" dirty="0"/>
              <a:t>の基本</a:t>
            </a:r>
          </a:p>
        </p:txBody>
      </p:sp>
      <p:sp>
        <p:nvSpPr>
          <p:cNvPr id="5" name="Slide Number Placeholder 4">
            <a:extLst>
              <a:ext uri="{FF2B5EF4-FFF2-40B4-BE49-F238E27FC236}">
                <a16:creationId xmlns:a16="http://schemas.microsoft.com/office/drawing/2014/main" id="{90317F22-FC4C-A1ED-C7DB-C089D9D47A03}"/>
              </a:ext>
            </a:extLst>
          </p:cNvPr>
          <p:cNvSpPr>
            <a:spLocks noGrp="1"/>
          </p:cNvSpPr>
          <p:nvPr>
            <p:ph type="sldNum" sz="quarter" idx="4"/>
          </p:nvPr>
        </p:nvSpPr>
        <p:spPr/>
        <p:txBody>
          <a:bodyPr/>
          <a:lstStyle/>
          <a:p>
            <a:pPr defTabSz="1218810"/>
            <a:fld id="{E9B57936-92EF-4126-AE48-1D9D36D15E98}" type="slidenum">
              <a:rPr lang="ja-JP" altLang="en-US" smtClean="0"/>
              <a:pPr defTabSz="1218810"/>
              <a:t>10</a:t>
            </a:fld>
            <a:endParaRPr lang="ja-JP" altLang="en-US"/>
          </a:p>
        </p:txBody>
      </p:sp>
      <p:sp>
        <p:nvSpPr>
          <p:cNvPr id="7" name="Text Placeholder 1">
            <a:extLst>
              <a:ext uri="{FF2B5EF4-FFF2-40B4-BE49-F238E27FC236}">
                <a16:creationId xmlns:a16="http://schemas.microsoft.com/office/drawing/2014/main" id="{90AA9407-5518-9A47-F3C3-5DD9DEEC4C23}"/>
              </a:ext>
            </a:extLst>
          </p:cNvPr>
          <p:cNvSpPr txBox="1">
            <a:spLocks/>
          </p:cNvSpPr>
          <p:nvPr/>
        </p:nvSpPr>
        <p:spPr>
          <a:xfrm>
            <a:off x="6152826" y="1102384"/>
            <a:ext cx="5841677" cy="5328857"/>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0" indent="-285750">
              <a:buFont typeface="Arial" panose="020B0604020202020204" pitchFamily="34" charset="0"/>
              <a:buChar char="•"/>
            </a:pPr>
            <a:r>
              <a:rPr lang="ja-JP" altLang="en-US" b="1" dirty="0"/>
              <a:t>導出関数の分類</a:t>
            </a:r>
            <a:endParaRPr lang="en-US" altLang="ja-JP" b="1" dirty="0"/>
          </a:p>
          <a:p>
            <a:pPr lvl="1"/>
            <a:r>
              <a:rPr lang="ja-JP" altLang="en-US" dirty="0"/>
              <a:t>以下の</a:t>
            </a:r>
            <a:r>
              <a:rPr lang="en-US" altLang="ja-JP" dirty="0"/>
              <a:t>3</a:t>
            </a:r>
            <a:r>
              <a:rPr lang="ja-JP" altLang="en-US" dirty="0"/>
              <a:t>つの特性で分類</a:t>
            </a:r>
            <a:endParaRPr lang="en-US" altLang="ja-JP" dirty="0"/>
          </a:p>
          <a:p>
            <a:pPr marL="799968" lvl="1" indent="-342900">
              <a:buFont typeface="+mj-lt"/>
              <a:buAutoNum type="arabicPeriod"/>
            </a:pPr>
            <a:r>
              <a:rPr lang="ja-JP" altLang="en-US" b="1" dirty="0"/>
              <a:t>何を追加するか？</a:t>
            </a:r>
            <a:r>
              <a:rPr lang="ja-JP" altLang="en-US" dirty="0"/>
              <a:t>（変数？レコード</a:t>
            </a:r>
            <a:r>
              <a:rPr lang="en-US" altLang="ja-JP" dirty="0"/>
              <a:t>/</a:t>
            </a:r>
            <a:r>
              <a:rPr lang="ja-JP" altLang="en-US" dirty="0"/>
              <a:t>パラメータ？）</a:t>
            </a:r>
            <a:endParaRPr lang="en-US" altLang="ja-JP" dirty="0"/>
          </a:p>
          <a:p>
            <a:pPr marL="799968" lvl="1" indent="-342900">
              <a:buFont typeface="+mj-lt"/>
              <a:buAutoNum type="arabicPeriod"/>
            </a:pPr>
            <a:r>
              <a:rPr lang="ja-JP" altLang="en-US" b="1" dirty="0"/>
              <a:t>ソースデータセットの数は？</a:t>
            </a:r>
            <a:r>
              <a:rPr lang="ja-JP" altLang="en-US" dirty="0"/>
              <a:t>（単一？複数？）</a:t>
            </a:r>
            <a:endParaRPr lang="en-US" altLang="ja-JP" dirty="0"/>
          </a:p>
          <a:p>
            <a:pPr marL="799968" lvl="1" indent="-342900">
              <a:buFont typeface="+mj-lt"/>
              <a:buAutoNum type="arabicPeriod"/>
            </a:pPr>
            <a:r>
              <a:rPr lang="ja-JP" altLang="en-US" b="1" dirty="0"/>
              <a:t>導出方法は何か？</a:t>
            </a:r>
            <a:r>
              <a:rPr lang="ja-JP" altLang="en-US" dirty="0"/>
              <a:t>（選択？要約？計算？）</a:t>
            </a:r>
            <a:endParaRPr lang="en-US" altLang="ja-JP" dirty="0"/>
          </a:p>
          <a:p>
            <a:pPr marL="742818" lvl="1" indent="-285750">
              <a:buFont typeface="Arial" pitchFamily="34" charset="0"/>
              <a:buChar char="•"/>
            </a:pPr>
            <a:endParaRPr lang="en-US" altLang="ja-JP" dirty="0"/>
          </a:p>
          <a:p>
            <a:pPr marL="1199899" lvl="2" indent="-285750">
              <a:buFont typeface="Arial" pitchFamily="34" charset="0"/>
              <a:buChar char="•"/>
            </a:pPr>
            <a:endParaRPr lang="ja-JP" altLang="en-US" dirty="0"/>
          </a:p>
        </p:txBody>
      </p:sp>
      <p:pic>
        <p:nvPicPr>
          <p:cNvPr id="9" name="Picture 8">
            <a:extLst>
              <a:ext uri="{FF2B5EF4-FFF2-40B4-BE49-F238E27FC236}">
                <a16:creationId xmlns:a16="http://schemas.microsoft.com/office/drawing/2014/main" id="{07AB4506-7983-E81E-BAB6-46203AA89AB8}"/>
              </a:ext>
            </a:extLst>
          </p:cNvPr>
          <p:cNvPicPr>
            <a:picLocks noChangeAspect="1"/>
          </p:cNvPicPr>
          <p:nvPr/>
        </p:nvPicPr>
        <p:blipFill>
          <a:blip r:embed="rId2"/>
          <a:stretch>
            <a:fillRect/>
          </a:stretch>
        </p:blipFill>
        <p:spPr>
          <a:xfrm>
            <a:off x="6575220" y="2425484"/>
            <a:ext cx="5419283" cy="3761892"/>
          </a:xfrm>
          <a:prstGeom prst="rect">
            <a:avLst/>
          </a:prstGeom>
          <a:ln>
            <a:solidFill>
              <a:schemeClr val="accent1"/>
            </a:solidFill>
          </a:ln>
        </p:spPr>
      </p:pic>
    </p:spTree>
    <p:extLst>
      <p:ext uri="{BB962C8B-B14F-4D97-AF65-F5344CB8AC3E}">
        <p14:creationId xmlns:p14="http://schemas.microsoft.com/office/powerpoint/2010/main" val="379730350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542D7-109D-FE0E-5D78-D746F4D953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FEBFFDC-ACCD-7BA4-9811-6B603BBEA518}"/>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1B28DEC0-90B1-5D67-70F6-E5FC55A49F94}"/>
              </a:ext>
            </a:extLst>
          </p:cNvPr>
          <p:cNvSpPr>
            <a:spLocks noGrp="1"/>
          </p:cNvSpPr>
          <p:nvPr>
            <p:ph type="title"/>
          </p:nvPr>
        </p:nvSpPr>
        <p:spPr/>
        <p:txBody>
          <a:bodyPr>
            <a:normAutofit/>
          </a:bodyPr>
          <a:lstStyle/>
          <a:p>
            <a:r>
              <a:rPr lang="en-US" altLang="ja-JP" dirty="0" err="1"/>
              <a:t>pharmaverse</a:t>
            </a:r>
            <a:r>
              <a:rPr lang="ja-JP" altLang="en-US" dirty="0"/>
              <a:t> </a:t>
            </a:r>
            <a:r>
              <a:rPr lang="en-US" altLang="ja-JP" dirty="0"/>
              <a:t>admiral</a:t>
            </a:r>
            <a:r>
              <a:rPr lang="ja-JP" altLang="en-US" dirty="0"/>
              <a:t>の関数とチートシート</a:t>
            </a:r>
            <a:endParaRPr kumimoji="1" lang="ja-JP" altLang="en-US" dirty="0"/>
          </a:p>
        </p:txBody>
      </p:sp>
      <p:sp>
        <p:nvSpPr>
          <p:cNvPr id="5" name="Slide Number Placeholder 4">
            <a:extLst>
              <a:ext uri="{FF2B5EF4-FFF2-40B4-BE49-F238E27FC236}">
                <a16:creationId xmlns:a16="http://schemas.microsoft.com/office/drawing/2014/main" id="{E2FCE39E-FEF3-8728-48BE-DB84D3F48AB0}"/>
              </a:ext>
            </a:extLst>
          </p:cNvPr>
          <p:cNvSpPr>
            <a:spLocks noGrp="1"/>
          </p:cNvSpPr>
          <p:nvPr>
            <p:ph type="sldNum" sz="quarter" idx="4"/>
          </p:nvPr>
        </p:nvSpPr>
        <p:spPr/>
        <p:txBody>
          <a:bodyPr/>
          <a:lstStyle/>
          <a:p>
            <a:pPr defTabSz="1218810"/>
            <a:fld id="{E9B57936-92EF-4126-AE48-1D9D36D15E98}" type="slidenum">
              <a:rPr lang="ja-JP" altLang="en-US" smtClean="0"/>
              <a:pPr defTabSz="1218810"/>
              <a:t>11</a:t>
            </a:fld>
            <a:endParaRPr lang="ja-JP" altLang="en-US"/>
          </a:p>
        </p:txBody>
      </p:sp>
      <p:pic>
        <p:nvPicPr>
          <p:cNvPr id="10" name="Picture 9">
            <a:extLst>
              <a:ext uri="{FF2B5EF4-FFF2-40B4-BE49-F238E27FC236}">
                <a16:creationId xmlns:a16="http://schemas.microsoft.com/office/drawing/2014/main" id="{04DEEEC6-C726-C2B5-97B5-81C9FDC69757}"/>
              </a:ext>
            </a:extLst>
          </p:cNvPr>
          <p:cNvPicPr>
            <a:picLocks noChangeAspect="1"/>
          </p:cNvPicPr>
          <p:nvPr/>
        </p:nvPicPr>
        <p:blipFill>
          <a:blip r:embed="rId2"/>
          <a:stretch>
            <a:fillRect/>
          </a:stretch>
        </p:blipFill>
        <p:spPr>
          <a:xfrm>
            <a:off x="3900584" y="847406"/>
            <a:ext cx="7787640" cy="5547360"/>
          </a:xfrm>
          <a:prstGeom prst="rect">
            <a:avLst/>
          </a:prstGeom>
          <a:ln>
            <a:solidFill>
              <a:schemeClr val="accent1"/>
            </a:solidFill>
          </a:ln>
        </p:spPr>
      </p:pic>
      <p:sp>
        <p:nvSpPr>
          <p:cNvPr id="11" name="TextBox 10">
            <a:extLst>
              <a:ext uri="{FF2B5EF4-FFF2-40B4-BE49-F238E27FC236}">
                <a16:creationId xmlns:a16="http://schemas.microsoft.com/office/drawing/2014/main" id="{E6F42925-610A-AC6D-E171-77B1213FC23A}"/>
              </a:ext>
            </a:extLst>
          </p:cNvPr>
          <p:cNvSpPr txBox="1"/>
          <p:nvPr/>
        </p:nvSpPr>
        <p:spPr>
          <a:xfrm>
            <a:off x="4303403" y="2211269"/>
            <a:ext cx="1569660"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変数を追加する関数</a:t>
            </a:r>
            <a:endParaRPr kumimoji="1" lang="en-US" altLang="ja-JP" sz="1200" dirty="0">
              <a:solidFill>
                <a:schemeClr val="accent1"/>
              </a:solidFill>
            </a:endParaRPr>
          </a:p>
        </p:txBody>
      </p:sp>
      <p:sp>
        <p:nvSpPr>
          <p:cNvPr id="12" name="TextBox 11">
            <a:extLst>
              <a:ext uri="{FF2B5EF4-FFF2-40B4-BE49-F238E27FC236}">
                <a16:creationId xmlns:a16="http://schemas.microsoft.com/office/drawing/2014/main" id="{3756702A-4FE0-52E8-CD51-9CAAC1E8A8F2}"/>
              </a:ext>
            </a:extLst>
          </p:cNvPr>
          <p:cNvSpPr txBox="1"/>
          <p:nvPr/>
        </p:nvSpPr>
        <p:spPr>
          <a:xfrm>
            <a:off x="6701797" y="1444134"/>
            <a:ext cx="2185214"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パラメーターを追加する関数</a:t>
            </a:r>
            <a:endParaRPr kumimoji="1" lang="en-US" altLang="ja-JP" sz="1200" dirty="0">
              <a:solidFill>
                <a:schemeClr val="accent1"/>
              </a:solidFill>
            </a:endParaRPr>
          </a:p>
        </p:txBody>
      </p:sp>
      <p:sp>
        <p:nvSpPr>
          <p:cNvPr id="13" name="TextBox 12">
            <a:extLst>
              <a:ext uri="{FF2B5EF4-FFF2-40B4-BE49-F238E27FC236}">
                <a16:creationId xmlns:a16="http://schemas.microsoft.com/office/drawing/2014/main" id="{635633AD-CC91-4A44-3C71-5371D5DAF7F3}"/>
              </a:ext>
            </a:extLst>
          </p:cNvPr>
          <p:cNvSpPr txBox="1"/>
          <p:nvPr/>
        </p:nvSpPr>
        <p:spPr>
          <a:xfrm>
            <a:off x="9388986" y="1415781"/>
            <a:ext cx="2646878"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日数・日付・日時等を追加する関数</a:t>
            </a:r>
            <a:endParaRPr kumimoji="1" lang="en-US" altLang="ja-JP" sz="1200" dirty="0">
              <a:solidFill>
                <a:schemeClr val="accent1"/>
              </a:solidFill>
            </a:endParaRPr>
          </a:p>
        </p:txBody>
      </p:sp>
      <p:sp>
        <p:nvSpPr>
          <p:cNvPr id="14" name="TextBox 13">
            <a:extLst>
              <a:ext uri="{FF2B5EF4-FFF2-40B4-BE49-F238E27FC236}">
                <a16:creationId xmlns:a16="http://schemas.microsoft.com/office/drawing/2014/main" id="{4ED5EACA-DB13-889E-8ED6-33C0CE5A58B4}"/>
              </a:ext>
            </a:extLst>
          </p:cNvPr>
          <p:cNvSpPr txBox="1"/>
          <p:nvPr/>
        </p:nvSpPr>
        <p:spPr>
          <a:xfrm>
            <a:off x="8927321" y="4805993"/>
            <a:ext cx="3108543"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ベクトルに対する計算・変換等を行う関数</a:t>
            </a:r>
            <a:endParaRPr kumimoji="1" lang="en-US" altLang="ja-JP" sz="1200" dirty="0">
              <a:solidFill>
                <a:schemeClr val="accent1"/>
              </a:solidFill>
            </a:endParaRPr>
          </a:p>
        </p:txBody>
      </p:sp>
      <p:sp>
        <p:nvSpPr>
          <p:cNvPr id="17" name="TextBox 16">
            <a:extLst>
              <a:ext uri="{FF2B5EF4-FFF2-40B4-BE49-F238E27FC236}">
                <a16:creationId xmlns:a16="http://schemas.microsoft.com/office/drawing/2014/main" id="{F659E9B4-8E2E-55F7-D30B-9F94DD847E5D}"/>
              </a:ext>
            </a:extLst>
          </p:cNvPr>
          <p:cNvSpPr txBox="1"/>
          <p:nvPr/>
        </p:nvSpPr>
        <p:spPr>
          <a:xfrm>
            <a:off x="5462790" y="6523001"/>
            <a:ext cx="6669967" cy="276999"/>
          </a:xfrm>
          <a:prstGeom prst="rect">
            <a:avLst/>
          </a:prstGeom>
          <a:noFill/>
        </p:spPr>
        <p:txBody>
          <a:bodyPr wrap="none" rtlCol="0">
            <a:spAutoFit/>
          </a:bodyPr>
          <a:lstStyle/>
          <a:p>
            <a:r>
              <a:rPr kumimoji="1" lang="ja-JP" altLang="en-US" sz="1200" dirty="0"/>
              <a:t>引用元：</a:t>
            </a:r>
            <a:r>
              <a:rPr kumimoji="1" lang="en-US" altLang="ja-JP" sz="1200" dirty="0">
                <a:hlinkClick r:id="rId3"/>
              </a:rPr>
              <a:t>https://github.com/pharmaverse/admiral/blob/main/inst/cheatsheet/admiral_cheatsheet.pdf</a:t>
            </a:r>
            <a:endParaRPr kumimoji="1" lang="ja-JP" altLang="en-US" sz="1200" dirty="0"/>
          </a:p>
        </p:txBody>
      </p:sp>
      <p:sp>
        <p:nvSpPr>
          <p:cNvPr id="18" name="Text Placeholder 1">
            <a:extLst>
              <a:ext uri="{FF2B5EF4-FFF2-40B4-BE49-F238E27FC236}">
                <a16:creationId xmlns:a16="http://schemas.microsoft.com/office/drawing/2014/main" id="{A124678A-3E19-A5A4-B8B6-8D1868E38C61}"/>
              </a:ext>
            </a:extLst>
          </p:cNvPr>
          <p:cNvSpPr>
            <a:spLocks noGrp="1"/>
          </p:cNvSpPr>
          <p:nvPr>
            <p:ph type="body" sz="quarter" idx="15"/>
          </p:nvPr>
        </p:nvSpPr>
        <p:spPr>
          <a:xfrm>
            <a:off x="311150" y="1102385"/>
            <a:ext cx="3388980" cy="5328857"/>
          </a:xfrm>
        </p:spPr>
        <p:txBody>
          <a:bodyPr>
            <a:normAutofit/>
          </a:bodyPr>
          <a:lstStyle/>
          <a:p>
            <a:pPr marL="342900" indent="-342900">
              <a:buFont typeface="Arial" panose="020B0604020202020204" pitchFamily="34" charset="0"/>
              <a:buChar char="•"/>
            </a:pPr>
            <a:r>
              <a:rPr lang="ja-JP" altLang="en-US" b="1" dirty="0"/>
              <a:t>チートシートへのアクセス</a:t>
            </a:r>
            <a:endParaRPr lang="en-US" altLang="ja-JP" b="1" dirty="0"/>
          </a:p>
          <a:p>
            <a:pPr marL="799968" lvl="1" indent="-342900">
              <a:buFont typeface="Arial" panose="020B0604020202020204" pitchFamily="34" charset="0"/>
              <a:buChar char="•"/>
            </a:pPr>
            <a:r>
              <a:rPr lang="en-US" altLang="ja-JP" b="1" dirty="0"/>
              <a:t>R Studio </a:t>
            </a:r>
            <a:r>
              <a:rPr lang="ja-JP" altLang="en-US" b="1" dirty="0"/>
              <a:t>→</a:t>
            </a:r>
            <a:r>
              <a:rPr lang="en-US" altLang="ja-JP" b="1" dirty="0"/>
              <a:t> Help </a:t>
            </a:r>
            <a:r>
              <a:rPr lang="ja-JP" altLang="en-US" b="1" dirty="0"/>
              <a:t>→</a:t>
            </a:r>
            <a:r>
              <a:rPr lang="en-US" altLang="ja-JP" b="1" dirty="0"/>
              <a:t> Cheat Sheets </a:t>
            </a:r>
            <a:r>
              <a:rPr lang="ja-JP" altLang="en-US" b="1" dirty="0"/>
              <a:t>→</a:t>
            </a:r>
            <a:r>
              <a:rPr lang="en-US" altLang="ja-JP" b="1" dirty="0"/>
              <a:t> Browse Cheat Sheets…</a:t>
            </a:r>
          </a:p>
          <a:p>
            <a:pPr marL="342900" indent="-342900">
              <a:buFont typeface="Arial" panose="020B0604020202020204" pitchFamily="34" charset="0"/>
              <a:buChar char="•"/>
            </a:pPr>
            <a:endParaRPr lang="en-US" altLang="ja-JP" b="1" dirty="0"/>
          </a:p>
          <a:p>
            <a:pPr marL="342900" indent="-342900">
              <a:buFont typeface="Arial" panose="020B0604020202020204" pitchFamily="34" charset="0"/>
              <a:buChar char="•"/>
            </a:pPr>
            <a:endParaRPr kumimoji="1" lang="ja-JP" altLang="en-US" dirty="0"/>
          </a:p>
        </p:txBody>
      </p:sp>
      <p:pic>
        <p:nvPicPr>
          <p:cNvPr id="24" name="Picture 23">
            <a:extLst>
              <a:ext uri="{FF2B5EF4-FFF2-40B4-BE49-F238E27FC236}">
                <a16:creationId xmlns:a16="http://schemas.microsoft.com/office/drawing/2014/main" id="{0B5A9637-1337-05A7-563B-19EB999B49A2}"/>
              </a:ext>
            </a:extLst>
          </p:cNvPr>
          <p:cNvPicPr>
            <a:picLocks noChangeAspect="1"/>
          </p:cNvPicPr>
          <p:nvPr/>
        </p:nvPicPr>
        <p:blipFill>
          <a:blip r:embed="rId4"/>
          <a:stretch>
            <a:fillRect/>
          </a:stretch>
        </p:blipFill>
        <p:spPr>
          <a:xfrm>
            <a:off x="379687" y="4944492"/>
            <a:ext cx="3319488" cy="1184780"/>
          </a:xfrm>
          <a:prstGeom prst="rect">
            <a:avLst/>
          </a:prstGeom>
          <a:ln>
            <a:solidFill>
              <a:schemeClr val="accent1"/>
            </a:solidFill>
          </a:ln>
        </p:spPr>
      </p:pic>
      <p:pic>
        <p:nvPicPr>
          <p:cNvPr id="26" name="Picture 25">
            <a:extLst>
              <a:ext uri="{FF2B5EF4-FFF2-40B4-BE49-F238E27FC236}">
                <a16:creationId xmlns:a16="http://schemas.microsoft.com/office/drawing/2014/main" id="{11DB5C6B-75D0-0A20-E2CC-141C80FE4A2E}"/>
              </a:ext>
            </a:extLst>
          </p:cNvPr>
          <p:cNvPicPr>
            <a:picLocks noChangeAspect="1"/>
          </p:cNvPicPr>
          <p:nvPr/>
        </p:nvPicPr>
        <p:blipFill>
          <a:blip r:embed="rId5"/>
          <a:stretch>
            <a:fillRect/>
          </a:stretch>
        </p:blipFill>
        <p:spPr>
          <a:xfrm>
            <a:off x="701961" y="1998921"/>
            <a:ext cx="2997214" cy="2445488"/>
          </a:xfrm>
          <a:prstGeom prst="rect">
            <a:avLst/>
          </a:prstGeom>
          <a:ln>
            <a:solidFill>
              <a:schemeClr val="accent1"/>
            </a:solidFill>
          </a:ln>
        </p:spPr>
      </p:pic>
      <p:sp>
        <p:nvSpPr>
          <p:cNvPr id="27" name="Rectangle 26">
            <a:extLst>
              <a:ext uri="{FF2B5EF4-FFF2-40B4-BE49-F238E27FC236}">
                <a16:creationId xmlns:a16="http://schemas.microsoft.com/office/drawing/2014/main" id="{64BF24E6-73D6-FC4E-C962-07542AC8EA34}"/>
              </a:ext>
            </a:extLst>
          </p:cNvPr>
          <p:cNvSpPr/>
          <p:nvPr/>
        </p:nvSpPr>
        <p:spPr>
          <a:xfrm>
            <a:off x="836428" y="3125972"/>
            <a:ext cx="559981" cy="163033"/>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28" name="Rectangle 27">
            <a:extLst>
              <a:ext uri="{FF2B5EF4-FFF2-40B4-BE49-F238E27FC236}">
                <a16:creationId xmlns:a16="http://schemas.microsoft.com/office/drawing/2014/main" id="{7A1A2906-E3E9-AA9B-F62B-58EABCF5BCEE}"/>
              </a:ext>
            </a:extLst>
          </p:cNvPr>
          <p:cNvSpPr/>
          <p:nvPr/>
        </p:nvSpPr>
        <p:spPr>
          <a:xfrm>
            <a:off x="2427768" y="4256567"/>
            <a:ext cx="776176" cy="187842"/>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29" name="Rectangle 28">
            <a:extLst>
              <a:ext uri="{FF2B5EF4-FFF2-40B4-BE49-F238E27FC236}">
                <a16:creationId xmlns:a16="http://schemas.microsoft.com/office/drawing/2014/main" id="{9AE9DD27-B71C-2249-D20C-ED06F4CA7C0D}"/>
              </a:ext>
            </a:extLst>
          </p:cNvPr>
          <p:cNvSpPr/>
          <p:nvPr/>
        </p:nvSpPr>
        <p:spPr>
          <a:xfrm>
            <a:off x="1008320" y="5862984"/>
            <a:ext cx="1089837" cy="266287"/>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cxnSp>
        <p:nvCxnSpPr>
          <p:cNvPr id="31" name="Connector: Elbow 30">
            <a:extLst>
              <a:ext uri="{FF2B5EF4-FFF2-40B4-BE49-F238E27FC236}">
                <a16:creationId xmlns:a16="http://schemas.microsoft.com/office/drawing/2014/main" id="{EEF9037B-663E-D42F-3278-B5C59F2D56B2}"/>
              </a:ext>
            </a:extLst>
          </p:cNvPr>
          <p:cNvCxnSpPr>
            <a:stCxn id="27" idx="2"/>
            <a:endCxn id="28" idx="0"/>
          </p:cNvCxnSpPr>
          <p:nvPr/>
        </p:nvCxnSpPr>
        <p:spPr>
          <a:xfrm rot="16200000" flipH="1">
            <a:off x="1482356" y="2923067"/>
            <a:ext cx="967562" cy="1699437"/>
          </a:xfrm>
          <a:prstGeom prst="bent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8842F73-9859-2D73-52ED-E3B4631BCCB1}"/>
              </a:ext>
            </a:extLst>
          </p:cNvPr>
          <p:cNvCxnSpPr>
            <a:cxnSpLocks/>
            <a:stCxn id="28" idx="2"/>
            <a:endCxn id="24" idx="0"/>
          </p:cNvCxnSpPr>
          <p:nvPr/>
        </p:nvCxnSpPr>
        <p:spPr>
          <a:xfrm rot="5400000">
            <a:off x="2177603" y="4306238"/>
            <a:ext cx="500083" cy="776425"/>
          </a:xfrm>
          <a:prstGeom prst="bent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19B565EA-CBF3-ED6E-CDB2-7971E5B22EC2}"/>
              </a:ext>
            </a:extLst>
          </p:cNvPr>
          <p:cNvCxnSpPr>
            <a:cxnSpLocks/>
            <a:stCxn id="29" idx="3"/>
            <a:endCxn id="10" idx="1"/>
          </p:cNvCxnSpPr>
          <p:nvPr/>
        </p:nvCxnSpPr>
        <p:spPr>
          <a:xfrm flipV="1">
            <a:off x="2098157" y="3621086"/>
            <a:ext cx="1802427" cy="2375042"/>
          </a:xfrm>
          <a:prstGeom prst="bentConnector3">
            <a:avLst>
              <a:gd name="adj1" fmla="val 79888"/>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1F05FD0-4627-8A9A-C385-B8C1FDE5AF06}"/>
              </a:ext>
            </a:extLst>
          </p:cNvPr>
          <p:cNvSpPr txBox="1"/>
          <p:nvPr/>
        </p:nvSpPr>
        <p:spPr>
          <a:xfrm>
            <a:off x="5462790" y="657912"/>
            <a:ext cx="4915705" cy="338554"/>
          </a:xfrm>
          <a:prstGeom prst="rect">
            <a:avLst/>
          </a:prstGeom>
          <a:solidFill>
            <a:schemeClr val="bg1"/>
          </a:solidFill>
          <a:ln>
            <a:solidFill>
              <a:schemeClr val="accent1">
                <a:shade val="95000"/>
                <a:satMod val="105000"/>
              </a:schemeClr>
            </a:solidFill>
          </a:ln>
        </p:spPr>
        <p:txBody>
          <a:bodyPr wrap="none" rtlCol="0">
            <a:spAutoFit/>
          </a:bodyPr>
          <a:lstStyle/>
          <a:p>
            <a:r>
              <a:rPr kumimoji="1" lang="en-US" altLang="ja-JP" sz="1600" dirty="0">
                <a:solidFill>
                  <a:schemeClr val="accent1"/>
                </a:solidFill>
              </a:rPr>
              <a:t>admiral</a:t>
            </a:r>
            <a:r>
              <a:rPr kumimoji="1" lang="ja-JP" altLang="en-US" sz="1600" dirty="0">
                <a:solidFill>
                  <a:schemeClr val="accent1"/>
                </a:solidFill>
              </a:rPr>
              <a:t>のよく使う関数を一気に見ることができる！</a:t>
            </a:r>
          </a:p>
        </p:txBody>
      </p:sp>
    </p:spTree>
    <p:extLst>
      <p:ext uri="{BB962C8B-B14F-4D97-AF65-F5344CB8AC3E}">
        <p14:creationId xmlns:p14="http://schemas.microsoft.com/office/powerpoint/2010/main" val="250611218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1129-60D7-E2C2-E974-71032C47411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1EDCA33-31D4-D11F-857C-33FCEEE91830}"/>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2BC41EA9-0AC1-4B0E-A588-BF877FC0DF2A}"/>
              </a:ext>
            </a:extLst>
          </p:cNvPr>
          <p:cNvSpPr>
            <a:spLocks noGrp="1"/>
          </p:cNvSpPr>
          <p:nvPr>
            <p:ph type="title"/>
          </p:nvPr>
        </p:nvSpPr>
        <p:spPr/>
        <p:txBody>
          <a:bodyPr>
            <a:normAutofit/>
          </a:bodyPr>
          <a:lstStyle/>
          <a:p>
            <a:r>
              <a:rPr lang="en-US" altLang="ja-JP" dirty="0" err="1"/>
              <a:t>pharmaverse</a:t>
            </a:r>
            <a:r>
              <a:rPr lang="en-US" altLang="ja-JP" dirty="0"/>
              <a:t> admiral</a:t>
            </a:r>
            <a:r>
              <a:rPr lang="ja-JP" altLang="en-US" dirty="0"/>
              <a:t>の関数とチートシート（続き）</a:t>
            </a:r>
            <a:endParaRPr kumimoji="1" lang="ja-JP" altLang="en-US" dirty="0"/>
          </a:p>
        </p:txBody>
      </p:sp>
      <p:sp>
        <p:nvSpPr>
          <p:cNvPr id="5" name="Slide Number Placeholder 4">
            <a:extLst>
              <a:ext uri="{FF2B5EF4-FFF2-40B4-BE49-F238E27FC236}">
                <a16:creationId xmlns:a16="http://schemas.microsoft.com/office/drawing/2014/main" id="{06E997B0-5987-4330-EA2C-148263BAAA27}"/>
              </a:ext>
            </a:extLst>
          </p:cNvPr>
          <p:cNvSpPr>
            <a:spLocks noGrp="1"/>
          </p:cNvSpPr>
          <p:nvPr>
            <p:ph type="sldNum" sz="quarter" idx="4"/>
          </p:nvPr>
        </p:nvSpPr>
        <p:spPr/>
        <p:txBody>
          <a:bodyPr/>
          <a:lstStyle/>
          <a:p>
            <a:pPr defTabSz="1218810"/>
            <a:fld id="{E9B57936-92EF-4126-AE48-1D9D36D15E98}" type="slidenum">
              <a:rPr lang="ja-JP" altLang="en-US" smtClean="0"/>
              <a:pPr defTabSz="1218810"/>
              <a:t>12</a:t>
            </a:fld>
            <a:endParaRPr lang="ja-JP" altLang="en-US"/>
          </a:p>
        </p:txBody>
      </p:sp>
      <p:pic>
        <p:nvPicPr>
          <p:cNvPr id="7" name="Picture 6">
            <a:extLst>
              <a:ext uri="{FF2B5EF4-FFF2-40B4-BE49-F238E27FC236}">
                <a16:creationId xmlns:a16="http://schemas.microsoft.com/office/drawing/2014/main" id="{3515AA97-E6DF-B9E3-C778-5BF52C99BB3A}"/>
              </a:ext>
            </a:extLst>
          </p:cNvPr>
          <p:cNvPicPr>
            <a:picLocks noChangeAspect="1"/>
          </p:cNvPicPr>
          <p:nvPr/>
        </p:nvPicPr>
        <p:blipFill>
          <a:blip r:embed="rId2"/>
          <a:stretch>
            <a:fillRect/>
          </a:stretch>
        </p:blipFill>
        <p:spPr>
          <a:xfrm>
            <a:off x="2205990" y="847406"/>
            <a:ext cx="7780020" cy="5524500"/>
          </a:xfrm>
          <a:prstGeom prst="rect">
            <a:avLst/>
          </a:prstGeom>
          <a:ln>
            <a:solidFill>
              <a:schemeClr val="accent1"/>
            </a:solidFill>
          </a:ln>
        </p:spPr>
      </p:pic>
      <p:sp>
        <p:nvSpPr>
          <p:cNvPr id="8" name="TextBox 7">
            <a:extLst>
              <a:ext uri="{FF2B5EF4-FFF2-40B4-BE49-F238E27FC236}">
                <a16:creationId xmlns:a16="http://schemas.microsoft.com/office/drawing/2014/main" id="{617A67C0-7B3F-494B-2792-ED47D325577D}"/>
              </a:ext>
            </a:extLst>
          </p:cNvPr>
          <p:cNvSpPr txBox="1"/>
          <p:nvPr/>
        </p:nvSpPr>
        <p:spPr>
          <a:xfrm>
            <a:off x="2640934" y="918343"/>
            <a:ext cx="2031325"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特定の変数を追加する関数</a:t>
            </a:r>
            <a:endParaRPr kumimoji="1" lang="en-US" altLang="ja-JP" sz="1200" dirty="0">
              <a:solidFill>
                <a:schemeClr val="accent1"/>
              </a:solidFill>
            </a:endParaRPr>
          </a:p>
        </p:txBody>
      </p:sp>
      <p:sp>
        <p:nvSpPr>
          <p:cNvPr id="11" name="TextBox 10">
            <a:extLst>
              <a:ext uri="{FF2B5EF4-FFF2-40B4-BE49-F238E27FC236}">
                <a16:creationId xmlns:a16="http://schemas.microsoft.com/office/drawing/2014/main" id="{9B461DF9-AC25-3EC2-8A60-ED8BEE541CF9}"/>
              </a:ext>
            </a:extLst>
          </p:cNvPr>
          <p:cNvSpPr txBox="1"/>
          <p:nvPr/>
        </p:nvSpPr>
        <p:spPr>
          <a:xfrm>
            <a:off x="606078" y="4324307"/>
            <a:ext cx="1799934" cy="461665"/>
          </a:xfrm>
          <a:prstGeom prst="rect">
            <a:avLst/>
          </a:prstGeom>
          <a:solidFill>
            <a:schemeClr val="bg2"/>
          </a:solidFill>
          <a:ln>
            <a:solidFill>
              <a:schemeClr val="accent1"/>
            </a:solidFill>
          </a:ln>
        </p:spPr>
        <p:txBody>
          <a:bodyPr wrap="square" rtlCol="0">
            <a:spAutoFit/>
          </a:bodyPr>
          <a:lstStyle/>
          <a:p>
            <a:r>
              <a:rPr kumimoji="1" lang="ja-JP" altLang="en-US" sz="1200" dirty="0">
                <a:solidFill>
                  <a:schemeClr val="accent1"/>
                </a:solidFill>
              </a:rPr>
              <a:t>特定のパラメーターを追加する関数</a:t>
            </a:r>
            <a:endParaRPr kumimoji="1" lang="en-US" altLang="ja-JP" sz="1200" dirty="0">
              <a:solidFill>
                <a:schemeClr val="accent1"/>
              </a:solidFill>
            </a:endParaRPr>
          </a:p>
        </p:txBody>
      </p:sp>
      <p:sp>
        <p:nvSpPr>
          <p:cNvPr id="12" name="TextBox 11">
            <a:extLst>
              <a:ext uri="{FF2B5EF4-FFF2-40B4-BE49-F238E27FC236}">
                <a16:creationId xmlns:a16="http://schemas.microsoft.com/office/drawing/2014/main" id="{B9E8C293-3813-928F-8EF4-1FB33197B792}"/>
              </a:ext>
            </a:extLst>
          </p:cNvPr>
          <p:cNvSpPr txBox="1"/>
          <p:nvPr/>
        </p:nvSpPr>
        <p:spPr>
          <a:xfrm>
            <a:off x="5488418" y="918343"/>
            <a:ext cx="800219"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高階関数</a:t>
            </a:r>
            <a:endParaRPr kumimoji="1" lang="en-US" altLang="ja-JP" sz="1200" dirty="0">
              <a:solidFill>
                <a:schemeClr val="accent1"/>
              </a:solidFill>
            </a:endParaRPr>
          </a:p>
        </p:txBody>
      </p:sp>
      <p:sp>
        <p:nvSpPr>
          <p:cNvPr id="13" name="TextBox 12">
            <a:extLst>
              <a:ext uri="{FF2B5EF4-FFF2-40B4-BE49-F238E27FC236}">
                <a16:creationId xmlns:a16="http://schemas.microsoft.com/office/drawing/2014/main" id="{56926ABE-49EA-EA03-DF44-83CFFBCE8AFB}"/>
              </a:ext>
            </a:extLst>
          </p:cNvPr>
          <p:cNvSpPr txBox="1"/>
          <p:nvPr/>
        </p:nvSpPr>
        <p:spPr>
          <a:xfrm>
            <a:off x="7888549" y="918342"/>
            <a:ext cx="1107996"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テンプレート</a:t>
            </a:r>
            <a:endParaRPr kumimoji="1" lang="en-US" altLang="ja-JP" sz="1200" dirty="0">
              <a:solidFill>
                <a:schemeClr val="accent1"/>
              </a:solidFill>
            </a:endParaRPr>
          </a:p>
        </p:txBody>
      </p:sp>
      <p:sp>
        <p:nvSpPr>
          <p:cNvPr id="14" name="TextBox 13">
            <a:extLst>
              <a:ext uri="{FF2B5EF4-FFF2-40B4-BE49-F238E27FC236}">
                <a16:creationId xmlns:a16="http://schemas.microsoft.com/office/drawing/2014/main" id="{B7C6264D-6C6E-1576-302F-C9EF248EF6C6}"/>
              </a:ext>
            </a:extLst>
          </p:cNvPr>
          <p:cNvSpPr txBox="1"/>
          <p:nvPr/>
        </p:nvSpPr>
        <p:spPr>
          <a:xfrm>
            <a:off x="9031903" y="2442138"/>
            <a:ext cx="954107" cy="276999"/>
          </a:xfrm>
          <a:prstGeom prst="rect">
            <a:avLst/>
          </a:prstGeom>
          <a:solidFill>
            <a:schemeClr val="bg2"/>
          </a:solidFill>
          <a:ln>
            <a:solidFill>
              <a:schemeClr val="accent1"/>
            </a:solidFill>
          </a:ln>
        </p:spPr>
        <p:txBody>
          <a:bodyPr wrap="none" rtlCol="0">
            <a:spAutoFit/>
          </a:bodyPr>
          <a:lstStyle/>
          <a:p>
            <a:r>
              <a:rPr kumimoji="1" lang="ja-JP" altLang="en-US" sz="1200" dirty="0">
                <a:solidFill>
                  <a:schemeClr val="accent1"/>
                </a:solidFill>
              </a:rPr>
              <a:t>便利な関数</a:t>
            </a:r>
            <a:endParaRPr kumimoji="1" lang="en-US" altLang="ja-JP" sz="1200" dirty="0">
              <a:solidFill>
                <a:schemeClr val="accent1"/>
              </a:solidFill>
            </a:endParaRPr>
          </a:p>
        </p:txBody>
      </p:sp>
      <p:sp>
        <p:nvSpPr>
          <p:cNvPr id="2" name="TextBox 1">
            <a:extLst>
              <a:ext uri="{FF2B5EF4-FFF2-40B4-BE49-F238E27FC236}">
                <a16:creationId xmlns:a16="http://schemas.microsoft.com/office/drawing/2014/main" id="{F9B31863-3B12-96A6-92C7-DA8527919DC0}"/>
              </a:ext>
            </a:extLst>
          </p:cNvPr>
          <p:cNvSpPr txBox="1"/>
          <p:nvPr/>
        </p:nvSpPr>
        <p:spPr>
          <a:xfrm>
            <a:off x="5462790" y="6523001"/>
            <a:ext cx="6669967" cy="276999"/>
          </a:xfrm>
          <a:prstGeom prst="rect">
            <a:avLst/>
          </a:prstGeom>
          <a:noFill/>
        </p:spPr>
        <p:txBody>
          <a:bodyPr wrap="none" rtlCol="0">
            <a:spAutoFit/>
          </a:bodyPr>
          <a:lstStyle/>
          <a:p>
            <a:r>
              <a:rPr kumimoji="1" lang="ja-JP" altLang="en-US" sz="1200" dirty="0"/>
              <a:t>引用元：</a:t>
            </a:r>
            <a:r>
              <a:rPr kumimoji="1" lang="en-US" altLang="ja-JP" sz="1200" dirty="0">
                <a:hlinkClick r:id="rId3"/>
              </a:rPr>
              <a:t>https://github.com/pharmaverse/admiral/blob/main/inst/cheatsheet/admiral_cheatsheet.pdf</a:t>
            </a:r>
            <a:endParaRPr kumimoji="1" lang="ja-JP" altLang="en-US" sz="1200" dirty="0"/>
          </a:p>
        </p:txBody>
      </p:sp>
    </p:spTree>
    <p:extLst>
      <p:ext uri="{BB962C8B-B14F-4D97-AF65-F5344CB8AC3E}">
        <p14:creationId xmlns:p14="http://schemas.microsoft.com/office/powerpoint/2010/main" val="258668931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36999-68EC-E112-9413-B100F1199A1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BFC7A9-B6A3-9F03-34F4-3AC290288C3B}"/>
              </a:ext>
            </a:extLst>
          </p:cNvPr>
          <p:cNvSpPr>
            <a:spLocks noGrp="1"/>
          </p:cNvSpPr>
          <p:nvPr>
            <p:ph type="body" sz="quarter" idx="15"/>
          </p:nvPr>
        </p:nvSpPr>
        <p:spPr/>
        <p:txBody>
          <a:bodyPr/>
          <a:lstStyle/>
          <a:p>
            <a:pPr marL="342900" indent="-342900">
              <a:buFont typeface="+mj-lt"/>
              <a:buAutoNum type="arabicPeriod"/>
            </a:pPr>
            <a:r>
              <a:rPr lang="en-US" altLang="ja-JP" dirty="0" err="1">
                <a:solidFill>
                  <a:schemeClr val="accent4"/>
                </a:solidFill>
              </a:rPr>
              <a:t>pharmaverse</a:t>
            </a:r>
            <a:r>
              <a:rPr lang="ja-JP" altLang="en-US" dirty="0">
                <a:solidFill>
                  <a:schemeClr val="accent4"/>
                </a:solidFill>
              </a:rPr>
              <a:t>における</a:t>
            </a:r>
            <a:r>
              <a:rPr lang="en-US" altLang="ja-JP" dirty="0" err="1">
                <a:solidFill>
                  <a:schemeClr val="accent4"/>
                </a:solidFill>
              </a:rPr>
              <a:t>ADaM</a:t>
            </a:r>
            <a:r>
              <a:rPr lang="ja-JP" altLang="en-US" dirty="0">
                <a:solidFill>
                  <a:schemeClr val="accent4"/>
                </a:solidFill>
              </a:rPr>
              <a:t>作成</a:t>
            </a:r>
            <a:endParaRPr lang="en-US" altLang="ja-JP" dirty="0">
              <a:solidFill>
                <a:schemeClr val="accent4"/>
              </a:solidFill>
            </a:endParaRPr>
          </a:p>
          <a:p>
            <a:pPr marL="342900" indent="-342900">
              <a:buFont typeface="+mj-lt"/>
              <a:buAutoNum type="arabicPeriod"/>
            </a:pPr>
            <a:r>
              <a:rPr kumimoji="1" lang="ja-JP" altLang="en-US" dirty="0"/>
              <a:t>「</a:t>
            </a:r>
            <a:r>
              <a:rPr kumimoji="1" lang="en-US" altLang="ja-JP" dirty="0"/>
              <a:t>R</a:t>
            </a:r>
            <a:r>
              <a:rPr kumimoji="1" lang="ja-JP" altLang="en-US" dirty="0"/>
              <a:t>」による</a:t>
            </a:r>
            <a:r>
              <a:rPr kumimoji="1" lang="en-US" altLang="ja-JP" dirty="0" err="1"/>
              <a:t>ADaM</a:t>
            </a:r>
            <a:r>
              <a:rPr kumimoji="1" lang="ja-JP" altLang="en-US" dirty="0"/>
              <a:t>作成の自動化への道</a:t>
            </a:r>
            <a:endParaRPr kumimoji="1" lang="en-US" altLang="ja-JP" dirty="0"/>
          </a:p>
          <a:p>
            <a:pPr marL="342900" indent="-342900">
              <a:buFont typeface="+mj-lt"/>
              <a:buAutoNum type="arabicPeriod"/>
            </a:pPr>
            <a:r>
              <a:rPr kumimoji="1" lang="ja-JP" altLang="en-US" dirty="0">
                <a:solidFill>
                  <a:schemeClr val="accent4"/>
                </a:solidFill>
              </a:rPr>
              <a:t>まとめ</a:t>
            </a:r>
            <a:endParaRPr kumimoji="1" lang="en-US" altLang="ja-JP" dirty="0">
              <a:solidFill>
                <a:schemeClr val="accent4"/>
              </a:solidFill>
            </a:endParaRPr>
          </a:p>
          <a:p>
            <a:pPr marL="342900" indent="-342900">
              <a:buFont typeface="+mj-lt"/>
              <a:buAutoNum type="arabicPeriod"/>
            </a:pPr>
            <a:endParaRPr kumimoji="1" lang="ja-JP" altLang="en-US" dirty="0"/>
          </a:p>
        </p:txBody>
      </p:sp>
      <p:sp>
        <p:nvSpPr>
          <p:cNvPr id="3" name="Footer Placeholder 2">
            <a:extLst>
              <a:ext uri="{FF2B5EF4-FFF2-40B4-BE49-F238E27FC236}">
                <a16:creationId xmlns:a16="http://schemas.microsoft.com/office/drawing/2014/main" id="{67AE0061-88EE-E323-A85D-A59BF9CA6A77}"/>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AB830C0C-47C3-D769-C6F1-6CCFE7B0208C}"/>
              </a:ext>
            </a:extLst>
          </p:cNvPr>
          <p:cNvSpPr>
            <a:spLocks noGrp="1"/>
          </p:cNvSpPr>
          <p:nvPr>
            <p:ph type="title"/>
          </p:nvPr>
        </p:nvSpPr>
        <p:spPr/>
        <p:txBody>
          <a:bodyPr/>
          <a:lstStyle/>
          <a:p>
            <a:r>
              <a:rPr kumimoji="1" lang="ja-JP" altLang="en-US" dirty="0"/>
              <a:t>本日の内容</a:t>
            </a:r>
          </a:p>
        </p:txBody>
      </p:sp>
      <p:sp>
        <p:nvSpPr>
          <p:cNvPr id="5" name="Slide Number Placeholder 4">
            <a:extLst>
              <a:ext uri="{FF2B5EF4-FFF2-40B4-BE49-F238E27FC236}">
                <a16:creationId xmlns:a16="http://schemas.microsoft.com/office/drawing/2014/main" id="{DD67D77D-5DE4-4803-93F4-C75AF382CDC7}"/>
              </a:ext>
            </a:extLst>
          </p:cNvPr>
          <p:cNvSpPr>
            <a:spLocks noGrp="1"/>
          </p:cNvSpPr>
          <p:nvPr>
            <p:ph type="sldNum" sz="quarter" idx="4"/>
          </p:nvPr>
        </p:nvSpPr>
        <p:spPr/>
        <p:txBody>
          <a:bodyPr/>
          <a:lstStyle/>
          <a:p>
            <a:pPr defTabSz="1218810"/>
            <a:fld id="{E9B57936-92EF-4126-AE48-1D9D36D15E98}" type="slidenum">
              <a:rPr lang="ja-JP" altLang="en-US" smtClean="0"/>
              <a:pPr defTabSz="1218810"/>
              <a:t>13</a:t>
            </a:fld>
            <a:endParaRPr lang="ja-JP" altLang="en-US"/>
          </a:p>
        </p:txBody>
      </p:sp>
    </p:spTree>
    <p:extLst>
      <p:ext uri="{BB962C8B-B14F-4D97-AF65-F5344CB8AC3E}">
        <p14:creationId xmlns:p14="http://schemas.microsoft.com/office/powerpoint/2010/main" val="341837682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DFE56-A94F-D99A-F4E3-D2543B554A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1A7E74-343B-A8EC-E50F-83159C87CD3C}"/>
              </a:ext>
            </a:extLst>
          </p:cNvPr>
          <p:cNvSpPr>
            <a:spLocks noGrp="1"/>
          </p:cNvSpPr>
          <p:nvPr>
            <p:ph type="body" sz="quarter" idx="15"/>
          </p:nvPr>
        </p:nvSpPr>
        <p:spPr>
          <a:xfrm>
            <a:off x="311150" y="1095297"/>
            <a:ext cx="11569700" cy="5328857"/>
          </a:xfrm>
        </p:spPr>
        <p:txBody>
          <a:bodyPr/>
          <a:lstStyle/>
          <a:p>
            <a:pPr marL="285750" indent="-285750">
              <a:buFont typeface="Arial" panose="020B0604020202020204" pitchFamily="34" charset="0"/>
              <a:buChar char="•"/>
            </a:pPr>
            <a:r>
              <a:rPr kumimoji="1" lang="en-US" altLang="ja-JP" b="1" dirty="0"/>
              <a:t>admiral</a:t>
            </a:r>
            <a:r>
              <a:rPr kumimoji="1" lang="ja-JP" altLang="en-US" b="1" dirty="0"/>
              <a:t>の関数使用例</a:t>
            </a:r>
            <a:endParaRPr kumimoji="1" lang="en-US" altLang="ja-JP" b="1" dirty="0"/>
          </a:p>
          <a:p>
            <a:pPr marL="285750" indent="-285750">
              <a:buFont typeface="Arial" panose="020B0604020202020204" pitchFamily="34" charset="0"/>
              <a:buChar char="•"/>
            </a:pPr>
            <a:endParaRPr kumimoji="1" lang="en-US" altLang="ja-JP" dirty="0"/>
          </a:p>
          <a:p>
            <a:pPr lvl="1"/>
            <a:endParaRPr kumimoji="1" lang="en-US" altLang="ja-JP" dirty="0"/>
          </a:p>
          <a:p>
            <a:pPr marL="742818" lvl="1" indent="-285750">
              <a:buFont typeface="Arial" panose="020B0604020202020204" pitchFamily="34" charset="0"/>
              <a:buChar char="•"/>
            </a:pPr>
            <a:endParaRPr kumimoji="1"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endParaRPr kumimoji="1" lang="en-US" altLang="ja-JP" dirty="0"/>
          </a:p>
          <a:p>
            <a:pPr marL="742818" lvl="1" indent="-285750">
              <a:buFont typeface="Arial" panose="020B0604020202020204" pitchFamily="34" charset="0"/>
              <a:buChar char="•"/>
            </a:pPr>
            <a:endParaRPr lang="en-US" altLang="ja-JP" dirty="0"/>
          </a:p>
          <a:p>
            <a:pPr marL="742818" lvl="1" indent="-285750">
              <a:buFont typeface="Arial" panose="020B0604020202020204" pitchFamily="34" charset="0"/>
              <a:buChar char="•"/>
            </a:pPr>
            <a:endParaRPr kumimoji="1" lang="en-US" altLang="ja-JP" dirty="0"/>
          </a:p>
          <a:p>
            <a:pPr marL="285750" indent="-285750">
              <a:buFont typeface="Arial" panose="020B0604020202020204" pitchFamily="34" charset="0"/>
              <a:buChar char="•"/>
            </a:pPr>
            <a:endParaRPr kumimoji="1"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endParaRPr lang="en-US" altLang="ja-JP" b="1" dirty="0"/>
          </a:p>
          <a:p>
            <a:pPr marL="285750" indent="-285750">
              <a:buFont typeface="Arial" panose="020B0604020202020204" pitchFamily="34" charset="0"/>
              <a:buChar char="•"/>
            </a:pPr>
            <a:r>
              <a:rPr lang="en-US" altLang="ja-JP" b="1" dirty="0"/>
              <a:t>admiral</a:t>
            </a:r>
            <a:r>
              <a:rPr lang="ja-JP" altLang="en-US" b="1" dirty="0"/>
              <a:t>の関数を使う場合 </a:t>
            </a:r>
            <a:r>
              <a:rPr lang="en-US" altLang="ja-JP" b="1" dirty="0"/>
              <a:t>/ </a:t>
            </a:r>
            <a:r>
              <a:rPr lang="ja-JP" altLang="en-US" b="1" dirty="0"/>
              <a:t>使わない場合の比較</a:t>
            </a:r>
            <a:endParaRPr kumimoji="1" lang="ja-JP" altLang="en-US" b="1" dirty="0"/>
          </a:p>
        </p:txBody>
      </p:sp>
      <p:sp>
        <p:nvSpPr>
          <p:cNvPr id="3" name="Footer Placeholder 2">
            <a:extLst>
              <a:ext uri="{FF2B5EF4-FFF2-40B4-BE49-F238E27FC236}">
                <a16:creationId xmlns:a16="http://schemas.microsoft.com/office/drawing/2014/main" id="{50811C6C-4E71-B3E8-3EE3-24FF1427D715}"/>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65329325-4B00-D392-E97F-5071F21D659B}"/>
              </a:ext>
            </a:extLst>
          </p:cNvPr>
          <p:cNvSpPr>
            <a:spLocks noGrp="1"/>
          </p:cNvSpPr>
          <p:nvPr>
            <p:ph type="title"/>
          </p:nvPr>
        </p:nvSpPr>
        <p:spPr/>
        <p:txBody>
          <a:bodyPr/>
          <a:lstStyle/>
          <a:p>
            <a:r>
              <a:rPr kumimoji="1" lang="en-US" altLang="ja-JP" dirty="0"/>
              <a:t>admiral</a:t>
            </a:r>
            <a:r>
              <a:rPr lang="ja-JP" altLang="en-US" dirty="0"/>
              <a:t>の関数を</a:t>
            </a:r>
            <a:r>
              <a:rPr kumimoji="1" lang="ja-JP" altLang="en-US" dirty="0"/>
              <a:t>使用</a:t>
            </a:r>
          </a:p>
        </p:txBody>
      </p:sp>
      <p:sp>
        <p:nvSpPr>
          <p:cNvPr id="5" name="Slide Number Placeholder 4">
            <a:extLst>
              <a:ext uri="{FF2B5EF4-FFF2-40B4-BE49-F238E27FC236}">
                <a16:creationId xmlns:a16="http://schemas.microsoft.com/office/drawing/2014/main" id="{5B3A98F0-82F4-D2D1-141E-F70A6217FAA5}"/>
              </a:ext>
            </a:extLst>
          </p:cNvPr>
          <p:cNvSpPr>
            <a:spLocks noGrp="1"/>
          </p:cNvSpPr>
          <p:nvPr>
            <p:ph type="sldNum" sz="quarter" idx="4"/>
          </p:nvPr>
        </p:nvSpPr>
        <p:spPr/>
        <p:txBody>
          <a:bodyPr/>
          <a:lstStyle/>
          <a:p>
            <a:pPr defTabSz="1218810"/>
            <a:fld id="{E9B57936-92EF-4126-AE48-1D9D36D15E98}" type="slidenum">
              <a:rPr lang="ja-JP" altLang="en-US" smtClean="0"/>
              <a:pPr defTabSz="1218810"/>
              <a:t>14</a:t>
            </a:fld>
            <a:endParaRPr lang="ja-JP" altLang="en-US"/>
          </a:p>
        </p:txBody>
      </p:sp>
      <p:graphicFrame>
        <p:nvGraphicFramePr>
          <p:cNvPr id="7" name="Table 6">
            <a:extLst>
              <a:ext uri="{FF2B5EF4-FFF2-40B4-BE49-F238E27FC236}">
                <a16:creationId xmlns:a16="http://schemas.microsoft.com/office/drawing/2014/main" id="{DEA9FC66-D3E1-A3F1-7BA6-B33B585BDE33}"/>
              </a:ext>
            </a:extLst>
          </p:cNvPr>
          <p:cNvGraphicFramePr>
            <a:graphicFrameLocks noGrp="1"/>
          </p:cNvGraphicFramePr>
          <p:nvPr>
            <p:extLst>
              <p:ext uri="{D42A27DB-BD31-4B8C-83A1-F6EECF244321}">
                <p14:modId xmlns:p14="http://schemas.microsoft.com/office/powerpoint/2010/main" val="2177501783"/>
              </p:ext>
            </p:extLst>
          </p:nvPr>
        </p:nvGraphicFramePr>
        <p:xfrm>
          <a:off x="606078" y="4715819"/>
          <a:ext cx="11387448" cy="1845414"/>
        </p:xfrm>
        <a:graphic>
          <a:graphicData uri="http://schemas.openxmlformats.org/drawingml/2006/table">
            <a:tbl>
              <a:tblPr firstRow="1" bandRow="1">
                <a:tableStyleId>{5C22544A-7EE6-4342-B048-85BDC9FD1C3A}</a:tableStyleId>
              </a:tblPr>
              <a:tblGrid>
                <a:gridCol w="1963066">
                  <a:extLst>
                    <a:ext uri="{9D8B030D-6E8A-4147-A177-3AD203B41FA5}">
                      <a16:colId xmlns:a16="http://schemas.microsoft.com/office/drawing/2014/main" val="1512983891"/>
                    </a:ext>
                  </a:extLst>
                </a:gridCol>
                <a:gridCol w="4393462">
                  <a:extLst>
                    <a:ext uri="{9D8B030D-6E8A-4147-A177-3AD203B41FA5}">
                      <a16:colId xmlns:a16="http://schemas.microsoft.com/office/drawing/2014/main" val="2945720241"/>
                    </a:ext>
                  </a:extLst>
                </a:gridCol>
                <a:gridCol w="5030920">
                  <a:extLst>
                    <a:ext uri="{9D8B030D-6E8A-4147-A177-3AD203B41FA5}">
                      <a16:colId xmlns:a16="http://schemas.microsoft.com/office/drawing/2014/main" val="111904983"/>
                    </a:ext>
                  </a:extLst>
                </a:gridCol>
              </a:tblGrid>
              <a:tr h="310338">
                <a:tc>
                  <a:txBody>
                    <a:bodyPr/>
                    <a:lstStyle/>
                    <a:p>
                      <a:endParaRPr kumimoji="1" lang="ja-JP" altLang="en-US" sz="1200" dirty="0"/>
                    </a:p>
                  </a:txBody>
                  <a:tcPr/>
                </a:tc>
                <a:tc>
                  <a:txBody>
                    <a:bodyPr/>
                    <a:lstStyle/>
                    <a:p>
                      <a:r>
                        <a:rPr kumimoji="1" lang="en-US" altLang="ja-JP" sz="1200" dirty="0"/>
                        <a:t>admiral</a:t>
                      </a:r>
                      <a:r>
                        <a:rPr kumimoji="1" lang="ja-JP" altLang="en-US" sz="1200" dirty="0"/>
                        <a:t>を「使わない」場合</a:t>
                      </a:r>
                    </a:p>
                  </a:txBody>
                  <a:tcPr/>
                </a:tc>
                <a:tc>
                  <a:txBody>
                    <a:bodyPr/>
                    <a:lstStyle/>
                    <a:p>
                      <a:r>
                        <a:rPr kumimoji="1" lang="en-US" altLang="ja-JP" sz="1200" dirty="0"/>
                        <a:t>admiral</a:t>
                      </a:r>
                      <a:r>
                        <a:rPr kumimoji="1" lang="ja-JP" altLang="en-US" sz="1200" dirty="0"/>
                        <a:t>を「使う」場合</a:t>
                      </a:r>
                    </a:p>
                  </a:txBody>
                  <a:tcPr/>
                </a:tc>
                <a:extLst>
                  <a:ext uri="{0D108BD9-81ED-4DB2-BD59-A6C34878D82A}">
                    <a16:rowId xmlns:a16="http://schemas.microsoft.com/office/drawing/2014/main" val="4004341497"/>
                  </a:ext>
                </a:extLst>
              </a:tr>
              <a:tr h="310338">
                <a:tc>
                  <a:txBody>
                    <a:bodyPr/>
                    <a:lstStyle/>
                    <a:p>
                      <a:r>
                        <a:rPr kumimoji="1" lang="ja-JP" altLang="en-US" sz="1200" dirty="0"/>
                        <a:t>コーディング負担</a:t>
                      </a:r>
                    </a:p>
                  </a:txBody>
                  <a:tcPr/>
                </a:tc>
                <a:tc>
                  <a:txBody>
                    <a:bodyPr/>
                    <a:lstStyle/>
                    <a:p>
                      <a:r>
                        <a:rPr kumimoji="1" lang="ja-JP" altLang="en-US" sz="1200" dirty="0"/>
                        <a:t>高（手作業が多く、一貫性や保守性に欠ける可能性がある）</a:t>
                      </a:r>
                    </a:p>
                  </a:txBody>
                  <a:tcPr/>
                </a:tc>
                <a:tc>
                  <a:txBody>
                    <a:bodyPr/>
                    <a:lstStyle/>
                    <a:p>
                      <a:r>
                        <a:rPr kumimoji="1" lang="ja-JP" altLang="en-US" sz="1200" dirty="0"/>
                        <a:t>低（処理ごとの専用関数により、一貫性があり、簡潔なスクリプトになる）</a:t>
                      </a:r>
                    </a:p>
                  </a:txBody>
                  <a:tcPr/>
                </a:tc>
                <a:extLst>
                  <a:ext uri="{0D108BD9-81ED-4DB2-BD59-A6C34878D82A}">
                    <a16:rowId xmlns:a16="http://schemas.microsoft.com/office/drawing/2014/main" val="3638608322"/>
                  </a:ext>
                </a:extLst>
              </a:tr>
              <a:tr h="310338">
                <a:tc>
                  <a:txBody>
                    <a:bodyPr/>
                    <a:lstStyle/>
                    <a:p>
                      <a:r>
                        <a:rPr kumimoji="1" lang="ja-JP" altLang="en-US" sz="1200" dirty="0"/>
                        <a:t>（利用者の）学習コスト</a:t>
                      </a:r>
                    </a:p>
                  </a:txBody>
                  <a:tcPr/>
                </a:tc>
                <a:tc>
                  <a:txBody>
                    <a:bodyPr/>
                    <a:lstStyle/>
                    <a:p>
                      <a:r>
                        <a:rPr kumimoji="1" lang="ja-JP" altLang="en-US" sz="1200" dirty="0"/>
                        <a:t>低（基本的な「</a:t>
                      </a:r>
                      <a:r>
                        <a:rPr kumimoji="1" lang="en-US" altLang="ja-JP" sz="1200" dirty="0"/>
                        <a:t>R</a:t>
                      </a:r>
                      <a:r>
                        <a:rPr kumimoji="1" lang="ja-JP" altLang="en-US" sz="1200" dirty="0"/>
                        <a:t>」の知識のみで良い）</a:t>
                      </a:r>
                      <a:endParaRPr kumimoji="1" lang="en-US" altLang="ja-JP" sz="1200" dirty="0"/>
                    </a:p>
                    <a:p>
                      <a:r>
                        <a:rPr kumimoji="1" lang="ja-JP" altLang="en-US" sz="1200" dirty="0"/>
                        <a:t>「</a:t>
                      </a:r>
                      <a:r>
                        <a:rPr kumimoji="1" lang="en-US" altLang="ja-JP" sz="1200" dirty="0"/>
                        <a:t>R</a:t>
                      </a:r>
                      <a:r>
                        <a:rPr kumimoji="1" lang="ja-JP" altLang="en-US" sz="1200" dirty="0"/>
                        <a:t>」の経験が少ない場合はむしろ高くなる</a:t>
                      </a:r>
                    </a:p>
                  </a:txBody>
                  <a:tcPr/>
                </a:tc>
                <a:tc>
                  <a:txBody>
                    <a:bodyPr/>
                    <a:lstStyle/>
                    <a:p>
                      <a:r>
                        <a:rPr kumimoji="1" lang="ja-JP" altLang="en-US" sz="1200" dirty="0"/>
                        <a:t>高くはない（</a:t>
                      </a:r>
                      <a:r>
                        <a:rPr kumimoji="1" lang="en-US" altLang="ja-JP" sz="1200" dirty="0"/>
                        <a:t>admiral</a:t>
                      </a:r>
                      <a:r>
                        <a:rPr kumimoji="1" lang="ja-JP" altLang="en-US" sz="1200" dirty="0"/>
                        <a:t>の関数をチートシートや関数一覧などから探す必要がある）</a:t>
                      </a:r>
                      <a:endParaRPr kumimoji="1" lang="en-US" altLang="ja-JP" sz="1200" dirty="0"/>
                    </a:p>
                  </a:txBody>
                  <a:tcPr/>
                </a:tc>
                <a:extLst>
                  <a:ext uri="{0D108BD9-81ED-4DB2-BD59-A6C34878D82A}">
                    <a16:rowId xmlns:a16="http://schemas.microsoft.com/office/drawing/2014/main" val="1458102569"/>
                  </a:ext>
                </a:extLst>
              </a:tr>
              <a:tr h="310338">
                <a:tc>
                  <a:txBody>
                    <a:bodyPr/>
                    <a:lstStyle/>
                    <a:p>
                      <a:r>
                        <a:rPr kumimoji="1" lang="ja-JP" altLang="en-US" sz="1200" dirty="0"/>
                        <a:t>再利用性</a:t>
                      </a:r>
                    </a:p>
                  </a:txBody>
                  <a:tcPr/>
                </a:tc>
                <a:tc>
                  <a:txBody>
                    <a:bodyPr/>
                    <a:lstStyle/>
                    <a:p>
                      <a:r>
                        <a:rPr kumimoji="1" lang="ja-JP" altLang="en-US" sz="1200" dirty="0"/>
                        <a:t>困難（特定の状況や目的に特化）</a:t>
                      </a:r>
                    </a:p>
                  </a:txBody>
                  <a:tcPr/>
                </a:tc>
                <a:tc>
                  <a:txBody>
                    <a:bodyPr/>
                    <a:lstStyle/>
                    <a:p>
                      <a:r>
                        <a:rPr kumimoji="1" lang="ja-JP" altLang="en-US" sz="1200" dirty="0"/>
                        <a:t>簡単（変更箇所は関数の引数などが中心）</a:t>
                      </a:r>
                    </a:p>
                  </a:txBody>
                  <a:tcPr/>
                </a:tc>
                <a:extLst>
                  <a:ext uri="{0D108BD9-81ED-4DB2-BD59-A6C34878D82A}">
                    <a16:rowId xmlns:a16="http://schemas.microsoft.com/office/drawing/2014/main" val="2692888697"/>
                  </a:ext>
                </a:extLst>
              </a:tr>
              <a:tr h="310338">
                <a:tc>
                  <a:txBody>
                    <a:bodyPr/>
                    <a:lstStyle/>
                    <a:p>
                      <a:r>
                        <a:rPr kumimoji="1" lang="ja-JP" altLang="en-US" sz="1200" dirty="0"/>
                        <a:t>保守性</a:t>
                      </a:r>
                    </a:p>
                  </a:txBody>
                  <a:tcPr/>
                </a:tc>
                <a:tc>
                  <a:txBody>
                    <a:bodyPr/>
                    <a:lstStyle/>
                    <a:p>
                      <a:r>
                        <a:rPr kumimoji="1" lang="ja-JP" altLang="en-US" sz="1200" dirty="0"/>
                        <a:t>低（プログラマ間でのスクリプトの一貫性を確保しづらい）</a:t>
                      </a:r>
                    </a:p>
                  </a:txBody>
                  <a:tcPr/>
                </a:tc>
                <a:tc>
                  <a:txBody>
                    <a:bodyPr/>
                    <a:lstStyle/>
                    <a:p>
                      <a:r>
                        <a:rPr kumimoji="1" lang="ja-JP" altLang="en-US" sz="1200" dirty="0"/>
                        <a:t>高（関数を多用するため、メンテナンスや他者への引き継ぎも容易）</a:t>
                      </a:r>
                    </a:p>
                  </a:txBody>
                  <a:tcPr/>
                </a:tc>
                <a:extLst>
                  <a:ext uri="{0D108BD9-81ED-4DB2-BD59-A6C34878D82A}">
                    <a16:rowId xmlns:a16="http://schemas.microsoft.com/office/drawing/2014/main" val="2991822019"/>
                  </a:ext>
                </a:extLst>
              </a:tr>
            </a:tbl>
          </a:graphicData>
        </a:graphic>
      </p:graphicFrame>
      <p:graphicFrame>
        <p:nvGraphicFramePr>
          <p:cNvPr id="8" name="Table 7">
            <a:extLst>
              <a:ext uri="{FF2B5EF4-FFF2-40B4-BE49-F238E27FC236}">
                <a16:creationId xmlns:a16="http://schemas.microsoft.com/office/drawing/2014/main" id="{AE6D2D93-3D84-EC57-44D3-6FBCC8359962}"/>
              </a:ext>
            </a:extLst>
          </p:cNvPr>
          <p:cNvGraphicFramePr>
            <a:graphicFrameLocks noGrp="1"/>
          </p:cNvGraphicFramePr>
          <p:nvPr>
            <p:extLst>
              <p:ext uri="{D42A27DB-BD31-4B8C-83A1-F6EECF244321}">
                <p14:modId xmlns:p14="http://schemas.microsoft.com/office/powerpoint/2010/main" val="2152225261"/>
              </p:ext>
            </p:extLst>
          </p:nvPr>
        </p:nvGraphicFramePr>
        <p:xfrm>
          <a:off x="606078" y="1366336"/>
          <a:ext cx="11387449" cy="2062664"/>
        </p:xfrm>
        <a:graphic>
          <a:graphicData uri="http://schemas.openxmlformats.org/drawingml/2006/table">
            <a:tbl>
              <a:tblPr firstRow="1" bandRow="1">
                <a:tableStyleId>{5C22544A-7EE6-4342-B048-85BDC9FD1C3A}</a:tableStyleId>
              </a:tblPr>
              <a:tblGrid>
                <a:gridCol w="2149092">
                  <a:extLst>
                    <a:ext uri="{9D8B030D-6E8A-4147-A177-3AD203B41FA5}">
                      <a16:colId xmlns:a16="http://schemas.microsoft.com/office/drawing/2014/main" val="1512983891"/>
                    </a:ext>
                  </a:extLst>
                </a:gridCol>
                <a:gridCol w="6879764">
                  <a:extLst>
                    <a:ext uri="{9D8B030D-6E8A-4147-A177-3AD203B41FA5}">
                      <a16:colId xmlns:a16="http://schemas.microsoft.com/office/drawing/2014/main" val="2945720241"/>
                    </a:ext>
                  </a:extLst>
                </a:gridCol>
                <a:gridCol w="2358593">
                  <a:extLst>
                    <a:ext uri="{9D8B030D-6E8A-4147-A177-3AD203B41FA5}">
                      <a16:colId xmlns:a16="http://schemas.microsoft.com/office/drawing/2014/main" val="111904983"/>
                    </a:ext>
                  </a:extLst>
                </a:gridCol>
              </a:tblGrid>
              <a:tr h="309400">
                <a:tc>
                  <a:txBody>
                    <a:bodyPr/>
                    <a:lstStyle/>
                    <a:p>
                      <a:endParaRPr kumimoji="1" lang="ja-JP" altLang="en-US" sz="1200" dirty="0"/>
                    </a:p>
                  </a:txBody>
                  <a:tcPr/>
                </a:tc>
                <a:tc>
                  <a:txBody>
                    <a:bodyPr/>
                    <a:lstStyle/>
                    <a:p>
                      <a:r>
                        <a:rPr kumimoji="1" lang="en-US" altLang="ja-JP" sz="1200" dirty="0"/>
                        <a:t>admiral</a:t>
                      </a:r>
                      <a:r>
                        <a:rPr kumimoji="1" lang="ja-JP" altLang="en-US" sz="1200" dirty="0"/>
                        <a:t>を「使わない」場合</a:t>
                      </a:r>
                    </a:p>
                  </a:txBody>
                  <a:tcPr/>
                </a:tc>
                <a:tc>
                  <a:txBody>
                    <a:bodyPr/>
                    <a:lstStyle/>
                    <a:p>
                      <a:r>
                        <a:rPr kumimoji="1" lang="en-US" altLang="ja-JP" sz="1200" dirty="0"/>
                        <a:t>admiral</a:t>
                      </a:r>
                      <a:r>
                        <a:rPr kumimoji="1" lang="ja-JP" altLang="en-US" sz="1200" dirty="0"/>
                        <a:t>を「使う」場合</a:t>
                      </a:r>
                    </a:p>
                  </a:txBody>
                  <a:tcPr/>
                </a:tc>
                <a:extLst>
                  <a:ext uri="{0D108BD9-81ED-4DB2-BD59-A6C34878D82A}">
                    <a16:rowId xmlns:a16="http://schemas.microsoft.com/office/drawing/2014/main" val="4004341497"/>
                  </a:ext>
                </a:extLst>
              </a:tr>
              <a:tr h="1753264">
                <a:tc>
                  <a:txBody>
                    <a:bodyPr/>
                    <a:lstStyle/>
                    <a:p>
                      <a:r>
                        <a:rPr kumimoji="1" lang="ja-JP" altLang="en-US" sz="1200" dirty="0"/>
                        <a:t>有害事象発現日（数値変数）「</a:t>
                      </a:r>
                      <a:r>
                        <a:rPr kumimoji="1" lang="en-US" altLang="ja-JP" sz="1200" dirty="0"/>
                        <a:t>ASTDT</a:t>
                      </a:r>
                      <a:r>
                        <a:rPr kumimoji="1" lang="ja-JP" altLang="en-US" sz="1200" dirty="0"/>
                        <a:t>」の導出</a:t>
                      </a:r>
                    </a:p>
                  </a:txBody>
                  <a:tcPr/>
                </a:tc>
                <a:tc>
                  <a:txBody>
                    <a:bodyPr/>
                    <a:lstStyle/>
                    <a:p>
                      <a:r>
                        <a:rPr kumimoji="1" lang="en-US" altLang="ja-JP" sz="1200" dirty="0"/>
                        <a:t># </a:t>
                      </a:r>
                      <a:r>
                        <a:rPr kumimoji="1" lang="en-US" altLang="ja-JP" sz="1200" dirty="0" err="1"/>
                        <a:t>dplyr</a:t>
                      </a:r>
                      <a:r>
                        <a:rPr kumimoji="1" lang="ja-JP" altLang="en-US" sz="1200" dirty="0"/>
                        <a:t>を使用</a:t>
                      </a:r>
                      <a:endParaRPr kumimoji="1" lang="en-US" altLang="ja-JP" sz="1200" dirty="0"/>
                    </a:p>
                    <a:p>
                      <a:r>
                        <a:rPr kumimoji="1" lang="en-US" altLang="ja-JP" sz="1200" dirty="0" err="1"/>
                        <a:t>adae</a:t>
                      </a:r>
                      <a:r>
                        <a:rPr kumimoji="1" lang="en-US" altLang="ja-JP" sz="1200" dirty="0"/>
                        <a:t> &lt;- ae %&gt;% </a:t>
                      </a:r>
                    </a:p>
                    <a:p>
                      <a:r>
                        <a:rPr kumimoji="1" lang="en-US" altLang="ja-JP" sz="1200" dirty="0"/>
                        <a:t>    mutate(</a:t>
                      </a:r>
                    </a:p>
                    <a:p>
                      <a:r>
                        <a:rPr kumimoji="1" lang="en-US" altLang="ja-JP" sz="1200" dirty="0"/>
                        <a:t>        ASTDT = </a:t>
                      </a:r>
                      <a:r>
                        <a:rPr kumimoji="1" lang="en-US" altLang="ja-JP" sz="1200" dirty="0" err="1"/>
                        <a:t>case_when</a:t>
                      </a:r>
                      <a:r>
                        <a:rPr kumimoji="1" lang="en-US" altLang="ja-JP" sz="1200" dirty="0"/>
                        <a:t>(</a:t>
                      </a:r>
                    </a:p>
                    <a:p>
                      <a:r>
                        <a:rPr kumimoji="1" lang="en-US" altLang="ja-JP" sz="1200" dirty="0"/>
                        <a:t>            </a:t>
                      </a:r>
                      <a:r>
                        <a:rPr kumimoji="1" lang="en-US" altLang="ja-JP" sz="1200" dirty="0" err="1"/>
                        <a:t>str_detect</a:t>
                      </a:r>
                      <a:r>
                        <a:rPr kumimoji="1" lang="en-US" altLang="ja-JP" sz="1200" dirty="0"/>
                        <a:t>(AESTDTC, "^\\d{4}-\\d{2}$") ~ </a:t>
                      </a:r>
                      <a:r>
                        <a:rPr kumimoji="1" lang="en-US" altLang="ja-JP" sz="1200" dirty="0" err="1"/>
                        <a:t>as.Date</a:t>
                      </a:r>
                      <a:r>
                        <a:rPr kumimoji="1" lang="en-US" altLang="ja-JP" sz="1200" dirty="0"/>
                        <a:t>(paste0(AESTDTC, "-01"), format = "%Y-%m-%d"),</a:t>
                      </a:r>
                    </a:p>
                    <a:p>
                      <a:r>
                        <a:rPr kumimoji="1" lang="en-US" altLang="ja-JP" sz="1200" dirty="0"/>
                        <a:t>           TRUE ~ </a:t>
                      </a:r>
                      <a:r>
                        <a:rPr kumimoji="1" lang="en-US" altLang="ja-JP" sz="1200" dirty="0" err="1"/>
                        <a:t>as.Date</a:t>
                      </a:r>
                      <a:r>
                        <a:rPr kumimoji="1" lang="en-US" altLang="ja-JP" sz="1200" dirty="0"/>
                        <a:t>(</a:t>
                      </a:r>
                      <a:r>
                        <a:rPr kumimoji="1" lang="en-US" altLang="ja-JP" sz="1200" dirty="0" err="1"/>
                        <a:t>substr</a:t>
                      </a:r>
                      <a:r>
                        <a:rPr kumimoji="1" lang="en-US" altLang="ja-JP" sz="1200" dirty="0"/>
                        <a:t>(AESTDTC, 1, 10), format = "%Y-%m-%d")</a:t>
                      </a:r>
                    </a:p>
                    <a:p>
                      <a:r>
                        <a:rPr kumimoji="1" lang="en-US" altLang="ja-JP" sz="1200" dirty="0"/>
                        <a:t>        )</a:t>
                      </a:r>
                    </a:p>
                    <a:p>
                      <a:r>
                        <a:rPr kumimoji="1" lang="en-US" altLang="ja-JP" sz="1200" dirty="0"/>
                        <a:t>    )</a:t>
                      </a:r>
                      <a:endParaRPr kumimoji="1" lang="ja-JP" altLang="en-US" sz="1200" dirty="0"/>
                    </a:p>
                  </a:txBody>
                  <a:tcPr/>
                </a:tc>
                <a:tc>
                  <a:txBody>
                    <a:bodyPr/>
                    <a:lstStyle/>
                    <a:p>
                      <a:r>
                        <a:rPr kumimoji="1" lang="en-US" altLang="ja-JP" sz="1200" dirty="0" err="1"/>
                        <a:t>adae</a:t>
                      </a:r>
                      <a:r>
                        <a:rPr kumimoji="1" lang="en-US" altLang="ja-JP" sz="1200" dirty="0"/>
                        <a:t> &lt;- ae %&gt;% </a:t>
                      </a:r>
                      <a:r>
                        <a:rPr kumimoji="1" lang="en-US" altLang="ja-JP" sz="1200" dirty="0" err="1"/>
                        <a:t>derive_vars_dt</a:t>
                      </a:r>
                      <a:r>
                        <a:rPr kumimoji="1" lang="en-US" altLang="ja-JP" sz="1200" dirty="0"/>
                        <a:t>(</a:t>
                      </a:r>
                    </a:p>
                    <a:p>
                      <a:r>
                        <a:rPr kumimoji="1" lang="en-US" altLang="ja-JP" sz="1200" dirty="0"/>
                        <a:t>    </a:t>
                      </a:r>
                      <a:r>
                        <a:rPr kumimoji="1" lang="en-US" altLang="ja-JP" sz="1200" dirty="0" err="1"/>
                        <a:t>dtc</a:t>
                      </a:r>
                      <a:r>
                        <a:rPr kumimoji="1" lang="en-US" altLang="ja-JP" sz="1200" dirty="0"/>
                        <a:t> = AESTDTC,</a:t>
                      </a:r>
                    </a:p>
                    <a:p>
                      <a:r>
                        <a:rPr kumimoji="1" lang="en-US" altLang="ja-JP" sz="1200" dirty="0"/>
                        <a:t>    </a:t>
                      </a:r>
                      <a:r>
                        <a:rPr kumimoji="1" lang="en-US" altLang="ja-JP" sz="1200" dirty="0" err="1"/>
                        <a:t>new_vars_prefix</a:t>
                      </a:r>
                      <a:r>
                        <a:rPr kumimoji="1" lang="en-US" altLang="ja-JP" sz="1200" dirty="0"/>
                        <a:t> = "AST",</a:t>
                      </a:r>
                    </a:p>
                    <a:p>
                      <a:r>
                        <a:rPr kumimoji="1" lang="en-US" altLang="ja-JP" sz="1200" dirty="0"/>
                        <a:t>    </a:t>
                      </a:r>
                      <a:r>
                        <a:rPr kumimoji="1" lang="en-US" altLang="ja-JP" sz="1200" dirty="0" err="1"/>
                        <a:t>highest_imputation</a:t>
                      </a:r>
                      <a:r>
                        <a:rPr kumimoji="1" lang="en-US" altLang="ja-JP" sz="1200" dirty="0"/>
                        <a:t> = "D“</a:t>
                      </a:r>
                    </a:p>
                    <a:p>
                      <a:r>
                        <a:rPr kumimoji="1" lang="en-US" altLang="ja-JP" sz="1200" dirty="0"/>
                        <a:t>)</a:t>
                      </a:r>
                      <a:endParaRPr kumimoji="1" lang="ja-JP" altLang="en-US" sz="1200" dirty="0"/>
                    </a:p>
                  </a:txBody>
                  <a:tcPr/>
                </a:tc>
                <a:extLst>
                  <a:ext uri="{0D108BD9-81ED-4DB2-BD59-A6C34878D82A}">
                    <a16:rowId xmlns:a16="http://schemas.microsoft.com/office/drawing/2014/main" val="3638608322"/>
                  </a:ext>
                </a:extLst>
              </a:tr>
            </a:tbl>
          </a:graphicData>
        </a:graphic>
      </p:graphicFrame>
      <p:sp>
        <p:nvSpPr>
          <p:cNvPr id="10" name="Arrow: Curved Up 9">
            <a:extLst>
              <a:ext uri="{FF2B5EF4-FFF2-40B4-BE49-F238E27FC236}">
                <a16:creationId xmlns:a16="http://schemas.microsoft.com/office/drawing/2014/main" id="{D2552B9A-AAFD-569C-035C-56A914E36678}"/>
              </a:ext>
            </a:extLst>
          </p:cNvPr>
          <p:cNvSpPr/>
          <p:nvPr/>
        </p:nvSpPr>
        <p:spPr>
          <a:xfrm>
            <a:off x="5270158" y="2889296"/>
            <a:ext cx="5795318" cy="787595"/>
          </a:xfrm>
          <a:prstGeom prst="curvedUpArrow">
            <a:avLst>
              <a:gd name="adj1" fmla="val 35932"/>
              <a:gd name="adj2" fmla="val 119139"/>
              <a:gd name="adj3" fmla="val 50928"/>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1" name="TextBox 10">
            <a:extLst>
              <a:ext uri="{FF2B5EF4-FFF2-40B4-BE49-F238E27FC236}">
                <a16:creationId xmlns:a16="http://schemas.microsoft.com/office/drawing/2014/main" id="{7473D751-4D46-CA19-8717-74B37F8CB59A}"/>
              </a:ext>
            </a:extLst>
          </p:cNvPr>
          <p:cNvSpPr txBox="1"/>
          <p:nvPr/>
        </p:nvSpPr>
        <p:spPr>
          <a:xfrm>
            <a:off x="5243491" y="3778626"/>
            <a:ext cx="5848652" cy="338554"/>
          </a:xfrm>
          <a:prstGeom prst="rect">
            <a:avLst/>
          </a:prstGeom>
          <a:noFill/>
          <a:ln>
            <a:solidFill>
              <a:schemeClr val="accent1"/>
            </a:solidFill>
          </a:ln>
        </p:spPr>
        <p:txBody>
          <a:bodyPr wrap="none" rtlCol="0">
            <a:spAutoFit/>
          </a:bodyPr>
          <a:lstStyle/>
          <a:p>
            <a:r>
              <a:rPr kumimoji="1" lang="en-US" altLang="ja-JP" sz="1600" dirty="0">
                <a:solidFill>
                  <a:schemeClr val="accent1"/>
                </a:solidFill>
              </a:rPr>
              <a:t>admiral</a:t>
            </a:r>
            <a:r>
              <a:rPr kumimoji="1" lang="ja-JP" altLang="en-US" sz="1600" dirty="0">
                <a:solidFill>
                  <a:schemeClr val="accent1"/>
                </a:solidFill>
              </a:rPr>
              <a:t>の関数を使うだけで、シンプルな「</a:t>
            </a:r>
            <a:r>
              <a:rPr kumimoji="1" lang="en-US" altLang="ja-JP" sz="1600" dirty="0">
                <a:solidFill>
                  <a:schemeClr val="accent1"/>
                </a:solidFill>
              </a:rPr>
              <a:t>R</a:t>
            </a:r>
            <a:r>
              <a:rPr kumimoji="1" lang="ja-JP" altLang="en-US" sz="1600" dirty="0">
                <a:solidFill>
                  <a:schemeClr val="accent1"/>
                </a:solidFill>
              </a:rPr>
              <a:t>スクリプト」に！</a:t>
            </a:r>
          </a:p>
        </p:txBody>
      </p:sp>
    </p:spTree>
    <p:extLst>
      <p:ext uri="{BB962C8B-B14F-4D97-AF65-F5344CB8AC3E}">
        <p14:creationId xmlns:p14="http://schemas.microsoft.com/office/powerpoint/2010/main" val="312676537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C102-75EF-CCB1-687A-AA5A0BDF4F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06FE49-8430-58B7-9C64-F4E9220DA9CF}"/>
              </a:ext>
            </a:extLst>
          </p:cNvPr>
          <p:cNvSpPr>
            <a:spLocks noGrp="1"/>
          </p:cNvSpPr>
          <p:nvPr>
            <p:ph type="body" sz="quarter" idx="15"/>
          </p:nvPr>
        </p:nvSpPr>
        <p:spPr>
          <a:xfrm>
            <a:off x="311149" y="1102385"/>
            <a:ext cx="11501909" cy="5328857"/>
          </a:xfrm>
        </p:spPr>
        <p:txBody>
          <a:bodyPr/>
          <a:lstStyle/>
          <a:p>
            <a:pPr marL="342900" indent="-342900">
              <a:buFont typeface="Arial" panose="020B0604020202020204" pitchFamily="34" charset="0"/>
              <a:buChar char="•"/>
            </a:pPr>
            <a:r>
              <a:rPr lang="ja-JP" altLang="en-US" b="1" dirty="0"/>
              <a:t>メタデータ駆動型アプローチ</a:t>
            </a:r>
            <a:endParaRPr kumimoji="1" lang="en-US" altLang="ja-JP" b="1" dirty="0"/>
          </a:p>
          <a:p>
            <a:pPr marL="742818" lvl="1" indent="-285750">
              <a:buFont typeface="Arial" panose="020B0604020202020204" pitchFamily="34" charset="0"/>
              <a:buChar char="•"/>
            </a:pPr>
            <a:r>
              <a:rPr kumimoji="1" lang="ja-JP" altLang="en-US" dirty="0"/>
              <a:t>メタデータ（</a:t>
            </a:r>
            <a:r>
              <a:rPr kumimoji="1" lang="en-US" altLang="ja-JP" dirty="0"/>
              <a:t>Excel</a:t>
            </a:r>
            <a:r>
              <a:rPr kumimoji="1" lang="ja-JP" altLang="en-US" dirty="0"/>
              <a:t>形式の</a:t>
            </a:r>
            <a:r>
              <a:rPr kumimoji="1" lang="en-US" altLang="ja-JP" dirty="0" err="1"/>
              <a:t>ADaM</a:t>
            </a:r>
            <a:r>
              <a:rPr lang="ja-JP" altLang="en-US" dirty="0"/>
              <a:t>の</a:t>
            </a:r>
            <a:r>
              <a:rPr kumimoji="1" lang="ja-JP" altLang="en-US" dirty="0"/>
              <a:t>仕様書など）で、各データセット及び変数の属性、フォーマット、導出方法を定義しておき、それを「</a:t>
            </a:r>
            <a:r>
              <a:rPr kumimoji="1" lang="en-US" altLang="ja-JP" dirty="0"/>
              <a:t>R</a:t>
            </a:r>
            <a:r>
              <a:rPr lang="ja-JP" altLang="en-US" dirty="0"/>
              <a:t>」に読み込んで、自動的に</a:t>
            </a:r>
            <a:r>
              <a:rPr lang="en-US" altLang="ja-JP" dirty="0" err="1"/>
              <a:t>ADaM</a:t>
            </a:r>
            <a:r>
              <a:rPr lang="ja-JP" altLang="en-US" dirty="0"/>
              <a:t>を作成</a:t>
            </a:r>
            <a:endParaRPr lang="en-US" altLang="ja-JP" dirty="0"/>
          </a:p>
          <a:p>
            <a:pPr marL="742818" lvl="1" indent="-285750">
              <a:buFont typeface="Arial" panose="020B0604020202020204" pitchFamily="34" charset="0"/>
              <a:buChar char="•"/>
            </a:pPr>
            <a:endParaRPr kumimoji="1" lang="en-US" altLang="ja-JP" dirty="0"/>
          </a:p>
          <a:p>
            <a:pPr marL="742818" lvl="1" indent="-285750">
              <a:buFont typeface="Arial" panose="020B0604020202020204" pitchFamily="34" charset="0"/>
              <a:buChar char="•"/>
            </a:pPr>
            <a:r>
              <a:rPr kumimoji="1" lang="ja-JP" altLang="en-US" b="1" dirty="0"/>
              <a:t>メリット</a:t>
            </a:r>
            <a:endParaRPr kumimoji="1" lang="en-US" altLang="ja-JP" b="1" dirty="0"/>
          </a:p>
          <a:p>
            <a:pPr marL="1199899" lvl="2" indent="-285750">
              <a:buFont typeface="Arial" panose="020B0604020202020204" pitchFamily="34" charset="0"/>
              <a:buChar char="•"/>
            </a:pPr>
            <a:r>
              <a:rPr lang="ja-JP" altLang="en-US" dirty="0"/>
              <a:t>コードの再利用性がさらに高くなる</a:t>
            </a:r>
            <a:endParaRPr lang="en-US" altLang="ja-JP" dirty="0"/>
          </a:p>
          <a:p>
            <a:pPr marL="1199899" lvl="2" indent="-285750">
              <a:buFont typeface="Arial" panose="020B0604020202020204" pitchFamily="34" charset="0"/>
              <a:buChar char="•"/>
            </a:pPr>
            <a:r>
              <a:rPr kumimoji="1" lang="ja-JP" altLang="en-US" dirty="0"/>
              <a:t>メタデータの変更により、別の試験にも適用可能</a:t>
            </a:r>
            <a:endParaRPr kumimoji="1" lang="en-US" altLang="ja-JP" dirty="0"/>
          </a:p>
          <a:p>
            <a:pPr marL="1199899" lvl="2" indent="-285750">
              <a:buFont typeface="Arial" panose="020B0604020202020204" pitchFamily="34" charset="0"/>
              <a:buChar char="•"/>
            </a:pPr>
            <a:r>
              <a:rPr lang="ja-JP" altLang="en-US" dirty="0"/>
              <a:t>ユーザーが「</a:t>
            </a:r>
            <a:r>
              <a:rPr lang="en-US" altLang="ja-JP" dirty="0"/>
              <a:t>R</a:t>
            </a:r>
            <a:r>
              <a:rPr lang="ja-JP" altLang="en-US" dirty="0"/>
              <a:t>スクリプト」を直接触る必要がないため、エラーリスクが低減される</a:t>
            </a:r>
            <a:endParaRPr lang="en-US" altLang="ja-JP" dirty="0"/>
          </a:p>
          <a:p>
            <a:pPr marL="742818" lvl="1" indent="-285750">
              <a:buFont typeface="Arial" panose="020B0604020202020204" pitchFamily="34" charset="0"/>
              <a:buChar char="•"/>
            </a:pPr>
            <a:endParaRPr kumimoji="1" lang="en-US" altLang="ja-JP" dirty="0"/>
          </a:p>
          <a:p>
            <a:pPr marL="742818" lvl="1" indent="-285750">
              <a:buFont typeface="Arial" panose="020B0604020202020204" pitchFamily="34" charset="0"/>
              <a:buChar char="•"/>
            </a:pPr>
            <a:r>
              <a:rPr kumimoji="1" lang="ja-JP" altLang="en-US" b="1" dirty="0"/>
              <a:t>デメリット</a:t>
            </a:r>
            <a:endParaRPr kumimoji="1" lang="en-US" altLang="ja-JP" b="1" dirty="0"/>
          </a:p>
          <a:p>
            <a:pPr marL="1199899" lvl="2" indent="-285750">
              <a:buFont typeface="Arial" panose="020B0604020202020204" pitchFamily="34" charset="0"/>
              <a:buChar char="•"/>
            </a:pPr>
            <a:r>
              <a:rPr lang="ja-JP" altLang="en-US" dirty="0"/>
              <a:t>開発コスト（メタデータの設計・標準化及びメタデータ駆動が可能な「</a:t>
            </a:r>
            <a:r>
              <a:rPr lang="en-US" altLang="ja-JP" dirty="0"/>
              <a:t>R</a:t>
            </a:r>
            <a:r>
              <a:rPr lang="ja-JP" altLang="en-US" dirty="0"/>
              <a:t>スクリプトの開発」）</a:t>
            </a:r>
            <a:endParaRPr lang="en-US" altLang="ja-JP" dirty="0"/>
          </a:p>
          <a:p>
            <a:pPr marL="1199899" lvl="2" indent="-285750">
              <a:buFont typeface="Arial" panose="020B0604020202020204" pitchFamily="34" charset="0"/>
              <a:buChar char="•"/>
            </a:pPr>
            <a:r>
              <a:rPr kumimoji="1" lang="ja-JP" altLang="en-US" dirty="0"/>
              <a:t>「</a:t>
            </a:r>
            <a:r>
              <a:rPr kumimoji="1" lang="en-US" altLang="ja-JP" dirty="0"/>
              <a:t>R</a:t>
            </a:r>
            <a:r>
              <a:rPr kumimoji="1" lang="ja-JP" altLang="en-US" dirty="0"/>
              <a:t>スクリプト」のロジックが複雑で、トラブルシューティングに時間を要する可能性</a:t>
            </a:r>
            <a:endParaRPr kumimoji="1" lang="en-US" altLang="ja-JP" dirty="0"/>
          </a:p>
          <a:p>
            <a:pPr marL="1199899" lvl="2" indent="-285750">
              <a:buFont typeface="Arial" panose="020B0604020202020204" pitchFamily="34" charset="0"/>
              <a:buChar char="•"/>
            </a:pPr>
            <a:r>
              <a:rPr kumimoji="1" lang="ja-JP" altLang="en-US" dirty="0"/>
              <a:t>バリデーションの必要性</a:t>
            </a:r>
            <a:endParaRPr kumimoji="1" lang="en-US" altLang="ja-JP" dirty="0"/>
          </a:p>
          <a:p>
            <a:pPr lvl="1"/>
            <a:endParaRPr kumimoji="1" lang="en-US" altLang="ja-JP" dirty="0"/>
          </a:p>
          <a:p>
            <a:pPr lvl="1"/>
            <a:endParaRPr lang="en-US" altLang="ja-JP" dirty="0"/>
          </a:p>
          <a:p>
            <a:pPr marL="742818" lvl="1" indent="-28575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66B20DC0-E3C0-B6B0-B3A7-01CAACA1C83A}"/>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24C97BAE-2A2A-0BF6-8A69-59F2AAD27320}"/>
              </a:ext>
            </a:extLst>
          </p:cNvPr>
          <p:cNvSpPr>
            <a:spLocks noGrp="1"/>
          </p:cNvSpPr>
          <p:nvPr>
            <p:ph type="title"/>
          </p:nvPr>
        </p:nvSpPr>
        <p:spPr/>
        <p:txBody>
          <a:bodyPr>
            <a:normAutofit/>
          </a:bodyPr>
          <a:lstStyle/>
          <a:p>
            <a:r>
              <a:rPr lang="ja-JP" altLang="en-US" dirty="0"/>
              <a:t>メタデータの活用</a:t>
            </a:r>
            <a:endParaRPr kumimoji="1" lang="ja-JP" altLang="en-US" dirty="0"/>
          </a:p>
        </p:txBody>
      </p:sp>
      <p:sp>
        <p:nvSpPr>
          <p:cNvPr id="5" name="Slide Number Placeholder 4">
            <a:extLst>
              <a:ext uri="{FF2B5EF4-FFF2-40B4-BE49-F238E27FC236}">
                <a16:creationId xmlns:a16="http://schemas.microsoft.com/office/drawing/2014/main" id="{6457D9F8-6EA5-6B35-6AEA-B261E2C63A08}"/>
              </a:ext>
            </a:extLst>
          </p:cNvPr>
          <p:cNvSpPr>
            <a:spLocks noGrp="1"/>
          </p:cNvSpPr>
          <p:nvPr>
            <p:ph type="sldNum" sz="quarter" idx="4"/>
          </p:nvPr>
        </p:nvSpPr>
        <p:spPr/>
        <p:txBody>
          <a:bodyPr/>
          <a:lstStyle/>
          <a:p>
            <a:pPr defTabSz="1218810"/>
            <a:fld id="{E9B57936-92EF-4126-AE48-1D9D36D15E98}" type="slidenum">
              <a:rPr lang="ja-JP" altLang="en-US" smtClean="0"/>
              <a:pPr defTabSz="1218810"/>
              <a:t>15</a:t>
            </a:fld>
            <a:endParaRPr lang="ja-JP" altLang="en-US"/>
          </a:p>
        </p:txBody>
      </p:sp>
      <p:sp>
        <p:nvSpPr>
          <p:cNvPr id="8" name="Flowchart: Magnetic Disk 7">
            <a:extLst>
              <a:ext uri="{FF2B5EF4-FFF2-40B4-BE49-F238E27FC236}">
                <a16:creationId xmlns:a16="http://schemas.microsoft.com/office/drawing/2014/main" id="{BFC09D03-D60D-EA16-9D70-3E176FDDB84B}"/>
              </a:ext>
            </a:extLst>
          </p:cNvPr>
          <p:cNvSpPr/>
          <p:nvPr/>
        </p:nvSpPr>
        <p:spPr>
          <a:xfrm>
            <a:off x="3705716" y="5807126"/>
            <a:ext cx="1644502" cy="921488"/>
          </a:xfrm>
          <a:prstGeom prst="flowChartMagneticDisk">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sz="1600" dirty="0">
                <a:solidFill>
                  <a:schemeClr val="bg1"/>
                </a:solidFill>
              </a:rPr>
              <a:t>SDTM</a:t>
            </a:r>
            <a:endParaRPr kumimoji="1" lang="ja-JP" altLang="en-US" sz="1600" dirty="0">
              <a:solidFill>
                <a:schemeClr val="bg1"/>
              </a:solidFill>
            </a:endParaRPr>
          </a:p>
        </p:txBody>
      </p:sp>
      <p:sp>
        <p:nvSpPr>
          <p:cNvPr id="9" name="Flowchart: Magnetic Disk 8">
            <a:extLst>
              <a:ext uri="{FF2B5EF4-FFF2-40B4-BE49-F238E27FC236}">
                <a16:creationId xmlns:a16="http://schemas.microsoft.com/office/drawing/2014/main" id="{699E2828-F6C9-F399-1308-F18506CF0796}"/>
              </a:ext>
            </a:extLst>
          </p:cNvPr>
          <p:cNvSpPr/>
          <p:nvPr/>
        </p:nvSpPr>
        <p:spPr>
          <a:xfrm>
            <a:off x="7855264" y="4411894"/>
            <a:ext cx="1644502" cy="921488"/>
          </a:xfrm>
          <a:prstGeom prst="flowChartMagneticDisk">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dirty="0" err="1">
                <a:solidFill>
                  <a:schemeClr val="bg1"/>
                </a:solidFill>
              </a:rPr>
              <a:t>ADaM</a:t>
            </a:r>
            <a:endParaRPr kumimoji="1" lang="ja-JP" altLang="en-US" dirty="0">
              <a:solidFill>
                <a:schemeClr val="bg1"/>
              </a:solidFill>
            </a:endParaRPr>
          </a:p>
        </p:txBody>
      </p:sp>
      <p:sp>
        <p:nvSpPr>
          <p:cNvPr id="11" name="Flowchart: Multidocument 10">
            <a:extLst>
              <a:ext uri="{FF2B5EF4-FFF2-40B4-BE49-F238E27FC236}">
                <a16:creationId xmlns:a16="http://schemas.microsoft.com/office/drawing/2014/main" id="{BAE01BD8-848C-A22B-A813-EF3A2C1613B2}"/>
              </a:ext>
            </a:extLst>
          </p:cNvPr>
          <p:cNvSpPr/>
          <p:nvPr/>
        </p:nvSpPr>
        <p:spPr>
          <a:xfrm>
            <a:off x="5745864" y="5755615"/>
            <a:ext cx="2020186" cy="985284"/>
          </a:xfrm>
          <a:prstGeom prst="flowChartMultidocument">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600" dirty="0">
                <a:solidFill>
                  <a:schemeClr val="bg1"/>
                </a:solidFill>
              </a:rPr>
              <a:t>メタデータ</a:t>
            </a:r>
            <a:endParaRPr kumimoji="1" lang="en-US" altLang="ja-JP" sz="1400" dirty="0">
              <a:solidFill>
                <a:schemeClr val="bg1"/>
              </a:solidFill>
            </a:endParaRPr>
          </a:p>
          <a:p>
            <a:pPr algn="ctr"/>
            <a:r>
              <a:rPr kumimoji="1" lang="en-US" altLang="ja-JP" sz="1400" dirty="0">
                <a:solidFill>
                  <a:schemeClr val="bg1"/>
                </a:solidFill>
              </a:rPr>
              <a:t>(</a:t>
            </a:r>
            <a:r>
              <a:rPr kumimoji="1" lang="en-US" altLang="ja-JP" sz="1400" dirty="0" err="1">
                <a:solidFill>
                  <a:schemeClr val="bg1"/>
                </a:solidFill>
              </a:rPr>
              <a:t>ADaM</a:t>
            </a:r>
            <a:r>
              <a:rPr kumimoji="1" lang="ja-JP" altLang="en-US" sz="1400" dirty="0">
                <a:solidFill>
                  <a:schemeClr val="bg1"/>
                </a:solidFill>
              </a:rPr>
              <a:t>仕様書等</a:t>
            </a:r>
            <a:r>
              <a:rPr kumimoji="1" lang="en-US" altLang="ja-JP" sz="1400" dirty="0">
                <a:solidFill>
                  <a:schemeClr val="bg1"/>
                </a:solidFill>
              </a:rPr>
              <a:t>)</a:t>
            </a:r>
            <a:endParaRPr kumimoji="1" lang="ja-JP" altLang="en-US" sz="1400" dirty="0">
              <a:solidFill>
                <a:schemeClr val="bg1"/>
              </a:solidFill>
            </a:endParaRPr>
          </a:p>
        </p:txBody>
      </p:sp>
      <p:sp>
        <p:nvSpPr>
          <p:cNvPr id="12" name="Rectangle 11">
            <a:extLst>
              <a:ext uri="{FF2B5EF4-FFF2-40B4-BE49-F238E27FC236}">
                <a16:creationId xmlns:a16="http://schemas.microsoft.com/office/drawing/2014/main" id="{44DFF463-6299-7BF9-8866-F3F50F24718A}"/>
              </a:ext>
            </a:extLst>
          </p:cNvPr>
          <p:cNvSpPr/>
          <p:nvPr/>
        </p:nvSpPr>
        <p:spPr>
          <a:xfrm>
            <a:off x="1385092" y="4411894"/>
            <a:ext cx="1916205" cy="921488"/>
          </a:xfrm>
          <a:prstGeom prst="rect">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sz="1600" dirty="0">
                <a:solidFill>
                  <a:schemeClr val="bg1"/>
                </a:solidFill>
              </a:rPr>
              <a:t>R</a:t>
            </a:r>
            <a:r>
              <a:rPr kumimoji="1" lang="ja-JP" altLang="en-US" sz="1600" dirty="0">
                <a:solidFill>
                  <a:schemeClr val="bg1"/>
                </a:solidFill>
              </a:rPr>
              <a:t>スクリプト</a:t>
            </a:r>
            <a:endParaRPr kumimoji="1" lang="en-US" altLang="ja-JP" sz="1600" dirty="0">
              <a:solidFill>
                <a:schemeClr val="bg1"/>
              </a:solidFill>
            </a:endParaRPr>
          </a:p>
          <a:p>
            <a:pPr algn="ctr"/>
            <a:r>
              <a:rPr kumimoji="1" lang="en-US" altLang="ja-JP" sz="1600" dirty="0">
                <a:solidFill>
                  <a:schemeClr val="bg1"/>
                </a:solidFill>
              </a:rPr>
              <a:t>(wrapper)</a:t>
            </a:r>
            <a:endParaRPr kumimoji="1" lang="ja-JP" altLang="en-US" sz="1600" dirty="0">
              <a:solidFill>
                <a:schemeClr val="bg1"/>
              </a:solidFill>
            </a:endParaRPr>
          </a:p>
        </p:txBody>
      </p:sp>
      <p:grpSp>
        <p:nvGrpSpPr>
          <p:cNvPr id="16" name="Group 15">
            <a:extLst>
              <a:ext uri="{FF2B5EF4-FFF2-40B4-BE49-F238E27FC236}">
                <a16:creationId xmlns:a16="http://schemas.microsoft.com/office/drawing/2014/main" id="{57BBB9BB-A562-D170-1DCA-126445664BFB}"/>
              </a:ext>
            </a:extLst>
          </p:cNvPr>
          <p:cNvGrpSpPr/>
          <p:nvPr/>
        </p:nvGrpSpPr>
        <p:grpSpPr>
          <a:xfrm>
            <a:off x="4527967" y="4120020"/>
            <a:ext cx="2096474" cy="1213362"/>
            <a:chOff x="6521471" y="5053751"/>
            <a:chExt cx="2096474" cy="1213362"/>
          </a:xfrm>
        </p:grpSpPr>
        <p:sp>
          <p:nvSpPr>
            <p:cNvPr id="13" name="Rectangle 12">
              <a:extLst>
                <a:ext uri="{FF2B5EF4-FFF2-40B4-BE49-F238E27FC236}">
                  <a16:creationId xmlns:a16="http://schemas.microsoft.com/office/drawing/2014/main" id="{248D67DC-9789-0D97-0C55-CC181BED7F49}"/>
                </a:ext>
              </a:extLst>
            </p:cNvPr>
            <p:cNvSpPr/>
            <p:nvPr/>
          </p:nvSpPr>
          <p:spPr>
            <a:xfrm>
              <a:off x="6701740" y="5053751"/>
              <a:ext cx="1916205" cy="921488"/>
            </a:xfrm>
            <a:prstGeom prst="rect">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4" name="Rectangle 13">
              <a:extLst>
                <a:ext uri="{FF2B5EF4-FFF2-40B4-BE49-F238E27FC236}">
                  <a16:creationId xmlns:a16="http://schemas.microsoft.com/office/drawing/2014/main" id="{A6A28D19-9EB3-9B5A-6843-BA6DB8036C36}"/>
                </a:ext>
              </a:extLst>
            </p:cNvPr>
            <p:cNvSpPr/>
            <p:nvPr/>
          </p:nvSpPr>
          <p:spPr>
            <a:xfrm>
              <a:off x="6616323" y="5199688"/>
              <a:ext cx="1916205" cy="921488"/>
            </a:xfrm>
            <a:prstGeom prst="rect">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5" name="Rectangle 14">
              <a:extLst>
                <a:ext uri="{FF2B5EF4-FFF2-40B4-BE49-F238E27FC236}">
                  <a16:creationId xmlns:a16="http://schemas.microsoft.com/office/drawing/2014/main" id="{A70685E0-B67D-86B0-1F64-BBD14B231E57}"/>
                </a:ext>
              </a:extLst>
            </p:cNvPr>
            <p:cNvSpPr/>
            <p:nvPr/>
          </p:nvSpPr>
          <p:spPr>
            <a:xfrm>
              <a:off x="6521471" y="5345625"/>
              <a:ext cx="1916205" cy="921488"/>
            </a:xfrm>
            <a:prstGeom prst="rect">
              <a:avLst/>
            </a:prstGeom>
            <a:solidFill>
              <a:schemeClr val="accent1"/>
            </a:solidFill>
            <a:ln w="15875">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sz="1600" dirty="0">
                  <a:solidFill>
                    <a:schemeClr val="bg1"/>
                  </a:solidFill>
                </a:rPr>
                <a:t>R</a:t>
              </a:r>
              <a:r>
                <a:rPr kumimoji="1" lang="ja-JP" altLang="en-US" sz="1600" dirty="0">
                  <a:solidFill>
                    <a:schemeClr val="bg1"/>
                  </a:solidFill>
                </a:rPr>
                <a:t>スクリプト</a:t>
              </a:r>
              <a:endParaRPr kumimoji="1" lang="en-US" altLang="ja-JP" sz="1600" dirty="0">
                <a:solidFill>
                  <a:schemeClr val="bg1"/>
                </a:solidFill>
              </a:endParaRPr>
            </a:p>
            <a:p>
              <a:pPr algn="ctr"/>
              <a:r>
                <a:rPr kumimoji="1" lang="ja-JP" altLang="en-US" sz="1600" dirty="0">
                  <a:solidFill>
                    <a:schemeClr val="bg1"/>
                  </a:solidFill>
                </a:rPr>
                <a:t>（各データセット及び機能別）</a:t>
              </a:r>
            </a:p>
          </p:txBody>
        </p:sp>
      </p:grpSp>
      <p:cxnSp>
        <p:nvCxnSpPr>
          <p:cNvPr id="18" name="Straight Arrow Connector 17">
            <a:extLst>
              <a:ext uri="{FF2B5EF4-FFF2-40B4-BE49-F238E27FC236}">
                <a16:creationId xmlns:a16="http://schemas.microsoft.com/office/drawing/2014/main" id="{621A32D7-5C46-A814-9CCA-2E94BE463A6F}"/>
              </a:ext>
            </a:extLst>
          </p:cNvPr>
          <p:cNvCxnSpPr>
            <a:stCxn id="12" idx="3"/>
            <a:endCxn id="15" idx="1"/>
          </p:cNvCxnSpPr>
          <p:nvPr/>
        </p:nvCxnSpPr>
        <p:spPr>
          <a:xfrm>
            <a:off x="3301297" y="4872638"/>
            <a:ext cx="1226670" cy="0"/>
          </a:xfrm>
          <a:prstGeom prst="straightConnector1">
            <a:avLst/>
          </a:prstGeom>
          <a:ln w="25400">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BB0A9F-B89E-E0CA-9FA1-1AD925DAD075}"/>
              </a:ext>
            </a:extLst>
          </p:cNvPr>
          <p:cNvCxnSpPr>
            <a:cxnSpLocks/>
            <a:stCxn id="8" idx="1"/>
            <a:endCxn id="15" idx="2"/>
          </p:cNvCxnSpPr>
          <p:nvPr/>
        </p:nvCxnSpPr>
        <p:spPr>
          <a:xfrm flipV="1">
            <a:off x="4527967" y="5333382"/>
            <a:ext cx="958103" cy="47374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A96A859-C889-B60F-1272-F700D2CE5770}"/>
              </a:ext>
            </a:extLst>
          </p:cNvPr>
          <p:cNvCxnSpPr>
            <a:cxnSpLocks/>
            <a:stCxn id="11" idx="0"/>
            <a:endCxn id="15" idx="2"/>
          </p:cNvCxnSpPr>
          <p:nvPr/>
        </p:nvCxnSpPr>
        <p:spPr>
          <a:xfrm flipH="1" flipV="1">
            <a:off x="5486070" y="5333382"/>
            <a:ext cx="1408868" cy="422233"/>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FA2BF4B-A1EC-87C7-FB58-F3A4F2F4D729}"/>
              </a:ext>
            </a:extLst>
          </p:cNvPr>
          <p:cNvCxnSpPr>
            <a:cxnSpLocks/>
            <a:stCxn id="15" idx="3"/>
            <a:endCxn id="9" idx="2"/>
          </p:cNvCxnSpPr>
          <p:nvPr/>
        </p:nvCxnSpPr>
        <p:spPr>
          <a:xfrm>
            <a:off x="6444172" y="4872638"/>
            <a:ext cx="1411092"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78187142-B522-4E51-65DF-C7465747634F}"/>
              </a:ext>
            </a:extLst>
          </p:cNvPr>
          <p:cNvGrpSpPr/>
          <p:nvPr/>
        </p:nvGrpSpPr>
        <p:grpSpPr>
          <a:xfrm>
            <a:off x="9058940" y="5544498"/>
            <a:ext cx="2605645" cy="886744"/>
            <a:chOff x="9058940" y="5544498"/>
            <a:chExt cx="2605645" cy="886744"/>
          </a:xfrm>
        </p:grpSpPr>
        <p:cxnSp>
          <p:nvCxnSpPr>
            <p:cNvPr id="42" name="Straight Arrow Connector 41">
              <a:extLst>
                <a:ext uri="{FF2B5EF4-FFF2-40B4-BE49-F238E27FC236}">
                  <a16:creationId xmlns:a16="http://schemas.microsoft.com/office/drawing/2014/main" id="{EDBAE04F-679A-7278-550E-DCD9226D9D98}"/>
                </a:ext>
              </a:extLst>
            </p:cNvPr>
            <p:cNvCxnSpPr>
              <a:cxnSpLocks/>
            </p:cNvCxnSpPr>
            <p:nvPr/>
          </p:nvCxnSpPr>
          <p:spPr>
            <a:xfrm>
              <a:off x="9214884" y="5807126"/>
              <a:ext cx="898217" cy="0"/>
            </a:xfrm>
            <a:prstGeom prst="straightConnector1">
              <a:avLst/>
            </a:prstGeom>
            <a:ln w="25400">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428F4DF-3428-AC17-22DF-BA58B55612C1}"/>
                </a:ext>
              </a:extLst>
            </p:cNvPr>
            <p:cNvCxnSpPr>
              <a:cxnSpLocks/>
            </p:cNvCxnSpPr>
            <p:nvPr/>
          </p:nvCxnSpPr>
          <p:spPr>
            <a:xfrm>
              <a:off x="9214883" y="6158000"/>
              <a:ext cx="898217" cy="0"/>
            </a:xfrm>
            <a:prstGeom prst="straightConnector1">
              <a:avLst/>
            </a:prstGeom>
            <a:ln w="25400">
              <a:prstDash val="solid"/>
              <a:tailEnd type="triangle" w="lg" len="lg"/>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9D9095F-044C-61A6-1A09-E3915E73911E}"/>
                </a:ext>
              </a:extLst>
            </p:cNvPr>
            <p:cNvSpPr txBox="1"/>
            <p:nvPr/>
          </p:nvSpPr>
          <p:spPr>
            <a:xfrm>
              <a:off x="10248813" y="5637849"/>
              <a:ext cx="595035" cy="338554"/>
            </a:xfrm>
            <a:prstGeom prst="rect">
              <a:avLst/>
            </a:prstGeom>
            <a:noFill/>
          </p:spPr>
          <p:txBody>
            <a:bodyPr wrap="none" rtlCol="0">
              <a:spAutoFit/>
            </a:bodyPr>
            <a:lstStyle/>
            <a:p>
              <a:r>
                <a:rPr kumimoji="1" lang="ja-JP" altLang="en-US" sz="1600" dirty="0">
                  <a:solidFill>
                    <a:schemeClr val="accent1"/>
                  </a:solidFill>
                </a:rPr>
                <a:t>実行</a:t>
              </a:r>
            </a:p>
          </p:txBody>
        </p:sp>
        <p:sp>
          <p:nvSpPr>
            <p:cNvPr id="46" name="TextBox 45">
              <a:extLst>
                <a:ext uri="{FF2B5EF4-FFF2-40B4-BE49-F238E27FC236}">
                  <a16:creationId xmlns:a16="http://schemas.microsoft.com/office/drawing/2014/main" id="{E6211A62-1AF9-28C8-434E-C8F432FB39B2}"/>
                </a:ext>
              </a:extLst>
            </p:cNvPr>
            <p:cNvSpPr txBox="1"/>
            <p:nvPr/>
          </p:nvSpPr>
          <p:spPr>
            <a:xfrm>
              <a:off x="10248813" y="5988723"/>
              <a:ext cx="1415772" cy="338554"/>
            </a:xfrm>
            <a:prstGeom prst="rect">
              <a:avLst/>
            </a:prstGeom>
            <a:noFill/>
          </p:spPr>
          <p:txBody>
            <a:bodyPr wrap="none" rtlCol="0">
              <a:spAutoFit/>
            </a:bodyPr>
            <a:lstStyle/>
            <a:p>
              <a:r>
                <a:rPr kumimoji="1" lang="ja-JP" altLang="en-US" sz="1600" dirty="0">
                  <a:solidFill>
                    <a:schemeClr val="accent1"/>
                  </a:solidFill>
                </a:rPr>
                <a:t>データの流れ</a:t>
              </a:r>
            </a:p>
          </p:txBody>
        </p:sp>
        <p:sp>
          <p:nvSpPr>
            <p:cNvPr id="47" name="Rectangle 46">
              <a:extLst>
                <a:ext uri="{FF2B5EF4-FFF2-40B4-BE49-F238E27FC236}">
                  <a16:creationId xmlns:a16="http://schemas.microsoft.com/office/drawing/2014/main" id="{31D6C8DE-7810-B2CE-EA0A-D1FDED2CF9AE}"/>
                </a:ext>
              </a:extLst>
            </p:cNvPr>
            <p:cNvSpPr/>
            <p:nvPr/>
          </p:nvSpPr>
          <p:spPr>
            <a:xfrm>
              <a:off x="9058940" y="5544498"/>
              <a:ext cx="2605645" cy="886744"/>
            </a:xfrm>
            <a:prstGeom prst="rect">
              <a:avLst/>
            </a:prstGeom>
            <a:noFill/>
            <a:ln w="28575">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grpSp>
    </p:spTree>
    <p:extLst>
      <p:ext uri="{BB962C8B-B14F-4D97-AF65-F5344CB8AC3E}">
        <p14:creationId xmlns:p14="http://schemas.microsoft.com/office/powerpoint/2010/main" val="320113343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527FC-D60B-B21D-B148-648A2B745B8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7FEC8B-F676-AFC3-6376-5AB7A60DE33A}"/>
              </a:ext>
            </a:extLst>
          </p:cNvPr>
          <p:cNvSpPr>
            <a:spLocks noGrp="1"/>
          </p:cNvSpPr>
          <p:nvPr>
            <p:ph type="body" sz="quarter" idx="15"/>
          </p:nvPr>
        </p:nvSpPr>
        <p:spPr>
          <a:xfrm>
            <a:off x="311150" y="1102385"/>
            <a:ext cx="5784850" cy="5328857"/>
          </a:xfrm>
        </p:spPr>
        <p:txBody>
          <a:bodyPr/>
          <a:lstStyle/>
          <a:p>
            <a:pPr marL="342900" indent="-342900">
              <a:buFont typeface="+mj-lt"/>
              <a:buAutoNum type="arabicPeriod"/>
            </a:pPr>
            <a:r>
              <a:rPr lang="en-US" altLang="ja-JP" b="1" dirty="0" err="1"/>
              <a:t>a</a:t>
            </a:r>
            <a:r>
              <a:rPr kumimoji="1" lang="en-US" altLang="ja-JP" b="1" dirty="0" err="1"/>
              <a:t>dmiraldiscovery</a:t>
            </a:r>
            <a:r>
              <a:rPr kumimoji="1" lang="ja-JP" altLang="en-US" b="1" dirty="0"/>
              <a:t>の活用</a:t>
            </a:r>
            <a:r>
              <a:rPr kumimoji="1" lang="ja-JP" altLang="en-US" dirty="0"/>
              <a:t>＜開発段階＞</a:t>
            </a:r>
            <a:endParaRPr kumimoji="1" lang="en-US" altLang="ja-JP" dirty="0"/>
          </a:p>
          <a:p>
            <a:pPr marL="742818" lvl="1" indent="-285750">
              <a:buFont typeface="Arial" panose="020B0604020202020204" pitchFamily="34" charset="0"/>
              <a:buChar char="•"/>
            </a:pPr>
            <a:r>
              <a:rPr kumimoji="1" lang="ja-JP" altLang="en-US" dirty="0"/>
              <a:t>データセット、変数ごとに処理内容及び適用する関数を示したメタデータ</a:t>
            </a:r>
            <a:endParaRPr kumimoji="1" lang="en-US" altLang="ja-JP" dirty="0"/>
          </a:p>
          <a:p>
            <a:pPr marL="1199899" lvl="2" indent="-285750">
              <a:buFont typeface="Arial" panose="020B0604020202020204" pitchFamily="34" charset="0"/>
              <a:buChar char="•"/>
            </a:pPr>
            <a:r>
              <a:rPr kumimoji="1" lang="en-US" altLang="ja-JP" dirty="0">
                <a:hlinkClick r:id="rId2"/>
              </a:rPr>
              <a:t>https://pharmaverse.github.io/admiraldiscovery/articles/reactable.html</a:t>
            </a:r>
            <a:endParaRPr kumimoji="1" lang="en-US" altLang="ja-JP" dirty="0"/>
          </a:p>
          <a:p>
            <a:pPr marL="742818" lvl="1" indent="-285750">
              <a:buFont typeface="Arial" panose="020B0604020202020204" pitchFamily="34" charset="0"/>
              <a:buChar char="•"/>
            </a:pPr>
            <a:r>
              <a:rPr lang="ja-JP" altLang="en-US" dirty="0"/>
              <a:t>単一の関数で導出が可能な変数の場合に利用可能</a:t>
            </a:r>
            <a:endParaRPr lang="en-US" altLang="ja-JP" dirty="0"/>
          </a:p>
          <a:p>
            <a:pPr marL="742818" lvl="1" indent="-285750">
              <a:buFont typeface="Arial" panose="020B0604020202020204" pitchFamily="34" charset="0"/>
              <a:buChar char="•"/>
            </a:pPr>
            <a:r>
              <a:rPr kumimoji="1" lang="ja-JP" altLang="en-US" dirty="0"/>
              <a:t>現実的には組織、プロジェクトレベルで管理されるのが一般的であり、どのような形でリリースされるかは不明</a:t>
            </a:r>
            <a:endParaRPr kumimoji="1" lang="en-US" altLang="ja-JP" dirty="0"/>
          </a:p>
          <a:p>
            <a:pPr lvl="1"/>
            <a:endParaRPr kumimoji="1" lang="en-US" altLang="ja-JP" dirty="0"/>
          </a:p>
          <a:p>
            <a:pPr lvl="1"/>
            <a:endParaRPr lang="en-US" altLang="ja-JP" dirty="0"/>
          </a:p>
          <a:p>
            <a:pPr marL="742818" lvl="1" indent="-28575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33863C60-512D-5E51-0DE4-9A3EAA536E2B}"/>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D3DA9D8A-8A5D-2FD2-4942-CB2928ADCFFF}"/>
              </a:ext>
            </a:extLst>
          </p:cNvPr>
          <p:cNvSpPr>
            <a:spLocks noGrp="1"/>
          </p:cNvSpPr>
          <p:nvPr>
            <p:ph type="title"/>
          </p:nvPr>
        </p:nvSpPr>
        <p:spPr/>
        <p:txBody>
          <a:bodyPr>
            <a:normAutofit/>
          </a:bodyPr>
          <a:lstStyle/>
          <a:p>
            <a:r>
              <a:rPr lang="ja-JP" altLang="en-US" dirty="0"/>
              <a:t>メタデータの活用（続き）</a:t>
            </a:r>
            <a:endParaRPr kumimoji="1" lang="ja-JP" altLang="en-US" dirty="0"/>
          </a:p>
        </p:txBody>
      </p:sp>
      <p:sp>
        <p:nvSpPr>
          <p:cNvPr id="5" name="Slide Number Placeholder 4">
            <a:extLst>
              <a:ext uri="{FF2B5EF4-FFF2-40B4-BE49-F238E27FC236}">
                <a16:creationId xmlns:a16="http://schemas.microsoft.com/office/drawing/2014/main" id="{5A41AAA3-7E03-EDFB-5101-2C62412111CB}"/>
              </a:ext>
            </a:extLst>
          </p:cNvPr>
          <p:cNvSpPr>
            <a:spLocks noGrp="1"/>
          </p:cNvSpPr>
          <p:nvPr>
            <p:ph type="sldNum" sz="quarter" idx="4"/>
          </p:nvPr>
        </p:nvSpPr>
        <p:spPr/>
        <p:txBody>
          <a:bodyPr/>
          <a:lstStyle/>
          <a:p>
            <a:pPr defTabSz="1218810"/>
            <a:fld id="{E9B57936-92EF-4126-AE48-1D9D36D15E98}" type="slidenum">
              <a:rPr lang="ja-JP" altLang="en-US" smtClean="0"/>
              <a:pPr defTabSz="1218810"/>
              <a:t>16</a:t>
            </a:fld>
            <a:endParaRPr lang="ja-JP" altLang="en-US"/>
          </a:p>
        </p:txBody>
      </p:sp>
      <p:pic>
        <p:nvPicPr>
          <p:cNvPr id="12" name="Picture 11">
            <a:extLst>
              <a:ext uri="{FF2B5EF4-FFF2-40B4-BE49-F238E27FC236}">
                <a16:creationId xmlns:a16="http://schemas.microsoft.com/office/drawing/2014/main" id="{34A47A65-1695-337D-BBAF-9E47AFB1C942}"/>
              </a:ext>
            </a:extLst>
          </p:cNvPr>
          <p:cNvPicPr>
            <a:picLocks noChangeAspect="1"/>
          </p:cNvPicPr>
          <p:nvPr/>
        </p:nvPicPr>
        <p:blipFill>
          <a:blip r:embed="rId3"/>
          <a:stretch>
            <a:fillRect/>
          </a:stretch>
        </p:blipFill>
        <p:spPr>
          <a:xfrm>
            <a:off x="1032228" y="3105634"/>
            <a:ext cx="5063772" cy="3232645"/>
          </a:xfrm>
          <a:prstGeom prst="rect">
            <a:avLst/>
          </a:prstGeom>
          <a:ln>
            <a:solidFill>
              <a:schemeClr val="accent1"/>
            </a:solidFill>
          </a:ln>
        </p:spPr>
      </p:pic>
      <p:sp>
        <p:nvSpPr>
          <p:cNvPr id="13" name="Text Placeholder 1">
            <a:extLst>
              <a:ext uri="{FF2B5EF4-FFF2-40B4-BE49-F238E27FC236}">
                <a16:creationId xmlns:a16="http://schemas.microsoft.com/office/drawing/2014/main" id="{E376BCB0-F8F1-EC2B-3BB5-8E614D254FD8}"/>
              </a:ext>
            </a:extLst>
          </p:cNvPr>
          <p:cNvSpPr txBox="1">
            <a:spLocks/>
          </p:cNvSpPr>
          <p:nvPr/>
        </p:nvSpPr>
        <p:spPr>
          <a:xfrm>
            <a:off x="6394472" y="1102384"/>
            <a:ext cx="5717511" cy="5328857"/>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42900" indent="-342900">
              <a:buFont typeface="+mj-lt"/>
              <a:buAutoNum type="arabicPeriod" startAt="2"/>
            </a:pPr>
            <a:r>
              <a:rPr lang="en-US" altLang="ja-JP" b="1" dirty="0" err="1"/>
              <a:t>metacore</a:t>
            </a:r>
            <a:r>
              <a:rPr lang="en-US" altLang="ja-JP" b="1" dirty="0"/>
              <a:t>/</a:t>
            </a:r>
            <a:r>
              <a:rPr lang="en-US" altLang="ja-JP" b="1" dirty="0" err="1"/>
              <a:t>metatools</a:t>
            </a:r>
            <a:r>
              <a:rPr lang="ja-JP" altLang="en-US" dirty="0"/>
              <a:t>の活用</a:t>
            </a:r>
            <a:endParaRPr lang="en-US" altLang="ja-JP" dirty="0"/>
          </a:p>
          <a:p>
            <a:pPr marL="742818" lvl="1" indent="-285750">
              <a:buFont typeface="Arial" pitchFamily="34" charset="0"/>
              <a:buChar char="•"/>
            </a:pPr>
            <a:r>
              <a:rPr lang="en-US" altLang="ja-JP" dirty="0"/>
              <a:t>Define.xml</a:t>
            </a:r>
            <a:r>
              <a:rPr lang="ja-JP" altLang="en-US" dirty="0"/>
              <a:t>及び</a:t>
            </a:r>
            <a:r>
              <a:rPr lang="en-US" altLang="ja-JP" dirty="0"/>
              <a:t>Pinnacle 21</a:t>
            </a:r>
            <a:r>
              <a:rPr lang="ja-JP" altLang="en-US" dirty="0"/>
              <a:t>形式の</a:t>
            </a:r>
            <a:r>
              <a:rPr lang="en-US" altLang="ja-JP" dirty="0"/>
              <a:t>Excel</a:t>
            </a:r>
            <a:r>
              <a:rPr lang="ja-JP" altLang="en-US" dirty="0"/>
              <a:t>ファイルの情報を「</a:t>
            </a:r>
            <a:r>
              <a:rPr lang="en-US" altLang="ja-JP" dirty="0" err="1"/>
              <a:t>metacore</a:t>
            </a:r>
            <a:r>
              <a:rPr lang="ja-JP" altLang="en-US" dirty="0"/>
              <a:t>」で「</a:t>
            </a:r>
            <a:r>
              <a:rPr lang="en-US" altLang="ja-JP" dirty="0"/>
              <a:t>R</a:t>
            </a:r>
            <a:r>
              <a:rPr lang="ja-JP" altLang="en-US" dirty="0"/>
              <a:t>」に取り込み、各変数の導出に利用可能</a:t>
            </a:r>
            <a:endParaRPr lang="en-US" altLang="ja-JP" dirty="0"/>
          </a:p>
          <a:p>
            <a:pPr marL="742818" lvl="1" indent="-285750">
              <a:buFont typeface="Arial" pitchFamily="34" charset="0"/>
              <a:buChar char="•"/>
            </a:pPr>
            <a:r>
              <a:rPr lang="ja-JP" altLang="en-US" dirty="0"/>
              <a:t>「</a:t>
            </a:r>
            <a:r>
              <a:rPr lang="en-US" altLang="ja-JP" dirty="0" err="1"/>
              <a:t>metatools</a:t>
            </a:r>
            <a:r>
              <a:rPr lang="ja-JP" altLang="en-US" dirty="0"/>
              <a:t>」には連続値からカテゴリ値を導出する関数もある</a:t>
            </a:r>
            <a:endParaRPr lang="en-US" altLang="ja-JP" dirty="0"/>
          </a:p>
          <a:p>
            <a:pPr lvl="2"/>
            <a:r>
              <a:rPr lang="ja-JP" altLang="en-US" dirty="0"/>
              <a:t>例）</a:t>
            </a:r>
            <a:r>
              <a:rPr lang="en-US" altLang="ja-JP" dirty="0" err="1"/>
              <a:t>create_cat_var</a:t>
            </a:r>
            <a:r>
              <a:rPr lang="en-US" altLang="ja-JP" dirty="0"/>
              <a:t>(data, </a:t>
            </a:r>
          </a:p>
          <a:p>
            <a:pPr lvl="2"/>
            <a:r>
              <a:rPr lang="en-US" altLang="ja-JP" dirty="0"/>
              <a:t>                                     </a:t>
            </a:r>
            <a:r>
              <a:rPr lang="en-US" altLang="ja-JP" dirty="0" err="1"/>
              <a:t>metacore</a:t>
            </a:r>
            <a:r>
              <a:rPr lang="en-US" altLang="ja-JP" dirty="0"/>
              <a:t> = spec,</a:t>
            </a:r>
          </a:p>
          <a:p>
            <a:pPr lvl="2"/>
            <a:r>
              <a:rPr lang="en-US" altLang="ja-JP" dirty="0"/>
              <a:t>                                     </a:t>
            </a:r>
            <a:r>
              <a:rPr lang="en-US" altLang="ja-JP" dirty="0" err="1"/>
              <a:t>ref_var</a:t>
            </a:r>
            <a:r>
              <a:rPr lang="en-US" altLang="ja-JP" dirty="0"/>
              <a:t> = AGE,</a:t>
            </a:r>
          </a:p>
          <a:p>
            <a:pPr lvl="2"/>
            <a:r>
              <a:rPr lang="en-US" altLang="ja-JP" dirty="0"/>
              <a:t>                                     </a:t>
            </a:r>
            <a:r>
              <a:rPr lang="en-US" altLang="ja-JP" dirty="0" err="1"/>
              <a:t>grp_var</a:t>
            </a:r>
            <a:r>
              <a:rPr lang="en-US" altLang="ja-JP" dirty="0"/>
              <a:t> = AGEGR1,</a:t>
            </a:r>
          </a:p>
          <a:p>
            <a:pPr lvl="2"/>
            <a:r>
              <a:rPr lang="en-US" altLang="ja-JP" dirty="0"/>
              <a:t>                                     </a:t>
            </a:r>
            <a:r>
              <a:rPr lang="en-US" altLang="ja-JP" dirty="0" err="1"/>
              <a:t>num_grp_var</a:t>
            </a:r>
            <a:r>
              <a:rPr lang="en-US" altLang="ja-JP" dirty="0"/>
              <a:t> = AGEGR1N)</a:t>
            </a:r>
          </a:p>
          <a:p>
            <a:pPr marL="1199899" lvl="2" indent="-285750">
              <a:buFont typeface="Arial" pitchFamily="34" charset="0"/>
              <a:buChar char="•"/>
            </a:pPr>
            <a:endParaRPr lang="en-US" altLang="ja-JP" dirty="0"/>
          </a:p>
          <a:p>
            <a:pPr marL="742818" lvl="1" indent="-285750">
              <a:buFont typeface="Arial" pitchFamily="34" charset="0"/>
              <a:buChar char="•"/>
            </a:pPr>
            <a:endParaRPr lang="ja-JP" altLang="en-US" dirty="0"/>
          </a:p>
        </p:txBody>
      </p:sp>
      <p:pic>
        <p:nvPicPr>
          <p:cNvPr id="14" name="図 4">
            <a:extLst>
              <a:ext uri="{FF2B5EF4-FFF2-40B4-BE49-F238E27FC236}">
                <a16:creationId xmlns:a16="http://schemas.microsoft.com/office/drawing/2014/main" id="{B817823A-90BD-1A0A-D59C-DB8A659CD18E}"/>
              </a:ext>
            </a:extLst>
          </p:cNvPr>
          <p:cNvPicPr>
            <a:picLocks noChangeAspect="1"/>
          </p:cNvPicPr>
          <p:nvPr/>
        </p:nvPicPr>
        <p:blipFill>
          <a:blip r:embed="rId4"/>
          <a:stretch>
            <a:fillRect/>
          </a:stretch>
        </p:blipFill>
        <p:spPr>
          <a:xfrm>
            <a:off x="7215963" y="3895259"/>
            <a:ext cx="4842067" cy="903603"/>
          </a:xfrm>
          <a:prstGeom prst="rect">
            <a:avLst/>
          </a:prstGeom>
          <a:ln>
            <a:solidFill>
              <a:schemeClr val="accent1"/>
            </a:solidFill>
          </a:ln>
        </p:spPr>
      </p:pic>
      <p:sp>
        <p:nvSpPr>
          <p:cNvPr id="15" name="TextBox 14">
            <a:extLst>
              <a:ext uri="{FF2B5EF4-FFF2-40B4-BE49-F238E27FC236}">
                <a16:creationId xmlns:a16="http://schemas.microsoft.com/office/drawing/2014/main" id="{65A8CB37-8382-6FD1-A13F-D5034BDDBC7F}"/>
              </a:ext>
            </a:extLst>
          </p:cNvPr>
          <p:cNvSpPr txBox="1"/>
          <p:nvPr/>
        </p:nvSpPr>
        <p:spPr>
          <a:xfrm>
            <a:off x="7109638" y="3613882"/>
            <a:ext cx="3668377" cy="307777"/>
          </a:xfrm>
          <a:prstGeom prst="rect">
            <a:avLst/>
          </a:prstGeom>
          <a:noFill/>
        </p:spPr>
        <p:txBody>
          <a:bodyPr wrap="none" rtlCol="0">
            <a:spAutoFit/>
          </a:bodyPr>
          <a:lstStyle/>
          <a:p>
            <a:r>
              <a:rPr kumimoji="1" lang="en-US" altLang="ja-JP" sz="1400" dirty="0"/>
              <a:t>Pinnacle 21</a:t>
            </a:r>
            <a:r>
              <a:rPr kumimoji="1" lang="ja-JP" altLang="en-US" sz="1400" dirty="0"/>
              <a:t>形式の</a:t>
            </a:r>
            <a:r>
              <a:rPr kumimoji="1" lang="en-US" altLang="ja-JP" sz="1400" dirty="0"/>
              <a:t>Excel</a:t>
            </a:r>
            <a:r>
              <a:rPr kumimoji="1" lang="ja-JP" altLang="en-US" sz="1400" dirty="0"/>
              <a:t>の「</a:t>
            </a:r>
            <a:r>
              <a:rPr kumimoji="1" lang="en-US" altLang="ja-JP" sz="1400" dirty="0" err="1"/>
              <a:t>Codelists</a:t>
            </a:r>
            <a:r>
              <a:rPr kumimoji="1" lang="ja-JP" altLang="en-US" sz="1400" dirty="0"/>
              <a:t>」を使用</a:t>
            </a:r>
          </a:p>
        </p:txBody>
      </p:sp>
      <p:sp>
        <p:nvSpPr>
          <p:cNvPr id="16" name="Rectangle 15">
            <a:extLst>
              <a:ext uri="{FF2B5EF4-FFF2-40B4-BE49-F238E27FC236}">
                <a16:creationId xmlns:a16="http://schemas.microsoft.com/office/drawing/2014/main" id="{497845CA-84E0-E306-79D0-05DDA2121734}"/>
              </a:ext>
            </a:extLst>
          </p:cNvPr>
          <p:cNvSpPr/>
          <p:nvPr/>
        </p:nvSpPr>
        <p:spPr>
          <a:xfrm>
            <a:off x="9895367" y="3244118"/>
            <a:ext cx="889736" cy="278004"/>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7" name="Rectangle 16">
            <a:extLst>
              <a:ext uri="{FF2B5EF4-FFF2-40B4-BE49-F238E27FC236}">
                <a16:creationId xmlns:a16="http://schemas.microsoft.com/office/drawing/2014/main" id="{6E079696-346D-BA70-2DA2-800B7B6C2517}"/>
              </a:ext>
            </a:extLst>
          </p:cNvPr>
          <p:cNvSpPr/>
          <p:nvPr/>
        </p:nvSpPr>
        <p:spPr>
          <a:xfrm>
            <a:off x="7773138" y="4399384"/>
            <a:ext cx="3922676" cy="371126"/>
          </a:xfrm>
          <a:prstGeom prst="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cxnSp>
        <p:nvCxnSpPr>
          <p:cNvPr id="19" name="Straight Arrow Connector 18">
            <a:extLst>
              <a:ext uri="{FF2B5EF4-FFF2-40B4-BE49-F238E27FC236}">
                <a16:creationId xmlns:a16="http://schemas.microsoft.com/office/drawing/2014/main" id="{F1D56CBF-8C5C-8FA2-04BE-12A072662EDB}"/>
              </a:ext>
            </a:extLst>
          </p:cNvPr>
          <p:cNvCxnSpPr>
            <a:stCxn id="17" idx="0"/>
            <a:endCxn id="16" idx="2"/>
          </p:cNvCxnSpPr>
          <p:nvPr/>
        </p:nvCxnSpPr>
        <p:spPr>
          <a:xfrm flipV="1">
            <a:off x="9734476" y="3522122"/>
            <a:ext cx="605759" cy="87726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C32B01E4-4085-51EE-F565-C3A4F903AA6E}"/>
              </a:ext>
            </a:extLst>
          </p:cNvPr>
          <p:cNvGrpSpPr/>
          <p:nvPr/>
        </p:nvGrpSpPr>
        <p:grpSpPr>
          <a:xfrm>
            <a:off x="6907515" y="5499085"/>
            <a:ext cx="4252257" cy="885549"/>
            <a:chOff x="7215963" y="5274635"/>
            <a:chExt cx="4252257" cy="885549"/>
          </a:xfrm>
        </p:grpSpPr>
        <p:grpSp>
          <p:nvGrpSpPr>
            <p:cNvPr id="18" name="Group 17">
              <a:extLst>
                <a:ext uri="{FF2B5EF4-FFF2-40B4-BE49-F238E27FC236}">
                  <a16:creationId xmlns:a16="http://schemas.microsoft.com/office/drawing/2014/main" id="{A0493B88-C1BE-690D-BF45-60FED770A910}"/>
                </a:ext>
              </a:extLst>
            </p:cNvPr>
            <p:cNvGrpSpPr/>
            <p:nvPr/>
          </p:nvGrpSpPr>
          <p:grpSpPr>
            <a:xfrm>
              <a:off x="7215963" y="5312549"/>
              <a:ext cx="4252257" cy="847635"/>
              <a:chOff x="7377127" y="5082882"/>
              <a:chExt cx="4252257" cy="847635"/>
            </a:xfrm>
          </p:grpSpPr>
          <p:sp>
            <p:nvSpPr>
              <p:cNvPr id="7" name="TextBox 6">
                <a:extLst>
                  <a:ext uri="{FF2B5EF4-FFF2-40B4-BE49-F238E27FC236}">
                    <a16:creationId xmlns:a16="http://schemas.microsoft.com/office/drawing/2014/main" id="{2469F0A0-AA6F-4E7E-9AE5-D6822A2A250C}"/>
                  </a:ext>
                </a:extLst>
              </p:cNvPr>
              <p:cNvSpPr txBox="1"/>
              <p:nvPr/>
            </p:nvSpPr>
            <p:spPr>
              <a:xfrm>
                <a:off x="7377127" y="5561185"/>
                <a:ext cx="1338828" cy="369332"/>
              </a:xfrm>
              <a:prstGeom prst="rect">
                <a:avLst/>
              </a:prstGeom>
              <a:noFill/>
              <a:ln w="25400">
                <a:solidFill>
                  <a:schemeClr val="accent1"/>
                </a:solidFill>
              </a:ln>
            </p:spPr>
            <p:txBody>
              <a:bodyPr wrap="none" rtlCol="0">
                <a:spAutoFit/>
              </a:bodyPr>
              <a:lstStyle/>
              <a:p>
                <a:r>
                  <a:rPr kumimoji="1" lang="ja-JP" altLang="en-US" dirty="0">
                    <a:solidFill>
                      <a:schemeClr val="accent1"/>
                    </a:solidFill>
                  </a:rPr>
                  <a:t>メタデータ</a:t>
                </a:r>
              </a:p>
            </p:txBody>
          </p:sp>
          <p:sp>
            <p:nvSpPr>
              <p:cNvPr id="8" name="TextBox 7">
                <a:extLst>
                  <a:ext uri="{FF2B5EF4-FFF2-40B4-BE49-F238E27FC236}">
                    <a16:creationId xmlns:a16="http://schemas.microsoft.com/office/drawing/2014/main" id="{03ABC47A-33FC-FA41-6E7B-165F620DD31D}"/>
                  </a:ext>
                </a:extLst>
              </p:cNvPr>
              <p:cNvSpPr txBox="1"/>
              <p:nvPr/>
            </p:nvSpPr>
            <p:spPr>
              <a:xfrm>
                <a:off x="9407302" y="5249523"/>
                <a:ext cx="771365" cy="369332"/>
              </a:xfrm>
              <a:prstGeom prst="rect">
                <a:avLst/>
              </a:prstGeom>
              <a:noFill/>
              <a:ln w="25400">
                <a:solidFill>
                  <a:schemeClr val="accent1"/>
                </a:solidFill>
              </a:ln>
            </p:spPr>
            <p:txBody>
              <a:bodyPr wrap="none" rtlCol="0">
                <a:spAutoFit/>
              </a:bodyPr>
              <a:lstStyle/>
              <a:p>
                <a:r>
                  <a:rPr kumimoji="1" lang="ja-JP" altLang="en-US" dirty="0">
                    <a:solidFill>
                      <a:schemeClr val="accent1"/>
                    </a:solidFill>
                  </a:rPr>
                  <a:t>「</a:t>
                </a:r>
                <a:r>
                  <a:rPr kumimoji="1" lang="en-US" altLang="ja-JP" dirty="0">
                    <a:solidFill>
                      <a:schemeClr val="accent1"/>
                    </a:solidFill>
                  </a:rPr>
                  <a:t>R</a:t>
                </a:r>
                <a:r>
                  <a:rPr kumimoji="1" lang="ja-JP" altLang="en-US" dirty="0">
                    <a:solidFill>
                      <a:schemeClr val="accent1"/>
                    </a:solidFill>
                  </a:rPr>
                  <a:t>」</a:t>
                </a:r>
              </a:p>
            </p:txBody>
          </p:sp>
          <p:sp>
            <p:nvSpPr>
              <p:cNvPr id="9" name="TextBox 8">
                <a:extLst>
                  <a:ext uri="{FF2B5EF4-FFF2-40B4-BE49-F238E27FC236}">
                    <a16:creationId xmlns:a16="http://schemas.microsoft.com/office/drawing/2014/main" id="{51FC626F-47D2-80E7-850D-406634E085FB}"/>
                  </a:ext>
                </a:extLst>
              </p:cNvPr>
              <p:cNvSpPr txBox="1"/>
              <p:nvPr/>
            </p:nvSpPr>
            <p:spPr>
              <a:xfrm>
                <a:off x="10861225" y="5263267"/>
                <a:ext cx="768159" cy="369332"/>
              </a:xfrm>
              <a:prstGeom prst="rect">
                <a:avLst/>
              </a:prstGeom>
              <a:noFill/>
              <a:ln w="25400">
                <a:solidFill>
                  <a:schemeClr val="accent1"/>
                </a:solidFill>
              </a:ln>
            </p:spPr>
            <p:txBody>
              <a:bodyPr wrap="none" rtlCol="0">
                <a:spAutoFit/>
              </a:bodyPr>
              <a:lstStyle/>
              <a:p>
                <a:r>
                  <a:rPr kumimoji="1" lang="en-US" altLang="ja-JP" dirty="0" err="1">
                    <a:solidFill>
                      <a:schemeClr val="accent1"/>
                    </a:solidFill>
                  </a:rPr>
                  <a:t>ADaM</a:t>
                </a:r>
                <a:endParaRPr kumimoji="1" lang="ja-JP" altLang="en-US" dirty="0">
                  <a:solidFill>
                    <a:schemeClr val="accent1"/>
                  </a:solidFill>
                </a:endParaRPr>
              </a:p>
            </p:txBody>
          </p:sp>
          <p:sp>
            <p:nvSpPr>
              <p:cNvPr id="10" name="Arrow: Right 9">
                <a:extLst>
                  <a:ext uri="{FF2B5EF4-FFF2-40B4-BE49-F238E27FC236}">
                    <a16:creationId xmlns:a16="http://schemas.microsoft.com/office/drawing/2014/main" id="{B922A9F5-DC24-8EF3-AD13-C733C0B9EB87}"/>
                  </a:ext>
                </a:extLst>
              </p:cNvPr>
              <p:cNvSpPr/>
              <p:nvPr/>
            </p:nvSpPr>
            <p:spPr>
              <a:xfrm>
                <a:off x="8916852" y="5082883"/>
                <a:ext cx="311888" cy="730103"/>
              </a:xfrm>
              <a:prstGeom prst="rightArrow">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1" name="Arrow: Right 10">
                <a:extLst>
                  <a:ext uri="{FF2B5EF4-FFF2-40B4-BE49-F238E27FC236}">
                    <a16:creationId xmlns:a16="http://schemas.microsoft.com/office/drawing/2014/main" id="{BF2893AB-7D72-86E7-A350-2579BE06E742}"/>
                  </a:ext>
                </a:extLst>
              </p:cNvPr>
              <p:cNvSpPr/>
              <p:nvPr/>
            </p:nvSpPr>
            <p:spPr>
              <a:xfrm>
                <a:off x="10370552" y="5082882"/>
                <a:ext cx="311888" cy="730103"/>
              </a:xfrm>
              <a:prstGeom prst="rightArrow">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grpSp>
        <p:sp>
          <p:nvSpPr>
            <p:cNvPr id="20" name="TextBox 19">
              <a:extLst>
                <a:ext uri="{FF2B5EF4-FFF2-40B4-BE49-F238E27FC236}">
                  <a16:creationId xmlns:a16="http://schemas.microsoft.com/office/drawing/2014/main" id="{4815F33C-DF96-DCA2-67CF-041A174310B2}"/>
                </a:ext>
              </a:extLst>
            </p:cNvPr>
            <p:cNvSpPr txBox="1"/>
            <p:nvPr/>
          </p:nvSpPr>
          <p:spPr>
            <a:xfrm>
              <a:off x="7814845" y="5274635"/>
              <a:ext cx="739946" cy="369332"/>
            </a:xfrm>
            <a:prstGeom prst="rect">
              <a:avLst/>
            </a:prstGeom>
            <a:noFill/>
            <a:ln w="25400">
              <a:solidFill>
                <a:schemeClr val="accent1"/>
              </a:solidFill>
            </a:ln>
          </p:spPr>
          <p:txBody>
            <a:bodyPr wrap="none" rtlCol="0">
              <a:spAutoFit/>
            </a:bodyPr>
            <a:lstStyle/>
            <a:p>
              <a:r>
                <a:rPr kumimoji="1" lang="en-US" altLang="ja-JP" dirty="0">
                  <a:solidFill>
                    <a:schemeClr val="accent1"/>
                  </a:solidFill>
                </a:rPr>
                <a:t>SDTM</a:t>
              </a:r>
              <a:endParaRPr kumimoji="1" lang="ja-JP" altLang="en-US" dirty="0">
                <a:solidFill>
                  <a:schemeClr val="accent1"/>
                </a:solidFill>
              </a:endParaRPr>
            </a:p>
          </p:txBody>
        </p:sp>
      </p:grpSp>
      <p:sp>
        <p:nvSpPr>
          <p:cNvPr id="22" name="TextBox 21">
            <a:extLst>
              <a:ext uri="{FF2B5EF4-FFF2-40B4-BE49-F238E27FC236}">
                <a16:creationId xmlns:a16="http://schemas.microsoft.com/office/drawing/2014/main" id="{CCD17458-C1C1-AD8E-E132-C67B7BB6CCC5}"/>
              </a:ext>
            </a:extLst>
          </p:cNvPr>
          <p:cNvSpPr txBox="1"/>
          <p:nvPr/>
        </p:nvSpPr>
        <p:spPr>
          <a:xfrm>
            <a:off x="6698186" y="5138099"/>
            <a:ext cx="4190571" cy="338554"/>
          </a:xfrm>
          <a:prstGeom prst="rect">
            <a:avLst/>
          </a:prstGeom>
          <a:noFill/>
        </p:spPr>
        <p:txBody>
          <a:bodyPr wrap="none" rtlCol="0">
            <a:spAutoFit/>
          </a:bodyPr>
          <a:lstStyle/>
          <a:p>
            <a:r>
              <a:rPr kumimoji="1" lang="ja-JP" altLang="en-US" sz="1600" dirty="0"/>
              <a:t>＜メタデータを活用した</a:t>
            </a:r>
            <a:r>
              <a:rPr kumimoji="1" lang="en-US" altLang="ja-JP" sz="1600" dirty="0" err="1"/>
              <a:t>ADaM</a:t>
            </a:r>
            <a:r>
              <a:rPr kumimoji="1" lang="ja-JP" altLang="en-US" sz="1600" dirty="0"/>
              <a:t>作成フロー＞</a:t>
            </a:r>
          </a:p>
        </p:txBody>
      </p:sp>
    </p:spTree>
    <p:extLst>
      <p:ext uri="{BB962C8B-B14F-4D97-AF65-F5344CB8AC3E}">
        <p14:creationId xmlns:p14="http://schemas.microsoft.com/office/powerpoint/2010/main" val="270977057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1560F-E46F-FDA0-4977-73DCC46B04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6F7551-3B67-7E61-DB65-88B19034F2CE}"/>
              </a:ext>
            </a:extLst>
          </p:cNvPr>
          <p:cNvSpPr>
            <a:spLocks noGrp="1"/>
          </p:cNvSpPr>
          <p:nvPr>
            <p:ph type="body" sz="quarter" idx="15"/>
          </p:nvPr>
        </p:nvSpPr>
        <p:spPr>
          <a:xfrm>
            <a:off x="311150" y="1102385"/>
            <a:ext cx="6458245" cy="5328857"/>
          </a:xfrm>
        </p:spPr>
        <p:txBody>
          <a:bodyPr/>
          <a:lstStyle/>
          <a:p>
            <a:pPr marL="342900" indent="-342900">
              <a:buFont typeface="+mj-lt"/>
              <a:buAutoNum type="arabicPeriod"/>
            </a:pPr>
            <a:r>
              <a:rPr kumimoji="1" lang="ja-JP" altLang="en-US" b="1" dirty="0"/>
              <a:t>メタデータの作成例</a:t>
            </a:r>
            <a:r>
              <a:rPr kumimoji="1" lang="ja-JP" altLang="en-US" dirty="0"/>
              <a:t>（</a:t>
            </a:r>
            <a:r>
              <a:rPr kumimoji="1" lang="en-US" altLang="ja-JP" dirty="0"/>
              <a:t>Pinnacle 21</a:t>
            </a:r>
            <a:r>
              <a:rPr kumimoji="1" lang="ja-JP" altLang="en-US" dirty="0"/>
              <a:t>形式の</a:t>
            </a:r>
            <a:r>
              <a:rPr kumimoji="1" lang="en-US" altLang="ja-JP" dirty="0" err="1"/>
              <a:t>ADaM</a:t>
            </a:r>
            <a:r>
              <a:rPr kumimoji="1" lang="ja-JP" altLang="en-US" dirty="0"/>
              <a:t>の仕様書）</a:t>
            </a:r>
            <a:endParaRPr kumimoji="1" lang="en-US" altLang="ja-JP" dirty="0"/>
          </a:p>
          <a:p>
            <a:pPr marL="742818" lvl="1" indent="-285750">
              <a:buFont typeface="Wingdings" panose="05000000000000000000" pitchFamily="2" charset="2"/>
              <a:buChar char="Ø"/>
            </a:pPr>
            <a:r>
              <a:rPr lang="ja-JP" altLang="en-US" dirty="0"/>
              <a:t>「</a:t>
            </a:r>
            <a:r>
              <a:rPr lang="en-US" altLang="ja-JP" dirty="0"/>
              <a:t>Variables</a:t>
            </a:r>
            <a:r>
              <a:rPr lang="ja-JP" altLang="en-US" dirty="0"/>
              <a:t>」シート</a:t>
            </a: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r>
              <a:rPr lang="ja-JP" altLang="en-US" dirty="0"/>
              <a:t>「</a:t>
            </a:r>
            <a:r>
              <a:rPr lang="en-US" altLang="ja-JP" dirty="0"/>
              <a:t>Methods</a:t>
            </a:r>
            <a:r>
              <a:rPr lang="ja-JP" altLang="en-US" dirty="0"/>
              <a:t>」シート</a:t>
            </a:r>
            <a:endParaRPr kumimoji="1" lang="en-US" altLang="ja-JP" dirty="0"/>
          </a:p>
          <a:p>
            <a:pPr lvl="1"/>
            <a:endParaRPr kumimoji="1" lang="en-US" altLang="ja-JP" dirty="0"/>
          </a:p>
          <a:p>
            <a:pPr marL="285750" indent="-28575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EFAF033A-86FF-EE70-4215-ED11488AA907}"/>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215B04CE-99D2-5133-A2DF-330CEDCAC527}"/>
              </a:ext>
            </a:extLst>
          </p:cNvPr>
          <p:cNvSpPr>
            <a:spLocks noGrp="1"/>
          </p:cNvSpPr>
          <p:nvPr>
            <p:ph type="title"/>
          </p:nvPr>
        </p:nvSpPr>
        <p:spPr/>
        <p:txBody>
          <a:bodyPr>
            <a:normAutofit/>
          </a:bodyPr>
          <a:lstStyle/>
          <a:p>
            <a:r>
              <a:rPr lang="ja-JP" altLang="en-US" dirty="0"/>
              <a:t>実装例</a:t>
            </a:r>
            <a:r>
              <a:rPr lang="en-US" altLang="ja-JP" dirty="0"/>
              <a:t>1</a:t>
            </a:r>
            <a:endParaRPr kumimoji="1" lang="ja-JP" altLang="en-US" dirty="0"/>
          </a:p>
        </p:txBody>
      </p:sp>
      <p:sp>
        <p:nvSpPr>
          <p:cNvPr id="5" name="Slide Number Placeholder 4">
            <a:extLst>
              <a:ext uri="{FF2B5EF4-FFF2-40B4-BE49-F238E27FC236}">
                <a16:creationId xmlns:a16="http://schemas.microsoft.com/office/drawing/2014/main" id="{B5BCA66B-B39B-0162-C7DF-D3731BC17D35}"/>
              </a:ext>
            </a:extLst>
          </p:cNvPr>
          <p:cNvSpPr>
            <a:spLocks noGrp="1"/>
          </p:cNvSpPr>
          <p:nvPr>
            <p:ph type="sldNum" sz="quarter" idx="4"/>
          </p:nvPr>
        </p:nvSpPr>
        <p:spPr/>
        <p:txBody>
          <a:bodyPr/>
          <a:lstStyle/>
          <a:p>
            <a:pPr defTabSz="1218810"/>
            <a:fld id="{E9B57936-92EF-4126-AE48-1D9D36D15E98}" type="slidenum">
              <a:rPr lang="ja-JP" altLang="en-US" smtClean="0"/>
              <a:pPr defTabSz="1218810"/>
              <a:t>17</a:t>
            </a:fld>
            <a:endParaRPr lang="ja-JP" altLang="en-US"/>
          </a:p>
        </p:txBody>
      </p:sp>
      <p:pic>
        <p:nvPicPr>
          <p:cNvPr id="14" name="Picture 13">
            <a:extLst>
              <a:ext uri="{FF2B5EF4-FFF2-40B4-BE49-F238E27FC236}">
                <a16:creationId xmlns:a16="http://schemas.microsoft.com/office/drawing/2014/main" id="{E9566337-A5C6-BC41-86C6-90CD0A77C6AC}"/>
              </a:ext>
            </a:extLst>
          </p:cNvPr>
          <p:cNvPicPr>
            <a:picLocks noChangeAspect="1"/>
          </p:cNvPicPr>
          <p:nvPr/>
        </p:nvPicPr>
        <p:blipFill>
          <a:blip r:embed="rId2"/>
          <a:stretch>
            <a:fillRect/>
          </a:stretch>
        </p:blipFill>
        <p:spPr>
          <a:xfrm>
            <a:off x="831269" y="1700563"/>
            <a:ext cx="6851523" cy="3043047"/>
          </a:xfrm>
          <a:prstGeom prst="rect">
            <a:avLst/>
          </a:prstGeom>
          <a:ln>
            <a:solidFill>
              <a:schemeClr val="accent1">
                <a:shade val="95000"/>
                <a:satMod val="105000"/>
              </a:schemeClr>
            </a:solidFill>
          </a:ln>
        </p:spPr>
      </p:pic>
      <p:pic>
        <p:nvPicPr>
          <p:cNvPr id="16" name="Picture 15">
            <a:extLst>
              <a:ext uri="{FF2B5EF4-FFF2-40B4-BE49-F238E27FC236}">
                <a16:creationId xmlns:a16="http://schemas.microsoft.com/office/drawing/2014/main" id="{557AF126-C24C-D94E-EDBE-15B788E54916}"/>
              </a:ext>
            </a:extLst>
          </p:cNvPr>
          <p:cNvPicPr>
            <a:picLocks noChangeAspect="1"/>
          </p:cNvPicPr>
          <p:nvPr/>
        </p:nvPicPr>
        <p:blipFill>
          <a:blip r:embed="rId3"/>
          <a:stretch>
            <a:fillRect/>
          </a:stretch>
        </p:blipFill>
        <p:spPr>
          <a:xfrm>
            <a:off x="831269" y="5157437"/>
            <a:ext cx="5843588" cy="852488"/>
          </a:xfrm>
          <a:prstGeom prst="rect">
            <a:avLst/>
          </a:prstGeom>
          <a:ln>
            <a:solidFill>
              <a:schemeClr val="accent1">
                <a:shade val="95000"/>
                <a:satMod val="105000"/>
              </a:schemeClr>
            </a:solidFill>
          </a:ln>
        </p:spPr>
      </p:pic>
      <p:sp>
        <p:nvSpPr>
          <p:cNvPr id="17" name="Rectangle 16">
            <a:extLst>
              <a:ext uri="{FF2B5EF4-FFF2-40B4-BE49-F238E27FC236}">
                <a16:creationId xmlns:a16="http://schemas.microsoft.com/office/drawing/2014/main" id="{A1CDB32E-CC81-B9DE-C7A7-330E12168F2A}"/>
              </a:ext>
            </a:extLst>
          </p:cNvPr>
          <p:cNvSpPr/>
          <p:nvPr/>
        </p:nvSpPr>
        <p:spPr>
          <a:xfrm>
            <a:off x="6132947" y="4156363"/>
            <a:ext cx="729673" cy="166255"/>
          </a:xfrm>
          <a:prstGeom prst="rect">
            <a:avLst/>
          </a:prstGeom>
          <a:noFill/>
          <a:ln w="28575">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sp>
        <p:nvSpPr>
          <p:cNvPr id="18" name="Rectangle 17">
            <a:extLst>
              <a:ext uri="{FF2B5EF4-FFF2-40B4-BE49-F238E27FC236}">
                <a16:creationId xmlns:a16="http://schemas.microsoft.com/office/drawing/2014/main" id="{7FEEFC13-A598-418B-4059-BB257765BD99}"/>
              </a:ext>
            </a:extLst>
          </p:cNvPr>
          <p:cNvSpPr/>
          <p:nvPr/>
        </p:nvSpPr>
        <p:spPr>
          <a:xfrm>
            <a:off x="822035" y="5583681"/>
            <a:ext cx="5834350" cy="290646"/>
          </a:xfrm>
          <a:prstGeom prst="rect">
            <a:avLst/>
          </a:prstGeom>
          <a:noFill/>
          <a:ln w="28575">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endParaRPr kumimoji="1" lang="ja-JP" altLang="en-US" dirty="0">
              <a:solidFill>
                <a:schemeClr val="bg1"/>
              </a:solidFill>
            </a:endParaRPr>
          </a:p>
        </p:txBody>
      </p:sp>
      <p:cxnSp>
        <p:nvCxnSpPr>
          <p:cNvPr id="20" name="Straight Arrow Connector 19">
            <a:extLst>
              <a:ext uri="{FF2B5EF4-FFF2-40B4-BE49-F238E27FC236}">
                <a16:creationId xmlns:a16="http://schemas.microsoft.com/office/drawing/2014/main" id="{1C3A8D2F-F92E-A7ED-0253-77B384892083}"/>
              </a:ext>
            </a:extLst>
          </p:cNvPr>
          <p:cNvCxnSpPr>
            <a:stCxn id="17" idx="2"/>
            <a:endCxn id="18" idx="0"/>
          </p:cNvCxnSpPr>
          <p:nvPr/>
        </p:nvCxnSpPr>
        <p:spPr>
          <a:xfrm flipH="1">
            <a:off x="3739210" y="4322618"/>
            <a:ext cx="2758574" cy="1261063"/>
          </a:xfrm>
          <a:prstGeom prst="straightConnector1">
            <a:avLst/>
          </a:prstGeom>
          <a:ln w="31750">
            <a:tailEnd type="triangle" w="lg" len="lg"/>
          </a:ln>
        </p:spPr>
        <p:style>
          <a:lnRef idx="1">
            <a:schemeClr val="accent1"/>
          </a:lnRef>
          <a:fillRef idx="0">
            <a:schemeClr val="accent1"/>
          </a:fillRef>
          <a:effectRef idx="0">
            <a:schemeClr val="accent1"/>
          </a:effectRef>
          <a:fontRef idx="minor">
            <a:schemeClr val="tx1"/>
          </a:fontRef>
        </p:style>
      </p:cxnSp>
      <p:sp>
        <p:nvSpPr>
          <p:cNvPr id="22" name="Text Placeholder 1">
            <a:extLst>
              <a:ext uri="{FF2B5EF4-FFF2-40B4-BE49-F238E27FC236}">
                <a16:creationId xmlns:a16="http://schemas.microsoft.com/office/drawing/2014/main" id="{349C91CD-1ADD-33F4-5692-42F5C72FE4B5}"/>
              </a:ext>
            </a:extLst>
          </p:cNvPr>
          <p:cNvSpPr txBox="1">
            <a:spLocks/>
          </p:cNvSpPr>
          <p:nvPr/>
        </p:nvSpPr>
        <p:spPr>
          <a:xfrm>
            <a:off x="7868444" y="1102385"/>
            <a:ext cx="4114800" cy="3540500"/>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42900" indent="-342900">
              <a:buFont typeface="+mj-lt"/>
              <a:buAutoNum type="arabicPeriod" startAt="2"/>
            </a:pPr>
            <a:r>
              <a:rPr lang="ja-JP" altLang="en-US" b="1" dirty="0"/>
              <a:t>「</a:t>
            </a:r>
            <a:r>
              <a:rPr lang="en-US" altLang="ja-JP" b="1" dirty="0"/>
              <a:t>R</a:t>
            </a:r>
            <a:r>
              <a:rPr lang="ja-JP" altLang="en-US" b="1" dirty="0"/>
              <a:t>」へのメタデータの読み込み例</a:t>
            </a:r>
            <a:endParaRPr lang="en-US" altLang="ja-JP" b="1" dirty="0"/>
          </a:p>
          <a:p>
            <a:r>
              <a:rPr kumimoji="1" lang="en-US" altLang="ja-JP" sz="1400" dirty="0"/>
              <a:t># Pinnacle 21</a:t>
            </a:r>
            <a:r>
              <a:rPr kumimoji="1" lang="ja-JP" altLang="en-US" sz="1400" dirty="0"/>
              <a:t>形式の</a:t>
            </a:r>
            <a:r>
              <a:rPr kumimoji="1" lang="en-US" altLang="ja-JP" sz="1400" dirty="0"/>
              <a:t>Excel</a:t>
            </a:r>
            <a:r>
              <a:rPr kumimoji="1" lang="ja-JP" altLang="en-US" sz="1400" dirty="0"/>
              <a:t>仕様書を読み込む</a:t>
            </a:r>
            <a:endParaRPr kumimoji="1" lang="en-US" altLang="ja-JP" sz="1400" dirty="0"/>
          </a:p>
          <a:p>
            <a:r>
              <a:rPr kumimoji="1" lang="en-US" altLang="ja-JP" sz="1400" b="1" dirty="0" err="1"/>
              <a:t>metacore</a:t>
            </a:r>
            <a:r>
              <a:rPr kumimoji="1" lang="en-US" altLang="ja-JP" sz="1400" b="1" dirty="0"/>
              <a:t> &lt;- </a:t>
            </a:r>
            <a:r>
              <a:rPr kumimoji="1" lang="en-US" altLang="ja-JP" sz="1400" b="1" dirty="0" err="1"/>
              <a:t>spec_to_metacore</a:t>
            </a:r>
            <a:r>
              <a:rPr kumimoji="1" lang="en-US" altLang="ja-JP" sz="1400" b="1" dirty="0"/>
              <a:t>(</a:t>
            </a:r>
            <a:r>
              <a:rPr kumimoji="1" lang="en-US" altLang="ja-JP" sz="1400" b="1" dirty="0" err="1"/>
              <a:t>file.path</a:t>
            </a:r>
            <a:r>
              <a:rPr kumimoji="1" lang="en-US" altLang="ja-JP" sz="1400" b="1" dirty="0"/>
              <a:t>(</a:t>
            </a:r>
            <a:r>
              <a:rPr kumimoji="1" lang="en-US" altLang="ja-JP" sz="1400" b="1" dirty="0" err="1"/>
              <a:t>path$adam</a:t>
            </a:r>
            <a:r>
              <a:rPr kumimoji="1" lang="en-US" altLang="ja-JP" sz="1400" b="1" dirty="0"/>
              <a:t>, "adam_spec.xlsx"), </a:t>
            </a:r>
            <a:r>
              <a:rPr kumimoji="1" lang="en-US" altLang="ja-JP" sz="1400" b="1" dirty="0" err="1"/>
              <a:t>where_sep_sheet</a:t>
            </a:r>
            <a:r>
              <a:rPr kumimoji="1" lang="en-US" altLang="ja-JP" sz="1400" b="1" dirty="0"/>
              <a:t> = FALSE)</a:t>
            </a:r>
          </a:p>
          <a:p>
            <a:endParaRPr kumimoji="1" lang="en-US" altLang="ja-JP" sz="1400" dirty="0"/>
          </a:p>
          <a:p>
            <a:r>
              <a:rPr kumimoji="1" lang="en-US" altLang="ja-JP" sz="1400" dirty="0"/>
              <a:t># ADSL</a:t>
            </a:r>
            <a:r>
              <a:rPr kumimoji="1" lang="ja-JP" altLang="en-US" sz="1400" dirty="0"/>
              <a:t>のメタデータを抽出</a:t>
            </a:r>
            <a:endParaRPr kumimoji="1" lang="en-US" altLang="ja-JP" sz="1400" dirty="0"/>
          </a:p>
          <a:p>
            <a:r>
              <a:rPr kumimoji="1" lang="en-US" altLang="ja-JP" sz="1400" b="1" dirty="0" err="1"/>
              <a:t>adsl_spec</a:t>
            </a:r>
            <a:r>
              <a:rPr kumimoji="1" lang="en-US" altLang="ja-JP" sz="1400" b="1" dirty="0"/>
              <a:t> &lt;- </a:t>
            </a:r>
            <a:r>
              <a:rPr kumimoji="1" lang="en-US" altLang="ja-JP" sz="1400" b="1" dirty="0" err="1"/>
              <a:t>metacore</a:t>
            </a:r>
            <a:r>
              <a:rPr kumimoji="1" lang="en-US" altLang="ja-JP" sz="1400" b="1" dirty="0"/>
              <a:t> %&gt;% </a:t>
            </a:r>
            <a:r>
              <a:rPr kumimoji="1" lang="en-US" altLang="ja-JP" sz="1400" b="1" dirty="0" err="1"/>
              <a:t>select_dataset</a:t>
            </a:r>
            <a:r>
              <a:rPr kumimoji="1" lang="en-US" altLang="ja-JP" sz="1400" b="1" dirty="0"/>
              <a:t>("ADSL")</a:t>
            </a:r>
          </a:p>
          <a:p>
            <a:endParaRPr kumimoji="1" lang="en-US" altLang="ja-JP" sz="1400" dirty="0"/>
          </a:p>
          <a:p>
            <a:r>
              <a:rPr kumimoji="1" lang="en-US" altLang="ja-JP" sz="1400" dirty="0"/>
              <a:t># </a:t>
            </a:r>
            <a:r>
              <a:rPr kumimoji="1" lang="ja-JP" altLang="en-US" sz="1400" dirty="0"/>
              <a:t>変数情報と導出情報を結合（元の仕様書と同様にデータが分かれている）</a:t>
            </a:r>
            <a:endParaRPr kumimoji="1" lang="en-US" altLang="ja-JP" sz="1400" dirty="0"/>
          </a:p>
          <a:p>
            <a:r>
              <a:rPr kumimoji="1" lang="en-US" altLang="ja-JP" sz="1400" b="1" dirty="0" err="1"/>
              <a:t>derivations_adsl</a:t>
            </a:r>
            <a:r>
              <a:rPr kumimoji="1" lang="en-US" altLang="ja-JP" sz="1400" b="1" dirty="0"/>
              <a:t> &lt;- </a:t>
            </a:r>
            <a:r>
              <a:rPr kumimoji="1" lang="en-US" altLang="ja-JP" sz="1400" b="1" dirty="0" err="1"/>
              <a:t>left_join</a:t>
            </a:r>
            <a:r>
              <a:rPr kumimoji="1" lang="en-US" altLang="ja-JP" sz="1400" b="1" dirty="0"/>
              <a:t>(</a:t>
            </a:r>
            <a:r>
              <a:rPr kumimoji="1" lang="en-US" altLang="ja-JP" sz="1400" b="1" dirty="0" err="1"/>
              <a:t>adsl_spec$value_spec</a:t>
            </a:r>
            <a:r>
              <a:rPr kumimoji="1" lang="en-US" altLang="ja-JP" sz="1400" b="1" dirty="0"/>
              <a:t>, </a:t>
            </a:r>
            <a:r>
              <a:rPr kumimoji="1" lang="en-US" altLang="ja-JP" sz="1400" b="1" dirty="0" err="1"/>
              <a:t>adsl_spec$derivations</a:t>
            </a:r>
            <a:r>
              <a:rPr kumimoji="1" lang="en-US" altLang="ja-JP" sz="1400" b="1" dirty="0"/>
              <a:t>, by="</a:t>
            </a:r>
            <a:r>
              <a:rPr kumimoji="1" lang="en-US" altLang="ja-JP" sz="1400" b="1" dirty="0" err="1"/>
              <a:t>derivation_id</a:t>
            </a:r>
            <a:r>
              <a:rPr kumimoji="1" lang="en-US" altLang="ja-JP" sz="1400" b="1" dirty="0"/>
              <a:t>")</a:t>
            </a:r>
            <a:endParaRPr kumimoji="1" lang="ja-JP" altLang="en-US" sz="1400" b="1" dirty="0"/>
          </a:p>
          <a:p>
            <a:pPr lvl="1"/>
            <a:endParaRPr lang="ja-JP" altLang="en-US" dirty="0"/>
          </a:p>
        </p:txBody>
      </p:sp>
      <p:sp>
        <p:nvSpPr>
          <p:cNvPr id="7" name="Rectangle: Rounded Corners 6">
            <a:extLst>
              <a:ext uri="{FF2B5EF4-FFF2-40B4-BE49-F238E27FC236}">
                <a16:creationId xmlns:a16="http://schemas.microsoft.com/office/drawing/2014/main" id="{C27577FF-5C8F-4961-9801-EE88F693BCF5}"/>
              </a:ext>
            </a:extLst>
          </p:cNvPr>
          <p:cNvSpPr/>
          <p:nvPr/>
        </p:nvSpPr>
        <p:spPr>
          <a:xfrm>
            <a:off x="458613" y="681068"/>
            <a:ext cx="4392355" cy="359697"/>
          </a:xfrm>
          <a:prstGeom prst="round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600" dirty="0">
                <a:solidFill>
                  <a:schemeClr val="bg1"/>
                </a:solidFill>
              </a:rPr>
              <a:t>既存の</a:t>
            </a:r>
            <a:r>
              <a:rPr kumimoji="1" lang="en-US" altLang="ja-JP" sz="1600" dirty="0">
                <a:solidFill>
                  <a:schemeClr val="bg1"/>
                </a:solidFill>
              </a:rPr>
              <a:t>P21</a:t>
            </a:r>
            <a:r>
              <a:rPr kumimoji="1" lang="ja-JP" altLang="en-US" sz="1600" dirty="0">
                <a:solidFill>
                  <a:schemeClr val="bg1"/>
                </a:solidFill>
              </a:rPr>
              <a:t>準拠の</a:t>
            </a:r>
            <a:r>
              <a:rPr kumimoji="1" lang="en-US" altLang="ja-JP" sz="1600" dirty="0" err="1">
                <a:solidFill>
                  <a:schemeClr val="bg1"/>
                </a:solidFill>
              </a:rPr>
              <a:t>ADaM</a:t>
            </a:r>
            <a:r>
              <a:rPr kumimoji="1" lang="en-US" altLang="ja-JP" sz="1600" dirty="0">
                <a:solidFill>
                  <a:schemeClr val="bg1"/>
                </a:solidFill>
              </a:rPr>
              <a:t> Spec</a:t>
            </a:r>
            <a:r>
              <a:rPr kumimoji="1" lang="ja-JP" altLang="en-US" sz="1600" dirty="0">
                <a:solidFill>
                  <a:schemeClr val="bg1"/>
                </a:solidFill>
              </a:rPr>
              <a:t>をなるべく活用</a:t>
            </a:r>
          </a:p>
        </p:txBody>
      </p:sp>
      <p:sp>
        <p:nvSpPr>
          <p:cNvPr id="9" name="Speech Bubble: Rectangle with Corners Rounded 8">
            <a:extLst>
              <a:ext uri="{FF2B5EF4-FFF2-40B4-BE49-F238E27FC236}">
                <a16:creationId xmlns:a16="http://schemas.microsoft.com/office/drawing/2014/main" id="{41C5267A-5430-47C2-4092-D88B90310D8A}"/>
              </a:ext>
            </a:extLst>
          </p:cNvPr>
          <p:cNvSpPr/>
          <p:nvPr/>
        </p:nvSpPr>
        <p:spPr>
          <a:xfrm>
            <a:off x="7167270" y="4835471"/>
            <a:ext cx="3883022" cy="920144"/>
          </a:xfrm>
          <a:prstGeom prst="wedgeRoundRectCallout">
            <a:avLst>
              <a:gd name="adj1" fmla="val -62463"/>
              <a:gd name="adj2" fmla="val 51068"/>
              <a:gd name="adj3" fmla="val 16667"/>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altLang="ja-JP" sz="1400" dirty="0">
                <a:solidFill>
                  <a:schemeClr val="bg1"/>
                </a:solidFill>
              </a:rPr>
              <a:t>Methods</a:t>
            </a:r>
            <a:r>
              <a:rPr kumimoji="1" lang="ja-JP" altLang="en-US" sz="1400" dirty="0">
                <a:solidFill>
                  <a:schemeClr val="bg1"/>
                </a:solidFill>
              </a:rPr>
              <a:t>の「</a:t>
            </a:r>
            <a:r>
              <a:rPr kumimoji="1" lang="en-US" altLang="ja-JP" sz="1400" dirty="0">
                <a:solidFill>
                  <a:schemeClr val="bg1"/>
                </a:solidFill>
              </a:rPr>
              <a:t>R</a:t>
            </a:r>
            <a:r>
              <a:rPr kumimoji="1" lang="ja-JP" altLang="en-US" sz="1400" dirty="0">
                <a:solidFill>
                  <a:schemeClr val="bg1"/>
                </a:solidFill>
              </a:rPr>
              <a:t>スクリプト」への変換が課題</a:t>
            </a:r>
            <a:endParaRPr kumimoji="1" lang="en-US" altLang="ja-JP" sz="1400" dirty="0">
              <a:solidFill>
                <a:schemeClr val="bg1"/>
              </a:solidFill>
            </a:endParaRPr>
          </a:p>
          <a:p>
            <a:pPr marL="180000" indent="-180000">
              <a:buFont typeface="Arial" panose="020B0604020202020204" pitchFamily="34" charset="0"/>
              <a:buChar char="•"/>
            </a:pPr>
            <a:r>
              <a:rPr kumimoji="1" lang="ja-JP" altLang="en-US" sz="1400" dirty="0">
                <a:solidFill>
                  <a:schemeClr val="bg1"/>
                </a:solidFill>
              </a:rPr>
              <a:t>そのまま読み込めるようにするか？</a:t>
            </a:r>
            <a:endParaRPr kumimoji="1" lang="en-US" altLang="ja-JP" sz="1400" dirty="0">
              <a:solidFill>
                <a:schemeClr val="bg1"/>
              </a:solidFill>
            </a:endParaRPr>
          </a:p>
          <a:p>
            <a:pPr marL="180000" indent="-180000">
              <a:buFont typeface="Arial" panose="020B0604020202020204" pitchFamily="34" charset="0"/>
              <a:buChar char="•"/>
            </a:pPr>
            <a:r>
              <a:rPr kumimoji="1" lang="ja-JP" altLang="en-US" sz="1400" dirty="0">
                <a:solidFill>
                  <a:schemeClr val="bg1"/>
                </a:solidFill>
              </a:rPr>
              <a:t>何らかのルールに基づき変換するか？</a:t>
            </a:r>
            <a:endParaRPr kumimoji="1" lang="en-US" altLang="ja-JP" sz="1400" dirty="0">
              <a:solidFill>
                <a:schemeClr val="bg1"/>
              </a:solidFill>
            </a:endParaRPr>
          </a:p>
        </p:txBody>
      </p:sp>
    </p:spTree>
    <p:extLst>
      <p:ext uri="{BB962C8B-B14F-4D97-AF65-F5344CB8AC3E}">
        <p14:creationId xmlns:p14="http://schemas.microsoft.com/office/powerpoint/2010/main" val="269358773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0F03-41B1-7974-8CFA-94AEC6EA79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4285F1-4357-1B32-8E3A-718D4A70341D}"/>
              </a:ext>
            </a:extLst>
          </p:cNvPr>
          <p:cNvSpPr>
            <a:spLocks noGrp="1"/>
          </p:cNvSpPr>
          <p:nvPr>
            <p:ph type="body" sz="quarter" idx="15"/>
          </p:nvPr>
        </p:nvSpPr>
        <p:spPr>
          <a:xfrm>
            <a:off x="311149" y="1102385"/>
            <a:ext cx="9236887" cy="5328857"/>
          </a:xfrm>
        </p:spPr>
        <p:txBody>
          <a:bodyPr>
            <a:normAutofit/>
          </a:bodyPr>
          <a:lstStyle/>
          <a:p>
            <a:pPr marL="342900" indent="-342900">
              <a:buFont typeface="+mj-lt"/>
              <a:buAutoNum type="arabicPeriod" startAt="3"/>
            </a:pPr>
            <a:r>
              <a:rPr kumimoji="1" lang="ja-JP" altLang="en-US" b="1" dirty="0"/>
              <a:t>メタデータに基づき処理を実施する関数の定義例</a:t>
            </a:r>
            <a:endParaRPr kumimoji="1" lang="en-US" altLang="ja-JP" b="1" dirty="0"/>
          </a:p>
          <a:p>
            <a:pPr lvl="1"/>
            <a:r>
              <a:rPr kumimoji="1" lang="en-US" altLang="ja-JP" b="1" dirty="0" err="1"/>
              <a:t>process_mutate</a:t>
            </a:r>
            <a:r>
              <a:rPr kumimoji="1" lang="en-US" altLang="ja-JP" b="1" dirty="0"/>
              <a:t> &lt;- function(data, derivations, </a:t>
            </a:r>
            <a:r>
              <a:rPr kumimoji="1" lang="en-US" altLang="ja-JP" b="1" dirty="0" err="1"/>
              <a:t>select_vars</a:t>
            </a:r>
            <a:r>
              <a:rPr kumimoji="1" lang="en-US" altLang="ja-JP" b="1" dirty="0"/>
              <a:t>){</a:t>
            </a:r>
          </a:p>
          <a:p>
            <a:pPr lvl="1"/>
            <a:r>
              <a:rPr kumimoji="1" lang="en-US" altLang="ja-JP" dirty="0"/>
              <a:t>    # derivations</a:t>
            </a:r>
            <a:r>
              <a:rPr kumimoji="1" lang="ja-JP" altLang="en-US" dirty="0"/>
              <a:t>に基づき動的に</a:t>
            </a:r>
            <a:r>
              <a:rPr kumimoji="1" lang="en-US" altLang="ja-JP" dirty="0"/>
              <a:t>mutate</a:t>
            </a:r>
            <a:r>
              <a:rPr kumimoji="1" lang="ja-JP" altLang="en-US" dirty="0"/>
              <a:t>を適用  </a:t>
            </a:r>
            <a:endParaRPr kumimoji="1" lang="en-US" altLang="ja-JP" dirty="0"/>
          </a:p>
          <a:p>
            <a:pPr lvl="1"/>
            <a:r>
              <a:rPr kumimoji="1" lang="en-US" altLang="ja-JP" b="1" dirty="0"/>
              <a:t>    for (I in 1:nrow(derivations)) {</a:t>
            </a:r>
          </a:p>
          <a:p>
            <a:pPr lvl="1"/>
            <a:r>
              <a:rPr lang="en-US" altLang="ja-JP" b="1" dirty="0"/>
              <a:t>        </a:t>
            </a:r>
            <a:r>
              <a:rPr kumimoji="1" lang="en-US" altLang="ja-JP" b="1" dirty="0"/>
              <a:t>var &lt;- </a:t>
            </a:r>
            <a:r>
              <a:rPr kumimoji="1" lang="en-US" altLang="ja-JP" b="1" dirty="0" err="1"/>
              <a:t>derivations$variable</a:t>
            </a:r>
            <a:r>
              <a:rPr kumimoji="1" lang="en-US" altLang="ja-JP" b="1" dirty="0"/>
              <a:t>[</a:t>
            </a:r>
            <a:r>
              <a:rPr kumimoji="1" lang="en-US" altLang="ja-JP" b="1" dirty="0" err="1"/>
              <a:t>i</a:t>
            </a:r>
            <a:r>
              <a:rPr kumimoji="1" lang="en-US" altLang="ja-JP" b="1" dirty="0"/>
              <a:t>]</a:t>
            </a:r>
          </a:p>
          <a:p>
            <a:pPr lvl="1"/>
            <a:r>
              <a:rPr lang="en-US" altLang="ja-JP" b="1" dirty="0"/>
              <a:t>    </a:t>
            </a:r>
            <a:r>
              <a:rPr kumimoji="1" lang="en-US" altLang="ja-JP" b="1" dirty="0"/>
              <a:t>    </a:t>
            </a:r>
            <a:r>
              <a:rPr kumimoji="1" lang="en-US" altLang="ja-JP" b="1" dirty="0" err="1"/>
              <a:t>derivation_code</a:t>
            </a:r>
            <a:r>
              <a:rPr kumimoji="1" lang="en-US" altLang="ja-JP" b="1" dirty="0"/>
              <a:t> &lt;- </a:t>
            </a:r>
            <a:r>
              <a:rPr kumimoji="1" lang="en-US" altLang="ja-JP" b="1" dirty="0" err="1"/>
              <a:t>derivations$derivation</a:t>
            </a:r>
            <a:r>
              <a:rPr kumimoji="1" lang="en-US" altLang="ja-JP" b="1" dirty="0"/>
              <a:t>[</a:t>
            </a:r>
            <a:r>
              <a:rPr kumimoji="1" lang="en-US" altLang="ja-JP" b="1" dirty="0" err="1"/>
              <a:t>i</a:t>
            </a:r>
            <a:r>
              <a:rPr kumimoji="1" lang="en-US" altLang="ja-JP" b="1" dirty="0"/>
              <a:t>]</a:t>
            </a:r>
          </a:p>
          <a:p>
            <a:pPr lvl="1"/>
            <a:r>
              <a:rPr lang="en-US" altLang="ja-JP" b="1" dirty="0"/>
              <a:t>    </a:t>
            </a:r>
            <a:r>
              <a:rPr kumimoji="1" lang="en-US" altLang="ja-JP" b="1" dirty="0"/>
              <a:t>    data &lt;- data %&gt;%</a:t>
            </a:r>
          </a:p>
          <a:p>
            <a:pPr lvl="1"/>
            <a:r>
              <a:rPr lang="en-US" altLang="ja-JP" b="1" dirty="0"/>
              <a:t>      </a:t>
            </a:r>
            <a:r>
              <a:rPr kumimoji="1" lang="en-US" altLang="ja-JP" b="1" dirty="0"/>
              <a:t>      mutate(!!</a:t>
            </a:r>
            <a:r>
              <a:rPr kumimoji="1" lang="en-US" altLang="ja-JP" b="1" dirty="0" err="1"/>
              <a:t>sym</a:t>
            </a:r>
            <a:r>
              <a:rPr kumimoji="1" lang="en-US" altLang="ja-JP" b="1" dirty="0"/>
              <a:t>(var) := eval(parse(text = </a:t>
            </a:r>
            <a:r>
              <a:rPr kumimoji="1" lang="en-US" altLang="ja-JP" b="1" dirty="0" err="1"/>
              <a:t>derivation_code</a:t>
            </a:r>
            <a:r>
              <a:rPr kumimoji="1" lang="en-US" altLang="ja-JP" b="1" dirty="0"/>
              <a:t>)))</a:t>
            </a:r>
          </a:p>
          <a:p>
            <a:pPr lvl="1"/>
            <a:r>
              <a:rPr lang="en-US" altLang="ja-JP" b="1" dirty="0"/>
              <a:t>  </a:t>
            </a:r>
            <a:r>
              <a:rPr kumimoji="1" lang="en-US" altLang="ja-JP" b="1" dirty="0"/>
              <a:t>  }</a:t>
            </a:r>
          </a:p>
          <a:p>
            <a:pPr lvl="1"/>
            <a:r>
              <a:rPr kumimoji="1" lang="en-US" altLang="ja-JP" dirty="0"/>
              <a:t>    #</a:t>
            </a:r>
            <a:r>
              <a:rPr kumimoji="1" lang="ja-JP" altLang="en-US" dirty="0"/>
              <a:t>必要な変数を選択</a:t>
            </a:r>
            <a:endParaRPr kumimoji="1" lang="en-US" altLang="ja-JP" dirty="0"/>
          </a:p>
          <a:p>
            <a:pPr lvl="1"/>
            <a:r>
              <a:rPr lang="en-US" altLang="ja-JP" dirty="0"/>
              <a:t>  </a:t>
            </a:r>
            <a:r>
              <a:rPr kumimoji="1" lang="ja-JP" altLang="en-US" dirty="0"/>
              <a:t>  </a:t>
            </a:r>
            <a:r>
              <a:rPr kumimoji="1" lang="en-US" altLang="ja-JP" b="1" dirty="0" err="1"/>
              <a:t>data_processed</a:t>
            </a:r>
            <a:r>
              <a:rPr kumimoji="1" lang="en-US" altLang="ja-JP" b="1" dirty="0"/>
              <a:t> &lt;- data %&gt;%</a:t>
            </a:r>
          </a:p>
          <a:p>
            <a:pPr lvl="1"/>
            <a:r>
              <a:rPr lang="en-US" altLang="ja-JP" b="1" dirty="0"/>
              <a:t>    </a:t>
            </a:r>
            <a:r>
              <a:rPr kumimoji="1" lang="en-US" altLang="ja-JP" b="1" dirty="0"/>
              <a:t>    select(</a:t>
            </a:r>
            <a:r>
              <a:rPr kumimoji="1" lang="en-US" altLang="ja-JP" b="1" dirty="0" err="1"/>
              <a:t>all_of</a:t>
            </a:r>
            <a:r>
              <a:rPr kumimoji="1" lang="en-US" altLang="ja-JP" b="1" dirty="0"/>
              <a:t>(</a:t>
            </a:r>
            <a:r>
              <a:rPr kumimoji="1" lang="en-US" altLang="ja-JP" b="1" dirty="0" err="1"/>
              <a:t>select_vars</a:t>
            </a:r>
            <a:r>
              <a:rPr kumimoji="1" lang="en-US" altLang="ja-JP" b="1" dirty="0"/>
              <a:t>))</a:t>
            </a:r>
          </a:p>
          <a:p>
            <a:pPr lvl="1"/>
            <a:r>
              <a:rPr kumimoji="1" lang="en-US" altLang="ja-JP" b="1" dirty="0"/>
              <a:t>    return(</a:t>
            </a:r>
            <a:r>
              <a:rPr kumimoji="1" lang="en-US" altLang="ja-JP" b="1" dirty="0" err="1"/>
              <a:t>data_processed</a:t>
            </a:r>
            <a:r>
              <a:rPr kumimoji="1" lang="en-US" altLang="ja-JP" b="1" dirty="0"/>
              <a:t>)</a:t>
            </a:r>
          </a:p>
          <a:p>
            <a:pPr lvl="1"/>
            <a:r>
              <a:rPr kumimoji="1" lang="en-US" altLang="ja-JP" b="1" dirty="0"/>
              <a:t>}</a:t>
            </a:r>
          </a:p>
          <a:p>
            <a:pPr marL="342900" indent="-342900">
              <a:buFont typeface="+mj-lt"/>
              <a:buAutoNum type="arabicPeriod" startAt="3"/>
            </a:pPr>
            <a:endParaRPr kumimoji="1" lang="en-US" altLang="ja-JP" b="1" dirty="0"/>
          </a:p>
          <a:p>
            <a:pPr marL="342900" indent="-342900">
              <a:buFont typeface="+mj-lt"/>
              <a:buAutoNum type="arabicPeriod" startAt="3"/>
            </a:pPr>
            <a:r>
              <a:rPr lang="ja-JP" altLang="en-US" b="1" dirty="0"/>
              <a:t>上記の関数を適用した変数の作成例</a:t>
            </a:r>
            <a:endParaRPr lang="en-US" altLang="ja-JP" b="1" dirty="0"/>
          </a:p>
          <a:p>
            <a:pPr lvl="1"/>
            <a:r>
              <a:rPr lang="en-US" altLang="ja-JP" b="1" dirty="0" err="1"/>
              <a:t>select_vars_vs</a:t>
            </a:r>
            <a:r>
              <a:rPr lang="en-US" altLang="ja-JP" b="1" dirty="0"/>
              <a:t> &lt;- c("STUDYID", "USUBJID", "BMIBL")</a:t>
            </a:r>
          </a:p>
          <a:p>
            <a:pPr lvl="1"/>
            <a:r>
              <a:rPr lang="en-US" altLang="ja-JP" b="1" dirty="0" err="1"/>
              <a:t>filtered_deriv_vs</a:t>
            </a:r>
            <a:r>
              <a:rPr lang="en-US" altLang="ja-JP" b="1" dirty="0"/>
              <a:t> &lt;- </a:t>
            </a:r>
            <a:r>
              <a:rPr lang="en-US" altLang="ja-JP" b="1" dirty="0" err="1"/>
              <a:t>derivations_adsl</a:t>
            </a:r>
            <a:r>
              <a:rPr lang="en-US" altLang="ja-JP" b="1" dirty="0"/>
              <a:t> %&gt;%</a:t>
            </a:r>
          </a:p>
          <a:p>
            <a:pPr lvl="1"/>
            <a:r>
              <a:rPr lang="en-US" altLang="ja-JP" b="1" dirty="0"/>
              <a:t>    filter(variable %in% c("BMIBL"))</a:t>
            </a:r>
          </a:p>
          <a:p>
            <a:pPr lvl="1"/>
            <a:r>
              <a:rPr lang="en-US" altLang="ja-JP" b="1" dirty="0" err="1"/>
              <a:t>bmi</a:t>
            </a:r>
            <a:r>
              <a:rPr lang="en-US" altLang="ja-JP" b="1" dirty="0"/>
              <a:t> &lt;- </a:t>
            </a:r>
            <a:r>
              <a:rPr lang="en-US" altLang="ja-JP" b="1" dirty="0" err="1"/>
              <a:t>process_mutate</a:t>
            </a:r>
            <a:r>
              <a:rPr lang="en-US" altLang="ja-JP" b="1" dirty="0"/>
              <a:t>(adsl10, </a:t>
            </a:r>
            <a:r>
              <a:rPr lang="en-US" altLang="ja-JP" b="1" dirty="0" err="1"/>
              <a:t>filtered_deriv_vs</a:t>
            </a:r>
            <a:r>
              <a:rPr lang="en-US" altLang="ja-JP" b="1" dirty="0"/>
              <a:t>, </a:t>
            </a:r>
            <a:r>
              <a:rPr lang="en-US" altLang="ja-JP" b="1" dirty="0" err="1"/>
              <a:t>select_vars_vs</a:t>
            </a:r>
            <a:r>
              <a:rPr lang="en-US" altLang="ja-JP" b="1" dirty="0"/>
              <a:t>) %&gt;%</a:t>
            </a:r>
          </a:p>
          <a:p>
            <a:pPr lvl="1"/>
            <a:r>
              <a:rPr lang="en-US" altLang="ja-JP" b="1" dirty="0"/>
              <a:t>    </a:t>
            </a:r>
            <a:r>
              <a:rPr lang="en-US" altLang="ja-JP" b="1" dirty="0" err="1"/>
              <a:t>create_cat_var</a:t>
            </a:r>
            <a:r>
              <a:rPr lang="en-US" altLang="ja-JP" b="1" dirty="0"/>
              <a:t>(</a:t>
            </a:r>
            <a:r>
              <a:rPr lang="en-US" altLang="ja-JP" b="1" dirty="0" err="1"/>
              <a:t>adsl_spec</a:t>
            </a:r>
            <a:r>
              <a:rPr lang="en-US" altLang="ja-JP" b="1" dirty="0"/>
              <a:t>, BMIBL, BMIBLGR1) </a:t>
            </a:r>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lvl="1"/>
            <a:endParaRPr kumimoji="1" lang="en-US" altLang="ja-JP" dirty="0"/>
          </a:p>
          <a:p>
            <a:pPr marL="285750" indent="-285750">
              <a:buFont typeface="Arial" panose="020B0604020202020204" pitchFamily="34" charset="0"/>
              <a:buChar char="•"/>
            </a:pPr>
            <a:endParaRPr kumimoji="1" lang="ja-JP" altLang="en-US" dirty="0"/>
          </a:p>
        </p:txBody>
      </p:sp>
      <p:sp>
        <p:nvSpPr>
          <p:cNvPr id="3" name="Footer Placeholder 2">
            <a:extLst>
              <a:ext uri="{FF2B5EF4-FFF2-40B4-BE49-F238E27FC236}">
                <a16:creationId xmlns:a16="http://schemas.microsoft.com/office/drawing/2014/main" id="{01782BDE-CA15-0836-D31E-C69D08062BF8}"/>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66E02E64-BA8D-E150-B357-AC19C8E9BAEA}"/>
              </a:ext>
            </a:extLst>
          </p:cNvPr>
          <p:cNvSpPr>
            <a:spLocks noGrp="1"/>
          </p:cNvSpPr>
          <p:nvPr>
            <p:ph type="title"/>
          </p:nvPr>
        </p:nvSpPr>
        <p:spPr/>
        <p:txBody>
          <a:bodyPr>
            <a:normAutofit/>
          </a:bodyPr>
          <a:lstStyle/>
          <a:p>
            <a:r>
              <a:rPr lang="ja-JP" altLang="en-US" dirty="0"/>
              <a:t>実装例</a:t>
            </a:r>
            <a:r>
              <a:rPr lang="en-US" altLang="ja-JP" dirty="0"/>
              <a:t>1</a:t>
            </a:r>
            <a:r>
              <a:rPr lang="ja-JP" altLang="en-US" dirty="0"/>
              <a:t>（続き）</a:t>
            </a:r>
            <a:endParaRPr kumimoji="1" lang="ja-JP" altLang="en-US" dirty="0"/>
          </a:p>
        </p:txBody>
      </p:sp>
      <p:sp>
        <p:nvSpPr>
          <p:cNvPr id="5" name="Slide Number Placeholder 4">
            <a:extLst>
              <a:ext uri="{FF2B5EF4-FFF2-40B4-BE49-F238E27FC236}">
                <a16:creationId xmlns:a16="http://schemas.microsoft.com/office/drawing/2014/main" id="{06D43B2B-8DBE-C1B1-8F80-33FAEB68DB26}"/>
              </a:ext>
            </a:extLst>
          </p:cNvPr>
          <p:cNvSpPr>
            <a:spLocks noGrp="1"/>
          </p:cNvSpPr>
          <p:nvPr>
            <p:ph type="sldNum" sz="quarter" idx="4"/>
          </p:nvPr>
        </p:nvSpPr>
        <p:spPr/>
        <p:txBody>
          <a:bodyPr/>
          <a:lstStyle/>
          <a:p>
            <a:pPr defTabSz="1218810"/>
            <a:fld id="{E9B57936-92EF-4126-AE48-1D9D36D15E98}" type="slidenum">
              <a:rPr lang="ja-JP" altLang="en-US" smtClean="0"/>
              <a:pPr defTabSz="1218810"/>
              <a:t>18</a:t>
            </a:fld>
            <a:endParaRPr lang="ja-JP" altLang="en-US"/>
          </a:p>
        </p:txBody>
      </p:sp>
      <p:sp>
        <p:nvSpPr>
          <p:cNvPr id="7" name="Speech Bubble: Rectangle 6">
            <a:extLst>
              <a:ext uri="{FF2B5EF4-FFF2-40B4-BE49-F238E27FC236}">
                <a16:creationId xmlns:a16="http://schemas.microsoft.com/office/drawing/2014/main" id="{173ABA2C-DC57-2523-9481-7A0ADC5692DF}"/>
              </a:ext>
            </a:extLst>
          </p:cNvPr>
          <p:cNvSpPr/>
          <p:nvPr/>
        </p:nvSpPr>
        <p:spPr>
          <a:xfrm>
            <a:off x="5202866" y="4798828"/>
            <a:ext cx="2821172" cy="595424"/>
          </a:xfrm>
          <a:prstGeom prst="wedgeRectCallout">
            <a:avLst>
              <a:gd name="adj1" fmla="val -77031"/>
              <a:gd name="adj2" fmla="val 110119"/>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400" dirty="0">
                <a:solidFill>
                  <a:schemeClr val="bg1"/>
                </a:solidFill>
              </a:rPr>
              <a:t>「</a:t>
            </a:r>
            <a:r>
              <a:rPr kumimoji="1" lang="en-US" altLang="ja-JP" sz="1400" dirty="0">
                <a:solidFill>
                  <a:schemeClr val="bg1"/>
                </a:solidFill>
              </a:rPr>
              <a:t>R</a:t>
            </a:r>
            <a:r>
              <a:rPr kumimoji="1" lang="ja-JP" altLang="en-US" sz="1400" dirty="0">
                <a:solidFill>
                  <a:schemeClr val="bg1"/>
                </a:solidFill>
              </a:rPr>
              <a:t>スクリプト」に</a:t>
            </a:r>
            <a:r>
              <a:rPr kumimoji="1" lang="en-US" altLang="ja-JP" sz="1400" dirty="0">
                <a:solidFill>
                  <a:schemeClr val="bg1"/>
                </a:solidFill>
              </a:rPr>
              <a:t>BMI</a:t>
            </a:r>
            <a:r>
              <a:rPr kumimoji="1" lang="ja-JP" altLang="en-US" sz="1400" dirty="0">
                <a:solidFill>
                  <a:schemeClr val="bg1"/>
                </a:solidFill>
              </a:rPr>
              <a:t>を計算する数式自体は書いていない</a:t>
            </a:r>
            <a:endParaRPr kumimoji="1" lang="en-US" altLang="ja-JP" sz="1400" dirty="0">
              <a:solidFill>
                <a:schemeClr val="bg1"/>
              </a:solidFill>
            </a:endParaRPr>
          </a:p>
        </p:txBody>
      </p:sp>
      <p:sp>
        <p:nvSpPr>
          <p:cNvPr id="8" name="Speech Bubble: Rectangle 7">
            <a:extLst>
              <a:ext uri="{FF2B5EF4-FFF2-40B4-BE49-F238E27FC236}">
                <a16:creationId xmlns:a16="http://schemas.microsoft.com/office/drawing/2014/main" id="{D273E5F2-5F4F-5B11-B0F9-DAB677EA5B99}"/>
              </a:ext>
            </a:extLst>
          </p:cNvPr>
          <p:cNvSpPr/>
          <p:nvPr/>
        </p:nvSpPr>
        <p:spPr>
          <a:xfrm>
            <a:off x="4929592" y="1761460"/>
            <a:ext cx="3930503" cy="595424"/>
          </a:xfrm>
          <a:prstGeom prst="wedgeRectCallout">
            <a:avLst>
              <a:gd name="adj1" fmla="val -73426"/>
              <a:gd name="adj2" fmla="val -70833"/>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altLang="ja-JP" sz="1400" dirty="0">
                <a:solidFill>
                  <a:schemeClr val="bg1"/>
                </a:solidFill>
              </a:rPr>
              <a:t>data:</a:t>
            </a:r>
            <a:r>
              <a:rPr kumimoji="1" lang="ja-JP" altLang="en-US" sz="1400" dirty="0">
                <a:solidFill>
                  <a:schemeClr val="bg1"/>
                </a:solidFill>
              </a:rPr>
              <a:t> 処理対象のデータフレーム</a:t>
            </a:r>
            <a:endParaRPr kumimoji="1" lang="en-US" altLang="ja-JP" sz="1400" dirty="0">
              <a:solidFill>
                <a:schemeClr val="bg1"/>
              </a:solidFill>
            </a:endParaRPr>
          </a:p>
          <a:p>
            <a:r>
              <a:rPr kumimoji="1" lang="en-US" altLang="ja-JP" sz="1400" dirty="0">
                <a:solidFill>
                  <a:schemeClr val="bg1"/>
                </a:solidFill>
              </a:rPr>
              <a:t>derivations: </a:t>
            </a:r>
            <a:r>
              <a:rPr kumimoji="1" lang="ja-JP" altLang="en-US" sz="1400" dirty="0">
                <a:solidFill>
                  <a:schemeClr val="bg1"/>
                </a:solidFill>
              </a:rPr>
              <a:t>導出情報を含むデータフレーム</a:t>
            </a:r>
            <a:endParaRPr kumimoji="1" lang="en-US" altLang="ja-JP" sz="1400" dirty="0">
              <a:solidFill>
                <a:schemeClr val="bg1"/>
              </a:solidFill>
            </a:endParaRPr>
          </a:p>
        </p:txBody>
      </p:sp>
      <p:sp>
        <p:nvSpPr>
          <p:cNvPr id="9" name="Speech Bubble: Rectangle 8">
            <a:extLst>
              <a:ext uri="{FF2B5EF4-FFF2-40B4-BE49-F238E27FC236}">
                <a16:creationId xmlns:a16="http://schemas.microsoft.com/office/drawing/2014/main" id="{074AA2F5-CF66-E768-235D-D428525C147A}"/>
              </a:ext>
            </a:extLst>
          </p:cNvPr>
          <p:cNvSpPr/>
          <p:nvPr/>
        </p:nvSpPr>
        <p:spPr>
          <a:xfrm>
            <a:off x="3983295" y="3131288"/>
            <a:ext cx="3930503" cy="595424"/>
          </a:xfrm>
          <a:prstGeom prst="wedgeRectCallout">
            <a:avLst>
              <a:gd name="adj1" fmla="val -73426"/>
              <a:gd name="adj2" fmla="val -70833"/>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ja-JP" altLang="en-US" sz="1400" dirty="0">
                <a:solidFill>
                  <a:schemeClr val="bg1"/>
                </a:solidFill>
              </a:rPr>
              <a:t>元々、文字情報として指定されていたデータを「</a:t>
            </a:r>
            <a:r>
              <a:rPr kumimoji="1" lang="en-US" altLang="ja-JP" sz="1400" dirty="0">
                <a:solidFill>
                  <a:schemeClr val="bg1"/>
                </a:solidFill>
              </a:rPr>
              <a:t>R</a:t>
            </a:r>
            <a:r>
              <a:rPr kumimoji="1" lang="ja-JP" altLang="en-US" sz="1400" dirty="0">
                <a:solidFill>
                  <a:schemeClr val="bg1"/>
                </a:solidFill>
              </a:rPr>
              <a:t>スクリプト」として実行</a:t>
            </a:r>
            <a:endParaRPr kumimoji="1" lang="en-US" altLang="ja-JP" sz="1400" dirty="0">
              <a:solidFill>
                <a:schemeClr val="bg1"/>
              </a:solidFill>
            </a:endParaRPr>
          </a:p>
        </p:txBody>
      </p:sp>
      <p:pic>
        <p:nvPicPr>
          <p:cNvPr id="10" name="Picture Placeholder 40" descr="A computer network with many small objects&#10;&#10;AI-generated content may be incorrect.">
            <a:extLst>
              <a:ext uri="{FF2B5EF4-FFF2-40B4-BE49-F238E27FC236}">
                <a16:creationId xmlns:a16="http://schemas.microsoft.com/office/drawing/2014/main" id="{2D7C26D9-DECE-AC05-7745-92EDDB758CE9}"/>
              </a:ext>
            </a:extLst>
          </p:cNvPr>
          <p:cNvPicPr>
            <a:picLocks noChangeAspect="1"/>
          </p:cNvPicPr>
          <p:nvPr/>
        </p:nvPicPr>
        <p:blipFill>
          <a:blip r:embed="rId2">
            <a:extLst>
              <a:ext uri="{28A0092B-C50C-407E-A947-70E740481C1C}">
                <a14:useLocalDpi xmlns:a14="http://schemas.microsoft.com/office/drawing/2010/main" val="0"/>
              </a:ext>
            </a:extLst>
          </a:blip>
          <a:srcRect l="15434" r="15432" b="-2"/>
          <a:stretch>
            <a:fillRect/>
          </a:stretch>
        </p:blipFill>
        <p:spPr>
          <a:xfrm>
            <a:off x="8012937" y="2448643"/>
            <a:ext cx="4180109" cy="4036072"/>
          </a:xfrm>
          <a:custGeom>
            <a:avLst/>
            <a:gdLst>
              <a:gd name="connsiteX0" fmla="*/ 0 w 6462532"/>
              <a:gd name="connsiteY0" fmla="*/ 3052818 h 6105636"/>
              <a:gd name="connsiteX1" fmla="*/ 3052818 w 6462532"/>
              <a:gd name="connsiteY1" fmla="*/ 0 h 6105636"/>
              <a:gd name="connsiteX2" fmla="*/ 3409714 w 6462532"/>
              <a:gd name="connsiteY2" fmla="*/ 0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309764"/>
              <a:gd name="connsiteY0" fmla="*/ 3060215 h 6113033"/>
              <a:gd name="connsiteX1" fmla="*/ 3052818 w 7309764"/>
              <a:gd name="connsiteY1" fmla="*/ 7397 h 6113033"/>
              <a:gd name="connsiteX2" fmla="*/ 6592752 w 7309764"/>
              <a:gd name="connsiteY2" fmla="*/ 53695 h 6113033"/>
              <a:gd name="connsiteX3" fmla="*/ 6462532 w 7309764"/>
              <a:gd name="connsiteY3" fmla="*/ 3060215 h 6113033"/>
              <a:gd name="connsiteX4" fmla="*/ 6462532 w 7309764"/>
              <a:gd name="connsiteY4" fmla="*/ 3060215 h 6113033"/>
              <a:gd name="connsiteX5" fmla="*/ 3409714 w 7309764"/>
              <a:gd name="connsiteY5" fmla="*/ 6113033 h 6113033"/>
              <a:gd name="connsiteX6" fmla="*/ 3052818 w 7309764"/>
              <a:gd name="connsiteY6" fmla="*/ 6113033 h 6113033"/>
              <a:gd name="connsiteX7" fmla="*/ 0 w 7309764"/>
              <a:gd name="connsiteY7" fmla="*/ 3060215 h 6113033"/>
              <a:gd name="connsiteX0" fmla="*/ 0 w 7309764"/>
              <a:gd name="connsiteY0" fmla="*/ 3052818 h 6105636"/>
              <a:gd name="connsiteX1" fmla="*/ 3052818 w 7309764"/>
              <a:gd name="connsiteY1" fmla="*/ 0 h 6105636"/>
              <a:gd name="connsiteX2" fmla="*/ 6592752 w 7309764"/>
              <a:gd name="connsiteY2" fmla="*/ 46298 h 6105636"/>
              <a:gd name="connsiteX3" fmla="*/ 6462532 w 7309764"/>
              <a:gd name="connsiteY3" fmla="*/ 3052818 h 6105636"/>
              <a:gd name="connsiteX4" fmla="*/ 6462532 w 7309764"/>
              <a:gd name="connsiteY4" fmla="*/ 3052818 h 6105636"/>
              <a:gd name="connsiteX5" fmla="*/ 3409714 w 7309764"/>
              <a:gd name="connsiteY5" fmla="*/ 6105636 h 6105636"/>
              <a:gd name="connsiteX6" fmla="*/ 3052818 w 7309764"/>
              <a:gd name="connsiteY6" fmla="*/ 6105636 h 6105636"/>
              <a:gd name="connsiteX7" fmla="*/ 0 w 7309764"/>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7162978"/>
              <a:gd name="connsiteY0" fmla="*/ 3052818 h 6105636"/>
              <a:gd name="connsiteX1" fmla="*/ 3052818 w 7162978"/>
              <a:gd name="connsiteY1" fmla="*/ 0 h 6105636"/>
              <a:gd name="connsiteX2" fmla="*/ 6395982 w 7162978"/>
              <a:gd name="connsiteY2" fmla="*/ 11574 h 6105636"/>
              <a:gd name="connsiteX3" fmla="*/ 6462532 w 7162978"/>
              <a:gd name="connsiteY3" fmla="*/ 3052818 h 6105636"/>
              <a:gd name="connsiteX4" fmla="*/ 6462532 w 7162978"/>
              <a:gd name="connsiteY4" fmla="*/ 3052818 h 6105636"/>
              <a:gd name="connsiteX5" fmla="*/ 3409714 w 7162978"/>
              <a:gd name="connsiteY5" fmla="*/ 6105636 h 6105636"/>
              <a:gd name="connsiteX6" fmla="*/ 3052818 w 7162978"/>
              <a:gd name="connsiteY6" fmla="*/ 6105636 h 6105636"/>
              <a:gd name="connsiteX7" fmla="*/ 0 w 7162978"/>
              <a:gd name="connsiteY7" fmla="*/ 3052818 h 6105636"/>
              <a:gd name="connsiteX0" fmla="*/ 0 w 6750471"/>
              <a:gd name="connsiteY0" fmla="*/ 3052818 h 6105636"/>
              <a:gd name="connsiteX1" fmla="*/ 3052818 w 6750471"/>
              <a:gd name="connsiteY1" fmla="*/ 0 h 6105636"/>
              <a:gd name="connsiteX2" fmla="*/ 6395982 w 6750471"/>
              <a:gd name="connsiteY2" fmla="*/ 11574 h 6105636"/>
              <a:gd name="connsiteX3" fmla="*/ 6462532 w 6750471"/>
              <a:gd name="connsiteY3" fmla="*/ 3052818 h 6105636"/>
              <a:gd name="connsiteX4" fmla="*/ 6462532 w 6750471"/>
              <a:gd name="connsiteY4" fmla="*/ 3052818 h 6105636"/>
              <a:gd name="connsiteX5" fmla="*/ 3409714 w 6750471"/>
              <a:gd name="connsiteY5" fmla="*/ 6105636 h 6105636"/>
              <a:gd name="connsiteX6" fmla="*/ 3052818 w 6750471"/>
              <a:gd name="connsiteY6" fmla="*/ 6105636 h 6105636"/>
              <a:gd name="connsiteX7" fmla="*/ 0 w 6750471"/>
              <a:gd name="connsiteY7" fmla="*/ 3052818 h 6105636"/>
              <a:gd name="connsiteX0" fmla="*/ 0 w 6462532"/>
              <a:gd name="connsiteY0" fmla="*/ 3052818 h 6105636"/>
              <a:gd name="connsiteX1" fmla="*/ 3052818 w 6462532"/>
              <a:gd name="connsiteY1" fmla="*/ 0 h 6105636"/>
              <a:gd name="connsiteX2" fmla="*/ 6395982 w 6462532"/>
              <a:gd name="connsiteY2" fmla="*/ 11574 h 6105636"/>
              <a:gd name="connsiteX3" fmla="*/ 6462532 w 6462532"/>
              <a:gd name="connsiteY3" fmla="*/ 3052818 h 6105636"/>
              <a:gd name="connsiteX4" fmla="*/ 6462532 w 6462532"/>
              <a:gd name="connsiteY4" fmla="*/ 3052818 h 6105636"/>
              <a:gd name="connsiteX5" fmla="*/ 3409714 w 6462532"/>
              <a:gd name="connsiteY5" fmla="*/ 6105636 h 6105636"/>
              <a:gd name="connsiteX6" fmla="*/ 3052818 w 6462532"/>
              <a:gd name="connsiteY6" fmla="*/ 6105636 h 6105636"/>
              <a:gd name="connsiteX7" fmla="*/ 0 w 6462532"/>
              <a:gd name="connsiteY7" fmla="*/ 3052818 h 6105636"/>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6462532 w 6477004"/>
              <a:gd name="connsiteY4" fmla="*/ 3052819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5756477 w 6477004"/>
              <a:gd name="connsiteY4" fmla="*/ 3018095 h 6105637"/>
              <a:gd name="connsiteX5" fmla="*/ 3409714 w 6477004"/>
              <a:gd name="connsiteY5" fmla="*/ 6105637 h 6105637"/>
              <a:gd name="connsiteX6" fmla="*/ 3052818 w 6477004"/>
              <a:gd name="connsiteY6" fmla="*/ 6105637 h 6105637"/>
              <a:gd name="connsiteX7" fmla="*/ 0 w 6477004"/>
              <a:gd name="connsiteY7" fmla="*/ 3052819 h 6105637"/>
              <a:gd name="connsiteX0" fmla="*/ 0 w 6477004"/>
              <a:gd name="connsiteY0" fmla="*/ 3052819 h 6105637"/>
              <a:gd name="connsiteX1" fmla="*/ 3052818 w 6477004"/>
              <a:gd name="connsiteY1" fmla="*/ 1 h 6105637"/>
              <a:gd name="connsiteX2" fmla="*/ 6477004 w 6477004"/>
              <a:gd name="connsiteY2" fmla="*/ 0 h 6105637"/>
              <a:gd name="connsiteX3" fmla="*/ 6462532 w 6477004"/>
              <a:gd name="connsiteY3" fmla="*/ 3052819 h 6105637"/>
              <a:gd name="connsiteX4" fmla="*/ 3409714 w 6477004"/>
              <a:gd name="connsiteY4" fmla="*/ 6105637 h 6105637"/>
              <a:gd name="connsiteX5" fmla="*/ 3052818 w 6477004"/>
              <a:gd name="connsiteY5" fmla="*/ 6105637 h 6105637"/>
              <a:gd name="connsiteX6" fmla="*/ 0 w 6477004"/>
              <a:gd name="connsiteY6" fmla="*/ 3052819 h 6105637"/>
              <a:gd name="connsiteX0" fmla="*/ 0 w 6477004"/>
              <a:gd name="connsiteY0" fmla="*/ 3052819 h 6108535"/>
              <a:gd name="connsiteX1" fmla="*/ 3052818 w 6477004"/>
              <a:gd name="connsiteY1" fmla="*/ 1 h 6108535"/>
              <a:gd name="connsiteX2" fmla="*/ 6477004 w 6477004"/>
              <a:gd name="connsiteY2" fmla="*/ 0 h 6108535"/>
              <a:gd name="connsiteX3" fmla="*/ 6462532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477004"/>
              <a:gd name="connsiteY0" fmla="*/ 3052819 h 6108535"/>
              <a:gd name="connsiteX1" fmla="*/ 3052818 w 6477004"/>
              <a:gd name="connsiteY1" fmla="*/ 1 h 6108535"/>
              <a:gd name="connsiteX2" fmla="*/ 6477004 w 6477004"/>
              <a:gd name="connsiteY2" fmla="*/ 0 h 6108535"/>
              <a:gd name="connsiteX3" fmla="*/ 6323635 w 6477004"/>
              <a:gd name="connsiteY3" fmla="*/ 6108535 h 6108535"/>
              <a:gd name="connsiteX4" fmla="*/ 3409714 w 6477004"/>
              <a:gd name="connsiteY4" fmla="*/ 6105637 h 6108535"/>
              <a:gd name="connsiteX5" fmla="*/ 3052818 w 6477004"/>
              <a:gd name="connsiteY5" fmla="*/ 6105637 h 6108535"/>
              <a:gd name="connsiteX6" fmla="*/ 0 w 6477004"/>
              <a:gd name="connsiteY6" fmla="*/ 3052819 h 6108535"/>
              <a:gd name="connsiteX0" fmla="*/ 0 w 6326533"/>
              <a:gd name="connsiteY0" fmla="*/ 3052819 h 6108535"/>
              <a:gd name="connsiteX1" fmla="*/ 3052818 w 6326533"/>
              <a:gd name="connsiteY1" fmla="*/ 1 h 6108535"/>
              <a:gd name="connsiteX2" fmla="*/ 6326533 w 6326533"/>
              <a:gd name="connsiteY2" fmla="*/ 0 h 6108535"/>
              <a:gd name="connsiteX3" fmla="*/ 6323635 w 6326533"/>
              <a:gd name="connsiteY3" fmla="*/ 6108535 h 6108535"/>
              <a:gd name="connsiteX4" fmla="*/ 3409714 w 6326533"/>
              <a:gd name="connsiteY4" fmla="*/ 6105637 h 6108535"/>
              <a:gd name="connsiteX5" fmla="*/ 3052818 w 6326533"/>
              <a:gd name="connsiteY5" fmla="*/ 6105637 h 6108535"/>
              <a:gd name="connsiteX6" fmla="*/ 0 w 6326533"/>
              <a:gd name="connsiteY6" fmla="*/ 3052819 h 610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6533" h="6108535">
                <a:moveTo>
                  <a:pt x="0" y="3052819"/>
                </a:moveTo>
                <a:cubicBezTo>
                  <a:pt x="0" y="1366794"/>
                  <a:pt x="1366793" y="1"/>
                  <a:pt x="3052818" y="1"/>
                </a:cubicBezTo>
                <a:lnTo>
                  <a:pt x="6326533" y="0"/>
                </a:lnTo>
                <a:lnTo>
                  <a:pt x="6323635" y="6108535"/>
                </a:lnTo>
                <a:lnTo>
                  <a:pt x="3409714" y="6105637"/>
                </a:lnTo>
                <a:lnTo>
                  <a:pt x="3052818" y="6105637"/>
                </a:lnTo>
                <a:cubicBezTo>
                  <a:pt x="1366793" y="6105637"/>
                  <a:pt x="0" y="4738844"/>
                  <a:pt x="0" y="3052819"/>
                </a:cubicBezTo>
                <a:close/>
              </a:path>
            </a:pathLst>
          </a:custGeom>
          <a:noFill/>
        </p:spPr>
      </p:pic>
      <p:sp>
        <p:nvSpPr>
          <p:cNvPr id="6" name="Rectangle: Rounded Corners 5">
            <a:extLst>
              <a:ext uri="{FF2B5EF4-FFF2-40B4-BE49-F238E27FC236}">
                <a16:creationId xmlns:a16="http://schemas.microsoft.com/office/drawing/2014/main" id="{31D2FC96-9B6E-6179-C117-981FCE8AEA44}"/>
              </a:ext>
            </a:extLst>
          </p:cNvPr>
          <p:cNvSpPr/>
          <p:nvPr/>
        </p:nvSpPr>
        <p:spPr>
          <a:xfrm>
            <a:off x="458613" y="681068"/>
            <a:ext cx="4392355" cy="359697"/>
          </a:xfrm>
          <a:prstGeom prst="round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600" dirty="0">
                <a:solidFill>
                  <a:schemeClr val="bg1"/>
                </a:solidFill>
              </a:rPr>
              <a:t>既存の</a:t>
            </a:r>
            <a:r>
              <a:rPr kumimoji="1" lang="en-US" altLang="ja-JP" sz="1600" dirty="0">
                <a:solidFill>
                  <a:schemeClr val="bg1"/>
                </a:solidFill>
              </a:rPr>
              <a:t>P21</a:t>
            </a:r>
            <a:r>
              <a:rPr kumimoji="1" lang="ja-JP" altLang="en-US" sz="1600" dirty="0">
                <a:solidFill>
                  <a:schemeClr val="bg1"/>
                </a:solidFill>
              </a:rPr>
              <a:t>準拠の</a:t>
            </a:r>
            <a:r>
              <a:rPr kumimoji="1" lang="en-US" altLang="ja-JP" sz="1600" dirty="0" err="1">
                <a:solidFill>
                  <a:schemeClr val="bg1"/>
                </a:solidFill>
              </a:rPr>
              <a:t>ADaM</a:t>
            </a:r>
            <a:r>
              <a:rPr kumimoji="1" lang="en-US" altLang="ja-JP" sz="1600" dirty="0">
                <a:solidFill>
                  <a:schemeClr val="bg1"/>
                </a:solidFill>
              </a:rPr>
              <a:t> Spec</a:t>
            </a:r>
            <a:r>
              <a:rPr kumimoji="1" lang="ja-JP" altLang="en-US" sz="1600" dirty="0">
                <a:solidFill>
                  <a:schemeClr val="bg1"/>
                </a:solidFill>
              </a:rPr>
              <a:t>をなるべく活用</a:t>
            </a:r>
          </a:p>
        </p:txBody>
      </p:sp>
    </p:spTree>
    <p:extLst>
      <p:ext uri="{BB962C8B-B14F-4D97-AF65-F5344CB8AC3E}">
        <p14:creationId xmlns:p14="http://schemas.microsoft.com/office/powerpoint/2010/main" val="345343383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D98FC74-47AF-492B-F19E-1E5978DC82D0}"/>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348B7EDE-486C-47CF-B60C-84EAA20C255D}"/>
              </a:ext>
            </a:extLst>
          </p:cNvPr>
          <p:cNvSpPr>
            <a:spLocks noGrp="1"/>
          </p:cNvSpPr>
          <p:nvPr>
            <p:ph type="title"/>
          </p:nvPr>
        </p:nvSpPr>
        <p:spPr/>
        <p:txBody>
          <a:bodyPr/>
          <a:lstStyle/>
          <a:p>
            <a:r>
              <a:rPr lang="ja-JP" altLang="en-US" dirty="0"/>
              <a:t>実装例</a:t>
            </a:r>
            <a:r>
              <a:rPr lang="en-US" altLang="ja-JP" dirty="0"/>
              <a:t>2</a:t>
            </a:r>
            <a:endParaRPr kumimoji="1" lang="ja-JP" altLang="en-US" dirty="0"/>
          </a:p>
        </p:txBody>
      </p:sp>
      <p:sp>
        <p:nvSpPr>
          <p:cNvPr id="5" name="Slide Number Placeholder 4">
            <a:extLst>
              <a:ext uri="{FF2B5EF4-FFF2-40B4-BE49-F238E27FC236}">
                <a16:creationId xmlns:a16="http://schemas.microsoft.com/office/drawing/2014/main" id="{17491237-11CE-382D-C6BA-10ED66C51B6B}"/>
              </a:ext>
            </a:extLst>
          </p:cNvPr>
          <p:cNvSpPr>
            <a:spLocks noGrp="1"/>
          </p:cNvSpPr>
          <p:nvPr>
            <p:ph type="sldNum" sz="quarter" idx="4"/>
          </p:nvPr>
        </p:nvSpPr>
        <p:spPr/>
        <p:txBody>
          <a:bodyPr/>
          <a:lstStyle/>
          <a:p>
            <a:pPr defTabSz="1218810"/>
            <a:fld id="{E9B57936-92EF-4126-AE48-1D9D36D15E98}" type="slidenum">
              <a:rPr lang="ja-JP" altLang="en-US" smtClean="0"/>
              <a:pPr defTabSz="1218810"/>
              <a:t>19</a:t>
            </a:fld>
            <a:endParaRPr lang="ja-JP" altLang="en-US"/>
          </a:p>
        </p:txBody>
      </p:sp>
      <p:sp>
        <p:nvSpPr>
          <p:cNvPr id="7" name="Rectangle: Rounded Corners 6">
            <a:extLst>
              <a:ext uri="{FF2B5EF4-FFF2-40B4-BE49-F238E27FC236}">
                <a16:creationId xmlns:a16="http://schemas.microsoft.com/office/drawing/2014/main" id="{88304923-4268-B634-F561-52A71E6993D8}"/>
              </a:ext>
            </a:extLst>
          </p:cNvPr>
          <p:cNvSpPr/>
          <p:nvPr/>
        </p:nvSpPr>
        <p:spPr>
          <a:xfrm>
            <a:off x="458613" y="681068"/>
            <a:ext cx="3726811" cy="359697"/>
          </a:xfrm>
          <a:prstGeom prst="round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600" dirty="0">
                <a:solidFill>
                  <a:schemeClr val="bg1"/>
                </a:solidFill>
              </a:rPr>
              <a:t>ルールは</a:t>
            </a:r>
            <a:r>
              <a:rPr kumimoji="1" lang="en-US" altLang="ja-JP" sz="1600" dirty="0">
                <a:solidFill>
                  <a:schemeClr val="bg1"/>
                </a:solidFill>
              </a:rPr>
              <a:t>YAML</a:t>
            </a:r>
            <a:r>
              <a:rPr kumimoji="1" lang="ja-JP" altLang="en-US" sz="1600" dirty="0">
                <a:solidFill>
                  <a:schemeClr val="bg1"/>
                </a:solidFill>
              </a:rPr>
              <a:t>、スクリプトは共通化</a:t>
            </a:r>
          </a:p>
        </p:txBody>
      </p:sp>
      <p:sp>
        <p:nvSpPr>
          <p:cNvPr id="9" name="Text Placeholder 1">
            <a:extLst>
              <a:ext uri="{FF2B5EF4-FFF2-40B4-BE49-F238E27FC236}">
                <a16:creationId xmlns:a16="http://schemas.microsoft.com/office/drawing/2014/main" id="{061F763B-1970-2578-4269-4E97A06E779E}"/>
              </a:ext>
            </a:extLst>
          </p:cNvPr>
          <p:cNvSpPr>
            <a:spLocks noGrp="1"/>
          </p:cNvSpPr>
          <p:nvPr>
            <p:ph type="body" sz="quarter" idx="15"/>
          </p:nvPr>
        </p:nvSpPr>
        <p:spPr>
          <a:xfrm>
            <a:off x="311150" y="1102385"/>
            <a:ext cx="6458245" cy="5328857"/>
          </a:xfrm>
        </p:spPr>
        <p:txBody>
          <a:bodyPr/>
          <a:lstStyle/>
          <a:p>
            <a:pPr marL="342900" indent="-342900">
              <a:buFont typeface="+mj-lt"/>
              <a:buAutoNum type="arabicPeriod"/>
            </a:pPr>
            <a:r>
              <a:rPr kumimoji="1" lang="ja-JP" altLang="en-US" b="1" dirty="0"/>
              <a:t>メタデータの作成例</a:t>
            </a:r>
            <a:r>
              <a:rPr kumimoji="1" lang="ja-JP" altLang="en-US" dirty="0"/>
              <a:t>（</a:t>
            </a:r>
            <a:r>
              <a:rPr kumimoji="1" lang="en-US" altLang="ja-JP" dirty="0"/>
              <a:t>YAML</a:t>
            </a:r>
            <a:r>
              <a:rPr kumimoji="1" lang="ja-JP" altLang="en-US" dirty="0"/>
              <a:t>）</a:t>
            </a:r>
            <a:endParaRPr kumimoji="1"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kumimoji="1" lang="en-US" altLang="ja-JP" dirty="0"/>
          </a:p>
          <a:p>
            <a:pPr marL="285750" indent="-285750">
              <a:buFont typeface="Arial" panose="020B0604020202020204" pitchFamily="34" charset="0"/>
              <a:buChar char="•"/>
            </a:pPr>
            <a:endParaRPr kumimoji="1" lang="ja-JP" altLang="en-US" dirty="0"/>
          </a:p>
        </p:txBody>
      </p:sp>
      <p:sp>
        <p:nvSpPr>
          <p:cNvPr id="11" name="TextBox 10">
            <a:extLst>
              <a:ext uri="{FF2B5EF4-FFF2-40B4-BE49-F238E27FC236}">
                <a16:creationId xmlns:a16="http://schemas.microsoft.com/office/drawing/2014/main" id="{99512FF3-426B-18E2-8DF0-E5FAB9D50FF7}"/>
              </a:ext>
            </a:extLst>
          </p:cNvPr>
          <p:cNvSpPr txBox="1"/>
          <p:nvPr/>
        </p:nvSpPr>
        <p:spPr>
          <a:xfrm>
            <a:off x="540703" y="1361671"/>
            <a:ext cx="3885248" cy="5078313"/>
          </a:xfrm>
          <a:prstGeom prst="rect">
            <a:avLst/>
          </a:prstGeom>
          <a:noFill/>
          <a:ln>
            <a:solidFill>
              <a:schemeClr val="accent1"/>
            </a:solidFill>
          </a:ln>
        </p:spPr>
        <p:txBody>
          <a:bodyPr wrap="square">
            <a:spAutoFit/>
          </a:bodyPr>
          <a:lstStyle/>
          <a:p>
            <a:r>
              <a:rPr lang="en-US" altLang="ja-JP" sz="1200" dirty="0"/>
              <a:t>outputs:</a:t>
            </a:r>
          </a:p>
          <a:p>
            <a:r>
              <a:rPr lang="en-US" altLang="ja-JP" sz="1200" dirty="0"/>
              <a:t>  datasets:</a:t>
            </a:r>
          </a:p>
          <a:p>
            <a:r>
              <a:rPr lang="en-US" altLang="ja-JP" sz="1200" dirty="0"/>
              <a:t>    </a:t>
            </a:r>
            <a:r>
              <a:rPr lang="en-US" altLang="ja-JP" sz="1200" dirty="0" err="1"/>
              <a:t>adsl</a:t>
            </a:r>
            <a:r>
              <a:rPr lang="en-US" altLang="ja-JP" sz="1200" dirty="0"/>
              <a:t>:</a:t>
            </a:r>
          </a:p>
          <a:p>
            <a:r>
              <a:rPr lang="en-US" altLang="ja-JP" sz="1200" dirty="0"/>
              <a:t>      base: "dm"</a:t>
            </a:r>
          </a:p>
          <a:p>
            <a:endParaRPr lang="en-US" altLang="ja-JP" sz="1200" dirty="0"/>
          </a:p>
          <a:p>
            <a:r>
              <a:rPr lang="en-US" altLang="ja-JP" sz="1200" dirty="0"/>
              <a:t>derivations:</a:t>
            </a:r>
          </a:p>
          <a:p>
            <a:r>
              <a:rPr lang="en-US" altLang="ja-JP" sz="1200" dirty="0"/>
              <a:t>  ADSL:</a:t>
            </a:r>
          </a:p>
          <a:p>
            <a:r>
              <a:rPr lang="en-US" altLang="ja-JP" sz="1200" dirty="0"/>
              <a:t>    - id: "</a:t>
            </a:r>
            <a:r>
              <a:rPr lang="en-US" altLang="ja-JP" sz="1200" dirty="0" err="1"/>
              <a:t>AERELFL_from_AE</a:t>
            </a:r>
            <a:r>
              <a:rPr lang="en-US" altLang="ja-JP" sz="1200" dirty="0"/>
              <a:t>"</a:t>
            </a:r>
          </a:p>
          <a:p>
            <a:r>
              <a:rPr lang="en-US" altLang="ja-JP" sz="1200" dirty="0"/>
              <a:t>      method: "admiral::</a:t>
            </a:r>
            <a:r>
              <a:rPr lang="en-US" altLang="ja-JP" sz="1200" dirty="0" err="1"/>
              <a:t>derive_var_merged_exist_flag</a:t>
            </a:r>
            <a:r>
              <a:rPr lang="en-US" altLang="ja-JP" sz="1200" dirty="0"/>
              <a:t>"</a:t>
            </a:r>
          </a:p>
          <a:p>
            <a:r>
              <a:rPr lang="en-US" altLang="ja-JP" sz="1200" dirty="0"/>
              <a:t>      </a:t>
            </a:r>
            <a:r>
              <a:rPr lang="en-US" altLang="ja-JP" sz="1200" dirty="0" err="1"/>
              <a:t>args</a:t>
            </a:r>
            <a:r>
              <a:rPr lang="en-US" altLang="ja-JP" sz="1200" dirty="0"/>
              <a:t>:</a:t>
            </a:r>
          </a:p>
          <a:p>
            <a:r>
              <a:rPr lang="en-US" altLang="ja-JP" sz="1200" dirty="0"/>
              <a:t>        dataset: "dm"</a:t>
            </a:r>
          </a:p>
          <a:p>
            <a:r>
              <a:rPr lang="en-US" altLang="ja-JP" sz="1200" dirty="0"/>
              <a:t>        </a:t>
            </a:r>
            <a:r>
              <a:rPr lang="en-US" altLang="ja-JP" sz="1200" dirty="0" err="1"/>
              <a:t>dataset_add</a:t>
            </a:r>
            <a:r>
              <a:rPr lang="en-US" altLang="ja-JP" sz="1200" dirty="0"/>
              <a:t>: "ae"</a:t>
            </a:r>
          </a:p>
          <a:p>
            <a:r>
              <a:rPr lang="en-US" altLang="ja-JP" sz="1200" dirty="0"/>
              <a:t>        </a:t>
            </a:r>
            <a:r>
              <a:rPr lang="en-US" altLang="ja-JP" sz="1200" dirty="0" err="1"/>
              <a:t>by_vars</a:t>
            </a:r>
            <a:r>
              <a:rPr lang="en-US" altLang="ja-JP" sz="1200" dirty="0"/>
              <a:t>: ["STUDYID", "USUBJID"]</a:t>
            </a:r>
          </a:p>
          <a:p>
            <a:r>
              <a:rPr lang="en-US" altLang="ja-JP" sz="1200" dirty="0"/>
              <a:t>        </a:t>
            </a:r>
            <a:r>
              <a:rPr lang="en-US" altLang="ja-JP" sz="1200" dirty="0" err="1"/>
              <a:t>new_var</a:t>
            </a:r>
            <a:r>
              <a:rPr lang="en-US" altLang="ja-JP" sz="1200" dirty="0"/>
              <a:t>: "AERELFL"</a:t>
            </a:r>
          </a:p>
          <a:p>
            <a:r>
              <a:rPr lang="en-US" altLang="ja-JP" sz="1200" dirty="0"/>
              <a:t>        condition: 'AEREL == "PROBABLE"'</a:t>
            </a:r>
          </a:p>
          <a:p>
            <a:endParaRPr lang="en-US" altLang="ja-JP" sz="1200" dirty="0"/>
          </a:p>
          <a:p>
            <a:r>
              <a:rPr lang="en-US" altLang="ja-JP" sz="1200" dirty="0"/>
              <a:t>    - id: "</a:t>
            </a:r>
            <a:r>
              <a:rPr lang="en-US" altLang="ja-JP" sz="1200" dirty="0" err="1"/>
              <a:t>WTBLHIFL_from_VS</a:t>
            </a:r>
            <a:r>
              <a:rPr lang="en-US" altLang="ja-JP" sz="1200" dirty="0"/>
              <a:t>"</a:t>
            </a:r>
          </a:p>
          <a:p>
            <a:r>
              <a:rPr lang="en-US" altLang="ja-JP" sz="1200" dirty="0"/>
              <a:t>      method: "admiral::</a:t>
            </a:r>
            <a:r>
              <a:rPr lang="en-US" altLang="ja-JP" sz="1200" dirty="0" err="1"/>
              <a:t>derive_var_merged_exist_flag</a:t>
            </a:r>
            <a:r>
              <a:rPr lang="en-US" altLang="ja-JP" sz="1200" dirty="0"/>
              <a:t>"</a:t>
            </a:r>
          </a:p>
          <a:p>
            <a:r>
              <a:rPr lang="en-US" altLang="ja-JP" sz="1200" dirty="0"/>
              <a:t>      </a:t>
            </a:r>
            <a:r>
              <a:rPr lang="en-US" altLang="ja-JP" sz="1200" dirty="0" err="1"/>
              <a:t>args</a:t>
            </a:r>
            <a:r>
              <a:rPr lang="en-US" altLang="ja-JP" sz="1200" dirty="0"/>
              <a:t>:</a:t>
            </a:r>
          </a:p>
          <a:p>
            <a:r>
              <a:rPr lang="en-US" altLang="ja-JP" sz="1200" dirty="0"/>
              <a:t>        dataset: "dm"</a:t>
            </a:r>
          </a:p>
          <a:p>
            <a:r>
              <a:rPr lang="en-US" altLang="ja-JP" sz="1200" dirty="0"/>
              <a:t>        </a:t>
            </a:r>
            <a:r>
              <a:rPr lang="en-US" altLang="ja-JP" sz="1200" dirty="0" err="1"/>
              <a:t>dataset_add</a:t>
            </a:r>
            <a:r>
              <a:rPr lang="en-US" altLang="ja-JP" sz="1200" dirty="0"/>
              <a:t>: "vs"</a:t>
            </a:r>
          </a:p>
          <a:p>
            <a:r>
              <a:rPr lang="en-US" altLang="ja-JP" sz="1200" dirty="0"/>
              <a:t>        </a:t>
            </a:r>
            <a:r>
              <a:rPr lang="en-US" altLang="ja-JP" sz="1200" dirty="0" err="1"/>
              <a:t>by_vars</a:t>
            </a:r>
            <a:r>
              <a:rPr lang="en-US" altLang="ja-JP" sz="1200" dirty="0"/>
              <a:t>: ["STUDYID", "USUBJID"]</a:t>
            </a:r>
          </a:p>
          <a:p>
            <a:r>
              <a:rPr lang="en-US" altLang="ja-JP" sz="1200" dirty="0"/>
              <a:t>        </a:t>
            </a:r>
            <a:r>
              <a:rPr lang="en-US" altLang="ja-JP" sz="1200" dirty="0" err="1"/>
              <a:t>filter_add</a:t>
            </a:r>
            <a:r>
              <a:rPr lang="en-US" altLang="ja-JP" sz="1200" dirty="0"/>
              <a:t>: 'VSTESTCD == "WEIGHT" &amp; VSBLFL == "Y"'</a:t>
            </a:r>
          </a:p>
          <a:p>
            <a:r>
              <a:rPr lang="en-US" altLang="ja-JP" sz="1200" dirty="0"/>
              <a:t>        </a:t>
            </a:r>
            <a:r>
              <a:rPr lang="en-US" altLang="ja-JP" sz="1200" dirty="0" err="1"/>
              <a:t>new_var</a:t>
            </a:r>
            <a:r>
              <a:rPr lang="en-US" altLang="ja-JP" sz="1200" dirty="0"/>
              <a:t>: "WTBLHIFL"</a:t>
            </a:r>
          </a:p>
          <a:p>
            <a:r>
              <a:rPr lang="en-US" altLang="ja-JP" sz="1200" dirty="0"/>
              <a:t>        condition: "VSSTRESN &gt; 90"</a:t>
            </a:r>
          </a:p>
          <a:p>
            <a:r>
              <a:rPr lang="en-US" altLang="ja-JP" sz="1200" dirty="0"/>
              <a:t>        </a:t>
            </a:r>
            <a:r>
              <a:rPr lang="en-US" altLang="ja-JP" sz="1200" dirty="0" err="1"/>
              <a:t>false_value</a:t>
            </a:r>
            <a:r>
              <a:rPr lang="en-US" altLang="ja-JP" sz="1200" dirty="0"/>
              <a:t>: "N"</a:t>
            </a:r>
          </a:p>
          <a:p>
            <a:r>
              <a:rPr lang="en-US" altLang="ja-JP" sz="1200" dirty="0"/>
              <a:t>        </a:t>
            </a:r>
            <a:r>
              <a:rPr lang="en-US" altLang="ja-JP" sz="1200" dirty="0" err="1"/>
              <a:t>missing_value</a:t>
            </a:r>
            <a:r>
              <a:rPr lang="en-US" altLang="ja-JP" sz="1200" dirty="0"/>
              <a:t>: "M"</a:t>
            </a:r>
          </a:p>
        </p:txBody>
      </p:sp>
      <p:sp>
        <p:nvSpPr>
          <p:cNvPr id="12" name="Speech Bubble: Rectangle with Corners Rounded 11">
            <a:extLst>
              <a:ext uri="{FF2B5EF4-FFF2-40B4-BE49-F238E27FC236}">
                <a16:creationId xmlns:a16="http://schemas.microsoft.com/office/drawing/2014/main" id="{B1903108-BD49-0A2C-8291-A6CD732F814E}"/>
              </a:ext>
            </a:extLst>
          </p:cNvPr>
          <p:cNvSpPr/>
          <p:nvPr/>
        </p:nvSpPr>
        <p:spPr>
          <a:xfrm>
            <a:off x="1883160" y="1512722"/>
            <a:ext cx="2302264" cy="886993"/>
          </a:xfrm>
          <a:prstGeom prst="wedgeRoundRectCallout">
            <a:avLst>
              <a:gd name="adj1" fmla="val -70967"/>
              <a:gd name="adj2" fmla="val 46349"/>
              <a:gd name="adj3" fmla="val 16667"/>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ja-JP" altLang="en-US" sz="1200" dirty="0">
                <a:solidFill>
                  <a:schemeClr val="bg1"/>
                </a:solidFill>
              </a:rPr>
              <a:t>読みやすさ・書きやすさ</a:t>
            </a:r>
            <a:endParaRPr kumimoji="1" lang="en-US" altLang="ja-JP" sz="1200" dirty="0">
              <a:solidFill>
                <a:schemeClr val="bg1"/>
              </a:solidFill>
            </a:endParaRPr>
          </a:p>
          <a:p>
            <a:r>
              <a:rPr kumimoji="1" lang="ja-JP" altLang="en-US" sz="1200" dirty="0">
                <a:solidFill>
                  <a:schemeClr val="bg1"/>
                </a:solidFill>
              </a:rPr>
              <a:t>（インデントで階層を表現。</a:t>
            </a:r>
            <a:endParaRPr kumimoji="1" lang="en-US" altLang="ja-JP" sz="1200" dirty="0">
              <a:solidFill>
                <a:schemeClr val="bg1"/>
              </a:solidFill>
            </a:endParaRPr>
          </a:p>
          <a:p>
            <a:r>
              <a:rPr kumimoji="1" lang="ja-JP" altLang="en-US" sz="1200" dirty="0">
                <a:solidFill>
                  <a:schemeClr val="bg1"/>
                </a:solidFill>
              </a:rPr>
              <a:t>括弧やインデントが少ない。</a:t>
            </a:r>
            <a:endParaRPr kumimoji="1" lang="en-US" altLang="ja-JP" sz="1200" dirty="0">
              <a:solidFill>
                <a:schemeClr val="bg1"/>
              </a:solidFill>
            </a:endParaRPr>
          </a:p>
          <a:p>
            <a:r>
              <a:rPr kumimoji="1" lang="ja-JP" altLang="en-US" sz="1200" dirty="0">
                <a:solidFill>
                  <a:schemeClr val="bg1"/>
                </a:solidFill>
              </a:rPr>
              <a:t>複雑なタグ構造がない）</a:t>
            </a:r>
            <a:endParaRPr kumimoji="1" lang="en-US" altLang="ja-JP" sz="1200" dirty="0">
              <a:solidFill>
                <a:schemeClr val="bg1"/>
              </a:solidFill>
            </a:endParaRPr>
          </a:p>
        </p:txBody>
      </p:sp>
      <p:sp>
        <p:nvSpPr>
          <p:cNvPr id="13" name="Speech Bubble: Rectangle with Corners Rounded 12">
            <a:extLst>
              <a:ext uri="{FF2B5EF4-FFF2-40B4-BE49-F238E27FC236}">
                <a16:creationId xmlns:a16="http://schemas.microsoft.com/office/drawing/2014/main" id="{1468D799-4B5D-86C7-1992-42CF55C8DB2E}"/>
              </a:ext>
            </a:extLst>
          </p:cNvPr>
          <p:cNvSpPr/>
          <p:nvPr/>
        </p:nvSpPr>
        <p:spPr>
          <a:xfrm>
            <a:off x="2982334" y="4118853"/>
            <a:ext cx="1203090" cy="392058"/>
          </a:xfrm>
          <a:prstGeom prst="wedgeRoundRectCallout">
            <a:avLst>
              <a:gd name="adj1" fmla="val -65918"/>
              <a:gd name="adj2" fmla="val 58580"/>
              <a:gd name="adj3" fmla="val 16667"/>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altLang="ja-JP" sz="1200" dirty="0">
                <a:solidFill>
                  <a:schemeClr val="bg1"/>
                </a:solidFill>
              </a:rPr>
              <a:t>admiral</a:t>
            </a:r>
            <a:r>
              <a:rPr kumimoji="1" lang="ja-JP" altLang="en-US" sz="1200" dirty="0">
                <a:solidFill>
                  <a:schemeClr val="bg1"/>
                </a:solidFill>
              </a:rPr>
              <a:t>の関数</a:t>
            </a:r>
            <a:endParaRPr kumimoji="1" lang="en-US" altLang="ja-JP" sz="1200" dirty="0">
              <a:solidFill>
                <a:schemeClr val="bg1"/>
              </a:solidFill>
            </a:endParaRPr>
          </a:p>
        </p:txBody>
      </p:sp>
      <p:sp>
        <p:nvSpPr>
          <p:cNvPr id="14" name="Speech Bubble: Rectangle with Corners Rounded 13">
            <a:extLst>
              <a:ext uri="{FF2B5EF4-FFF2-40B4-BE49-F238E27FC236}">
                <a16:creationId xmlns:a16="http://schemas.microsoft.com/office/drawing/2014/main" id="{CC6A0775-4174-5B04-4A01-7C94AEE9919B}"/>
              </a:ext>
            </a:extLst>
          </p:cNvPr>
          <p:cNvSpPr/>
          <p:nvPr/>
        </p:nvSpPr>
        <p:spPr>
          <a:xfrm>
            <a:off x="3212269" y="4953220"/>
            <a:ext cx="1155411" cy="392058"/>
          </a:xfrm>
          <a:prstGeom prst="wedgeRoundRectCallout">
            <a:avLst>
              <a:gd name="adj1" fmla="val -69782"/>
              <a:gd name="adj2" fmla="val 74392"/>
              <a:gd name="adj3" fmla="val 16667"/>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ja-JP" altLang="en-US" sz="1200" dirty="0">
                <a:solidFill>
                  <a:schemeClr val="bg1"/>
                </a:solidFill>
              </a:rPr>
              <a:t>データの抽出</a:t>
            </a:r>
            <a:endParaRPr kumimoji="1" lang="en-US" altLang="ja-JP" sz="1200" dirty="0">
              <a:solidFill>
                <a:schemeClr val="bg1"/>
              </a:solidFill>
            </a:endParaRPr>
          </a:p>
        </p:txBody>
      </p:sp>
      <p:sp>
        <p:nvSpPr>
          <p:cNvPr id="15" name="Speech Bubble: Rectangle with Corners Rounded 14">
            <a:extLst>
              <a:ext uri="{FF2B5EF4-FFF2-40B4-BE49-F238E27FC236}">
                <a16:creationId xmlns:a16="http://schemas.microsoft.com/office/drawing/2014/main" id="{A05DAA9C-93EA-5A97-0345-BC54843E09E4}"/>
              </a:ext>
            </a:extLst>
          </p:cNvPr>
          <p:cNvSpPr/>
          <p:nvPr/>
        </p:nvSpPr>
        <p:spPr>
          <a:xfrm>
            <a:off x="2384861" y="6033572"/>
            <a:ext cx="1155411" cy="392058"/>
          </a:xfrm>
          <a:prstGeom prst="wedgeRoundRectCallout">
            <a:avLst>
              <a:gd name="adj1" fmla="val -68441"/>
              <a:gd name="adj2" fmla="val -56059"/>
              <a:gd name="adj3" fmla="val 16667"/>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ja-JP" altLang="en-US" sz="1200" dirty="0">
                <a:solidFill>
                  <a:schemeClr val="bg1"/>
                </a:solidFill>
              </a:rPr>
              <a:t>フラグの条件</a:t>
            </a:r>
            <a:endParaRPr kumimoji="1" lang="en-US" altLang="ja-JP" sz="1200" dirty="0">
              <a:solidFill>
                <a:schemeClr val="bg1"/>
              </a:solidFill>
            </a:endParaRPr>
          </a:p>
        </p:txBody>
      </p:sp>
      <p:sp>
        <p:nvSpPr>
          <p:cNvPr id="16" name="Text Placeholder 1">
            <a:extLst>
              <a:ext uri="{FF2B5EF4-FFF2-40B4-BE49-F238E27FC236}">
                <a16:creationId xmlns:a16="http://schemas.microsoft.com/office/drawing/2014/main" id="{B8FD7253-E058-9EC0-9508-5CCE2FFF7A41}"/>
              </a:ext>
            </a:extLst>
          </p:cNvPr>
          <p:cNvSpPr txBox="1">
            <a:spLocks/>
          </p:cNvSpPr>
          <p:nvPr/>
        </p:nvSpPr>
        <p:spPr>
          <a:xfrm>
            <a:off x="4425951" y="1124862"/>
            <a:ext cx="7608483" cy="4803240"/>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42900" indent="-342900">
              <a:buFont typeface="+mj-lt"/>
              <a:buAutoNum type="arabicPeriod" startAt="2"/>
            </a:pPr>
            <a:r>
              <a:rPr lang="ja-JP" altLang="en-US" b="1" dirty="0"/>
              <a:t>「</a:t>
            </a:r>
            <a:r>
              <a:rPr lang="en-US" altLang="ja-JP" b="1" dirty="0"/>
              <a:t>R</a:t>
            </a:r>
            <a:r>
              <a:rPr lang="ja-JP" altLang="en-US" b="1" dirty="0"/>
              <a:t>」へのメタデータの読み込み及び適用例</a:t>
            </a:r>
            <a:endParaRPr lang="en-US" altLang="ja-JP" b="1" dirty="0"/>
          </a:p>
          <a:p>
            <a:pPr marL="180000"/>
            <a:r>
              <a:rPr kumimoji="1" lang="en-US" altLang="ja-JP" sz="1400" dirty="0"/>
              <a:t># </a:t>
            </a:r>
            <a:r>
              <a:rPr lang="en-US" altLang="ja-JP" sz="1400" dirty="0"/>
              <a:t>YAML</a:t>
            </a:r>
            <a:r>
              <a:rPr lang="ja-JP" altLang="en-US" sz="1400" dirty="0"/>
              <a:t>ファイルを読み込み、「</a:t>
            </a:r>
            <a:r>
              <a:rPr lang="en-US" altLang="ja-JP" sz="1400" dirty="0"/>
              <a:t>R</a:t>
            </a:r>
            <a:r>
              <a:rPr lang="ja-JP" altLang="en-US" sz="1400" dirty="0"/>
              <a:t>」のリスト形式に変換し、</a:t>
            </a:r>
            <a:r>
              <a:rPr lang="en-US" altLang="ja-JP" sz="1400" dirty="0" err="1"/>
              <a:t>cfg</a:t>
            </a:r>
            <a:r>
              <a:rPr lang="ja-JP" altLang="en-US" sz="1400" dirty="0"/>
              <a:t>に格納</a:t>
            </a:r>
            <a:endParaRPr kumimoji="1" lang="en-US" altLang="ja-JP" sz="1400" dirty="0"/>
          </a:p>
          <a:p>
            <a:pPr marL="180000"/>
            <a:r>
              <a:rPr kumimoji="1" lang="en-US" altLang="ja-JP" sz="1400" b="1" dirty="0" err="1"/>
              <a:t>cfg</a:t>
            </a:r>
            <a:r>
              <a:rPr kumimoji="1" lang="en-US" altLang="ja-JP" sz="1400" b="1" dirty="0"/>
              <a:t> &lt;- </a:t>
            </a:r>
            <a:r>
              <a:rPr kumimoji="1" lang="en-US" altLang="ja-JP" sz="1400" b="1" dirty="0" err="1"/>
              <a:t>yaml</a:t>
            </a:r>
            <a:r>
              <a:rPr kumimoji="1" lang="en-US" altLang="ja-JP" sz="1400" b="1" dirty="0"/>
              <a:t>::</a:t>
            </a:r>
            <a:r>
              <a:rPr kumimoji="1" lang="en-US" altLang="ja-JP" sz="1400" b="1" dirty="0" err="1"/>
              <a:t>read_yaml</a:t>
            </a:r>
            <a:r>
              <a:rPr kumimoji="1" lang="en-US" altLang="ja-JP" sz="1400" b="1" dirty="0"/>
              <a:t>(</a:t>
            </a:r>
            <a:r>
              <a:rPr kumimoji="1" lang="en-US" altLang="ja-JP" sz="1400" b="1" dirty="0" err="1"/>
              <a:t>yaml_file</a:t>
            </a:r>
            <a:r>
              <a:rPr kumimoji="1" lang="en-US" altLang="ja-JP" sz="1400" b="1" dirty="0"/>
              <a:t>)</a:t>
            </a:r>
          </a:p>
          <a:p>
            <a:pPr marL="180000"/>
            <a:endParaRPr kumimoji="1" lang="en-US" altLang="ja-JP" sz="1400" b="1" dirty="0"/>
          </a:p>
          <a:p>
            <a:pPr marL="180000"/>
            <a:r>
              <a:rPr kumimoji="1" lang="en-US" altLang="ja-JP" sz="1400" dirty="0"/>
              <a:t># </a:t>
            </a:r>
            <a:r>
              <a:rPr kumimoji="1" lang="ja-JP" altLang="en-US" sz="1400" dirty="0"/>
              <a:t>この時点で、</a:t>
            </a:r>
            <a:r>
              <a:rPr lang="ja-JP" altLang="en-US" sz="1400" dirty="0"/>
              <a:t>左のメタデータの冒頭部分が「</a:t>
            </a:r>
            <a:r>
              <a:rPr lang="en-US" altLang="ja-JP" sz="1400" dirty="0" err="1"/>
              <a:t>cfg$outputs$datasets$adsl$base</a:t>
            </a:r>
            <a:r>
              <a:rPr lang="ja-JP" altLang="en-US" sz="1400" dirty="0"/>
              <a:t>」で参照可能になる。</a:t>
            </a:r>
            <a:r>
              <a:rPr lang="en-US" altLang="ja-JP" sz="1400" dirty="0" err="1"/>
              <a:t>base_name</a:t>
            </a:r>
            <a:r>
              <a:rPr lang="ja-JP" altLang="en-US" sz="1400" dirty="0"/>
              <a:t>に「</a:t>
            </a:r>
            <a:r>
              <a:rPr lang="en-US" altLang="ja-JP" sz="1400" dirty="0"/>
              <a:t>”dm”</a:t>
            </a:r>
            <a:r>
              <a:rPr lang="ja-JP" altLang="en-US" sz="1400" dirty="0"/>
              <a:t>」を格納。</a:t>
            </a:r>
            <a:endParaRPr lang="en-US" altLang="ja-JP" sz="1400" dirty="0"/>
          </a:p>
          <a:p>
            <a:pPr marL="180000"/>
            <a:r>
              <a:rPr lang="en-US" altLang="ja-JP" sz="1400" b="1" dirty="0" err="1"/>
              <a:t>base_name</a:t>
            </a:r>
            <a:r>
              <a:rPr lang="en-US" altLang="ja-JP" sz="1400" b="1" dirty="0"/>
              <a:t> &lt;- </a:t>
            </a:r>
            <a:r>
              <a:rPr lang="en-US" altLang="ja-JP" sz="1400" b="1" dirty="0" err="1"/>
              <a:t>cfg$outputs$datasets$adsl$base</a:t>
            </a:r>
            <a:endParaRPr lang="en-US" altLang="ja-JP" sz="1400" b="1" dirty="0"/>
          </a:p>
          <a:p>
            <a:pPr marL="180000"/>
            <a:endParaRPr lang="en-US" altLang="ja-JP" sz="1400" b="1" dirty="0"/>
          </a:p>
          <a:p>
            <a:pPr marL="180000"/>
            <a:r>
              <a:rPr lang="en-US" altLang="ja-JP" sz="1400" dirty="0"/>
              <a:t># get()</a:t>
            </a:r>
            <a:r>
              <a:rPr lang="ja-JP" altLang="en-US" sz="1400" dirty="0"/>
              <a:t>を使って「</a:t>
            </a:r>
            <a:r>
              <a:rPr lang="en-US" altLang="ja-JP" sz="1400" dirty="0"/>
              <a:t>R</a:t>
            </a:r>
            <a:r>
              <a:rPr lang="ja-JP" altLang="en-US" sz="1400" dirty="0"/>
              <a:t>」の環境からデータフレームを呼び出す。</a:t>
            </a:r>
            <a:r>
              <a:rPr lang="en-US" altLang="ja-JP" sz="1400" dirty="0"/>
              <a:t>out</a:t>
            </a:r>
            <a:r>
              <a:rPr lang="ja-JP" altLang="en-US" sz="1400" dirty="0"/>
              <a:t>に「</a:t>
            </a:r>
            <a:r>
              <a:rPr lang="en-US" altLang="ja-JP" sz="1400" dirty="0"/>
              <a:t>dm</a:t>
            </a:r>
            <a:r>
              <a:rPr lang="ja-JP" altLang="en-US" sz="1400" dirty="0"/>
              <a:t>」の実データを格納。</a:t>
            </a:r>
            <a:endParaRPr lang="en-US" altLang="ja-JP" sz="1400" dirty="0"/>
          </a:p>
          <a:p>
            <a:pPr marL="180000"/>
            <a:r>
              <a:rPr lang="en-US" altLang="ja-JP" sz="1400" b="1" dirty="0"/>
              <a:t>out &lt;- get(</a:t>
            </a:r>
            <a:r>
              <a:rPr lang="en-US" altLang="ja-JP" sz="1400" b="1" dirty="0" err="1"/>
              <a:t>base_name</a:t>
            </a:r>
            <a:r>
              <a:rPr lang="en-US" altLang="ja-JP" sz="1400" b="1" dirty="0"/>
              <a:t>, </a:t>
            </a:r>
            <a:r>
              <a:rPr lang="en-US" altLang="ja-JP" sz="1400" b="1" dirty="0" err="1"/>
              <a:t>envir</a:t>
            </a:r>
            <a:r>
              <a:rPr lang="en-US" altLang="ja-JP" sz="1400" b="1" dirty="0"/>
              <a:t> = env)</a:t>
            </a:r>
          </a:p>
          <a:p>
            <a:pPr marL="180000"/>
            <a:endParaRPr lang="en-US" altLang="ja-JP" sz="1400" b="1" dirty="0"/>
          </a:p>
          <a:p>
            <a:pPr marL="180000"/>
            <a:r>
              <a:rPr lang="en-US" altLang="ja-JP" sz="1400" dirty="0"/>
              <a:t># derivations</a:t>
            </a:r>
            <a:r>
              <a:rPr lang="ja-JP" altLang="en-US" sz="1400" dirty="0"/>
              <a:t>から</a:t>
            </a:r>
            <a:r>
              <a:rPr lang="en-US" altLang="ja-JP" sz="1400" dirty="0"/>
              <a:t>ADSL</a:t>
            </a:r>
            <a:r>
              <a:rPr lang="ja-JP" altLang="en-US" sz="1400" dirty="0"/>
              <a:t>の導出定義のリストを取り出す </a:t>
            </a:r>
            <a:r>
              <a:rPr lang="en-US" altLang="ja-JP" sz="1400" dirty="0"/>
              <a:t>(</a:t>
            </a:r>
            <a:r>
              <a:rPr lang="ja-JP" altLang="en-US" sz="1400" dirty="0"/>
              <a:t>左記のメタデータは</a:t>
            </a:r>
            <a:r>
              <a:rPr lang="en-US" altLang="ja-JP" sz="1400" dirty="0"/>
              <a:t>2</a:t>
            </a:r>
            <a:r>
              <a:rPr lang="ja-JP" altLang="en-US" sz="1400" dirty="0"/>
              <a:t>つの定義がある</a:t>
            </a:r>
            <a:r>
              <a:rPr lang="en-US" altLang="ja-JP" sz="1400" dirty="0"/>
              <a:t>)</a:t>
            </a:r>
          </a:p>
          <a:p>
            <a:pPr marL="180000"/>
            <a:r>
              <a:rPr lang="en-US" altLang="ja-JP" sz="1400" b="1" dirty="0" err="1"/>
              <a:t>derivs</a:t>
            </a:r>
            <a:r>
              <a:rPr lang="en-US" altLang="ja-JP" sz="1400" b="1" dirty="0"/>
              <a:t> &lt;- </a:t>
            </a:r>
            <a:r>
              <a:rPr lang="en-US" altLang="ja-JP" sz="1400" b="1" dirty="0" err="1"/>
              <a:t>cfg$derivations$ADSL</a:t>
            </a:r>
            <a:endParaRPr lang="en-US" altLang="ja-JP" sz="1400" b="1" dirty="0"/>
          </a:p>
          <a:p>
            <a:pPr marL="180000"/>
            <a:endParaRPr lang="en-US" altLang="ja-JP" sz="1400" dirty="0"/>
          </a:p>
          <a:p>
            <a:pPr marL="180000"/>
            <a:r>
              <a:rPr lang="en-US" altLang="ja-JP" sz="1400" dirty="0"/>
              <a:t># YAML</a:t>
            </a:r>
            <a:r>
              <a:rPr lang="ja-JP" altLang="en-US" sz="1400" dirty="0"/>
              <a:t>に書かれた順番に導出処理を適用 </a:t>
            </a:r>
            <a:r>
              <a:rPr lang="en-US" altLang="ja-JP" sz="1400" dirty="0"/>
              <a:t>※</a:t>
            </a:r>
            <a:r>
              <a:rPr lang="en-US" altLang="ja-JP" sz="1400" b="1" dirty="0" err="1"/>
              <a:t>apply_one_derivation</a:t>
            </a:r>
            <a:r>
              <a:rPr lang="ja-JP" altLang="en-US" sz="1400" dirty="0"/>
              <a:t>は次のページに記載</a:t>
            </a:r>
            <a:endParaRPr lang="en-US" altLang="ja-JP" sz="1400" dirty="0"/>
          </a:p>
          <a:p>
            <a:pPr marL="180000"/>
            <a:r>
              <a:rPr lang="en-US" altLang="ja-JP" sz="1400" b="1" dirty="0"/>
              <a:t>for (</a:t>
            </a:r>
            <a:r>
              <a:rPr lang="en-US" altLang="ja-JP" sz="1400" b="1" dirty="0" err="1"/>
              <a:t>deriv</a:t>
            </a:r>
            <a:r>
              <a:rPr lang="en-US" altLang="ja-JP" sz="1400" b="1" dirty="0"/>
              <a:t> in </a:t>
            </a:r>
            <a:r>
              <a:rPr lang="en-US" altLang="ja-JP" sz="1400" b="1" dirty="0" err="1"/>
              <a:t>derivs</a:t>
            </a:r>
            <a:r>
              <a:rPr lang="en-US" altLang="ja-JP" sz="1400" b="1" dirty="0"/>
              <a:t>) out &lt;- </a:t>
            </a:r>
            <a:r>
              <a:rPr lang="en-US" altLang="ja-JP" sz="1400" b="1" dirty="0" err="1"/>
              <a:t>apply_one_derivation</a:t>
            </a:r>
            <a:r>
              <a:rPr lang="en-US" altLang="ja-JP" sz="1400" b="1" dirty="0"/>
              <a:t>(out, </a:t>
            </a:r>
            <a:r>
              <a:rPr lang="en-US" altLang="ja-JP" sz="1400" b="1" dirty="0" err="1"/>
              <a:t>deriv</a:t>
            </a:r>
            <a:r>
              <a:rPr lang="en-US" altLang="ja-JP" sz="1400" b="1" dirty="0"/>
              <a:t>, env)</a:t>
            </a:r>
          </a:p>
          <a:p>
            <a:endParaRPr lang="ja-JP" altLang="en-US" sz="1400" b="1" dirty="0"/>
          </a:p>
        </p:txBody>
      </p:sp>
    </p:spTree>
    <p:extLst>
      <p:ext uri="{BB962C8B-B14F-4D97-AF65-F5344CB8AC3E}">
        <p14:creationId xmlns:p14="http://schemas.microsoft.com/office/powerpoint/2010/main" val="168977661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73F11EC-DBF1-16FE-B7FE-EBEB622BFE73}"/>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33AEE41A-2D1C-9D88-8B60-C27F64FCC9EC}"/>
              </a:ext>
            </a:extLst>
          </p:cNvPr>
          <p:cNvSpPr>
            <a:spLocks noGrp="1"/>
          </p:cNvSpPr>
          <p:nvPr>
            <p:ph type="title"/>
          </p:nvPr>
        </p:nvSpPr>
        <p:spPr/>
        <p:txBody>
          <a:bodyPr/>
          <a:lstStyle/>
          <a:p>
            <a:r>
              <a:rPr lang="ja-JP" altLang="en-US" dirty="0"/>
              <a:t>実装例</a:t>
            </a:r>
            <a:r>
              <a:rPr lang="en-US" altLang="ja-JP" dirty="0"/>
              <a:t>2</a:t>
            </a:r>
            <a:r>
              <a:rPr lang="ja-JP" altLang="en-US" dirty="0"/>
              <a:t>（続き）</a:t>
            </a:r>
            <a:endParaRPr kumimoji="1" lang="ja-JP" altLang="en-US" dirty="0"/>
          </a:p>
        </p:txBody>
      </p:sp>
      <p:sp>
        <p:nvSpPr>
          <p:cNvPr id="5" name="Slide Number Placeholder 4">
            <a:extLst>
              <a:ext uri="{FF2B5EF4-FFF2-40B4-BE49-F238E27FC236}">
                <a16:creationId xmlns:a16="http://schemas.microsoft.com/office/drawing/2014/main" id="{C1885FD4-57BA-2374-D363-22E89EEE6B17}"/>
              </a:ext>
            </a:extLst>
          </p:cNvPr>
          <p:cNvSpPr>
            <a:spLocks noGrp="1"/>
          </p:cNvSpPr>
          <p:nvPr>
            <p:ph type="sldNum" sz="quarter" idx="4"/>
          </p:nvPr>
        </p:nvSpPr>
        <p:spPr/>
        <p:txBody>
          <a:bodyPr/>
          <a:lstStyle/>
          <a:p>
            <a:pPr defTabSz="1218810"/>
            <a:fld id="{E9B57936-92EF-4126-AE48-1D9D36D15E98}" type="slidenum">
              <a:rPr lang="ja-JP" altLang="en-US" smtClean="0"/>
              <a:pPr defTabSz="1218810"/>
              <a:t>20</a:t>
            </a:fld>
            <a:endParaRPr lang="ja-JP" altLang="en-US"/>
          </a:p>
        </p:txBody>
      </p:sp>
      <p:sp>
        <p:nvSpPr>
          <p:cNvPr id="7" name="Text Placeholder 1">
            <a:extLst>
              <a:ext uri="{FF2B5EF4-FFF2-40B4-BE49-F238E27FC236}">
                <a16:creationId xmlns:a16="http://schemas.microsoft.com/office/drawing/2014/main" id="{7FBA017F-A224-5C2C-4458-18424F2C9E1D}"/>
              </a:ext>
            </a:extLst>
          </p:cNvPr>
          <p:cNvSpPr>
            <a:spLocks noGrp="1"/>
          </p:cNvSpPr>
          <p:nvPr>
            <p:ph type="body" sz="quarter" idx="15"/>
          </p:nvPr>
        </p:nvSpPr>
        <p:spPr>
          <a:xfrm>
            <a:off x="4734733" y="1102385"/>
            <a:ext cx="7146116" cy="5328857"/>
          </a:xfrm>
        </p:spPr>
        <p:txBody>
          <a:bodyPr>
            <a:normAutofit/>
          </a:bodyPr>
          <a:lstStyle/>
          <a:p>
            <a:pPr marL="342900" indent="-342900">
              <a:buFont typeface="+mj-lt"/>
              <a:buAutoNum type="arabicPeriod" startAt="3"/>
            </a:pPr>
            <a:r>
              <a:rPr kumimoji="1" lang="en-US" altLang="ja-JP" b="1" dirty="0"/>
              <a:t>YAML</a:t>
            </a:r>
            <a:r>
              <a:rPr kumimoji="1" lang="ja-JP" altLang="en-US" b="1" dirty="0"/>
              <a:t>の中身を解釈・実行</a:t>
            </a:r>
            <a:endParaRPr kumimoji="1" lang="en-US" altLang="ja-JP" b="1" dirty="0"/>
          </a:p>
          <a:p>
            <a:pPr marL="180000" lvl="1"/>
            <a:r>
              <a:rPr kumimoji="1" lang="en-US" altLang="ja-JP" dirty="0"/>
              <a:t># </a:t>
            </a:r>
            <a:r>
              <a:rPr kumimoji="1" lang="ja-JP" altLang="en-US" dirty="0"/>
              <a:t>適用する</a:t>
            </a:r>
            <a:r>
              <a:rPr kumimoji="1" lang="en-US" altLang="ja-JP" dirty="0"/>
              <a:t>admiral</a:t>
            </a:r>
            <a:r>
              <a:rPr kumimoji="1" lang="ja-JP" altLang="en-US" dirty="0"/>
              <a:t>の関数を</a:t>
            </a:r>
            <a:r>
              <a:rPr kumimoji="1" lang="en-US" altLang="ja-JP" dirty="0"/>
              <a:t>method</a:t>
            </a:r>
            <a:r>
              <a:rPr kumimoji="1" lang="ja-JP" altLang="en-US" dirty="0"/>
              <a:t>から取得</a:t>
            </a:r>
            <a:endParaRPr kumimoji="1" lang="en-US" altLang="ja-JP" dirty="0"/>
          </a:p>
          <a:p>
            <a:pPr marL="180000" lvl="1"/>
            <a:r>
              <a:rPr kumimoji="1" lang="en-US" altLang="ja-JP" b="1" dirty="0" err="1"/>
              <a:t>func</a:t>
            </a:r>
            <a:r>
              <a:rPr kumimoji="1" lang="en-US" altLang="ja-JP" b="1" dirty="0"/>
              <a:t> &lt;- </a:t>
            </a:r>
            <a:r>
              <a:rPr kumimoji="1" lang="en-US" altLang="ja-JP" b="1" dirty="0" err="1"/>
              <a:t>resolve_fun</a:t>
            </a:r>
            <a:r>
              <a:rPr kumimoji="1" lang="en-US" altLang="ja-JP" b="1" dirty="0"/>
              <a:t>(</a:t>
            </a:r>
            <a:r>
              <a:rPr kumimoji="1" lang="en-US" altLang="ja-JP" b="1" dirty="0" err="1"/>
              <a:t>deriv$method</a:t>
            </a:r>
            <a:r>
              <a:rPr kumimoji="1" lang="en-US" altLang="ja-JP" b="1" dirty="0"/>
              <a:t>)</a:t>
            </a:r>
          </a:p>
          <a:p>
            <a:pPr marL="180000" lvl="1"/>
            <a:endParaRPr kumimoji="1" lang="en-US" altLang="ja-JP" b="1" dirty="0"/>
          </a:p>
          <a:p>
            <a:pPr marL="180000" lvl="1"/>
            <a:r>
              <a:rPr lang="en-US" altLang="ja-JP" dirty="0"/>
              <a:t># </a:t>
            </a:r>
            <a:r>
              <a:rPr lang="en-US" altLang="ja-JP" dirty="0" err="1"/>
              <a:t>args</a:t>
            </a:r>
            <a:r>
              <a:rPr lang="ja-JP" altLang="en-US" dirty="0"/>
              <a:t>を取り出し、文字列→実オブジェクト・式に変換</a:t>
            </a:r>
            <a:endParaRPr kumimoji="1" lang="en-US" altLang="ja-JP" dirty="0"/>
          </a:p>
          <a:p>
            <a:pPr marL="180000" lvl="1"/>
            <a:r>
              <a:rPr kumimoji="1" lang="en-US" altLang="ja-JP" b="1" dirty="0" err="1"/>
              <a:t>args</a:t>
            </a:r>
            <a:r>
              <a:rPr kumimoji="1" lang="en-US" altLang="ja-JP" b="1" dirty="0"/>
              <a:t> &lt;- </a:t>
            </a:r>
            <a:r>
              <a:rPr kumimoji="1" lang="en-US" altLang="ja-JP" b="1" dirty="0" err="1"/>
              <a:t>deriv$args</a:t>
            </a:r>
            <a:endParaRPr kumimoji="1" lang="en-US" altLang="ja-JP" b="1" dirty="0"/>
          </a:p>
          <a:p>
            <a:pPr marL="180000" lvl="1"/>
            <a:endParaRPr kumimoji="1" lang="en-US" altLang="ja-JP" b="1" dirty="0"/>
          </a:p>
          <a:p>
            <a:pPr marL="180000" lvl="1"/>
            <a:r>
              <a:rPr kumimoji="1" lang="en-US" altLang="ja-JP" b="1" dirty="0" err="1"/>
              <a:t>args$dataset_add</a:t>
            </a:r>
            <a:r>
              <a:rPr kumimoji="1" lang="en-US" altLang="ja-JP" b="1" dirty="0"/>
              <a:t> &lt;- get(</a:t>
            </a:r>
            <a:r>
              <a:rPr kumimoji="1" lang="en-US" altLang="ja-JP" b="1" dirty="0" err="1"/>
              <a:t>args$dataset_add</a:t>
            </a:r>
            <a:r>
              <a:rPr kumimoji="1" lang="en-US" altLang="ja-JP" b="1" dirty="0"/>
              <a:t>, </a:t>
            </a:r>
            <a:r>
              <a:rPr kumimoji="1" lang="en-US" altLang="ja-JP" b="1" dirty="0" err="1"/>
              <a:t>envir</a:t>
            </a:r>
            <a:r>
              <a:rPr kumimoji="1" lang="en-US" altLang="ja-JP" b="1" dirty="0"/>
              <a:t> = env)</a:t>
            </a:r>
          </a:p>
          <a:p>
            <a:pPr marL="180000" lvl="1"/>
            <a:r>
              <a:rPr kumimoji="1" lang="en-US" altLang="ja-JP" b="1" dirty="0" err="1"/>
              <a:t>args$by_vars</a:t>
            </a:r>
            <a:r>
              <a:rPr kumimoji="1" lang="en-US" altLang="ja-JP" b="1" dirty="0"/>
              <a:t> &lt;- </a:t>
            </a:r>
            <a:r>
              <a:rPr kumimoji="1" lang="en-US" altLang="ja-JP" b="1" dirty="0" err="1"/>
              <a:t>as_exprs</a:t>
            </a:r>
            <a:r>
              <a:rPr kumimoji="1" lang="en-US" altLang="ja-JP" b="1" dirty="0"/>
              <a:t>(</a:t>
            </a:r>
            <a:r>
              <a:rPr kumimoji="1" lang="en-US" altLang="ja-JP" b="1" dirty="0" err="1"/>
              <a:t>args$by_vars</a:t>
            </a:r>
            <a:r>
              <a:rPr kumimoji="1" lang="en-US" altLang="ja-JP" b="1" dirty="0"/>
              <a:t>)</a:t>
            </a:r>
          </a:p>
          <a:p>
            <a:pPr marL="180000" lvl="1"/>
            <a:endParaRPr kumimoji="1" lang="en-US" altLang="ja-JP" b="1" dirty="0"/>
          </a:p>
          <a:p>
            <a:pPr marL="180000" lvl="1"/>
            <a:r>
              <a:rPr kumimoji="1" lang="en-US" altLang="ja-JP" b="1" dirty="0"/>
              <a:t>if (!</a:t>
            </a:r>
            <a:r>
              <a:rPr kumimoji="1" lang="en-US" altLang="ja-JP" b="1" dirty="0" err="1"/>
              <a:t>is.null</a:t>
            </a:r>
            <a:r>
              <a:rPr kumimoji="1" lang="en-US" altLang="ja-JP" b="1" dirty="0"/>
              <a:t>(</a:t>
            </a:r>
            <a:r>
              <a:rPr kumimoji="1" lang="en-US" altLang="ja-JP" b="1" dirty="0" err="1"/>
              <a:t>args$condition</a:t>
            </a:r>
            <a:r>
              <a:rPr kumimoji="1" lang="en-US" altLang="ja-JP" b="1" dirty="0"/>
              <a:t>))  </a:t>
            </a:r>
            <a:r>
              <a:rPr kumimoji="1" lang="en-US" altLang="ja-JP" b="1" dirty="0" err="1"/>
              <a:t>args$condition</a:t>
            </a:r>
            <a:r>
              <a:rPr kumimoji="1" lang="en-US" altLang="ja-JP" b="1" dirty="0"/>
              <a:t>  &lt;- </a:t>
            </a:r>
            <a:r>
              <a:rPr kumimoji="1" lang="en-US" altLang="ja-JP" b="1" dirty="0" err="1"/>
              <a:t>as_opt_expr</a:t>
            </a:r>
            <a:r>
              <a:rPr kumimoji="1" lang="en-US" altLang="ja-JP" b="1" dirty="0"/>
              <a:t>(</a:t>
            </a:r>
            <a:r>
              <a:rPr kumimoji="1" lang="en-US" altLang="ja-JP" b="1" dirty="0" err="1"/>
              <a:t>args$condition</a:t>
            </a:r>
            <a:r>
              <a:rPr kumimoji="1" lang="en-US" altLang="ja-JP" b="1" dirty="0"/>
              <a:t>)</a:t>
            </a:r>
          </a:p>
          <a:p>
            <a:pPr marL="180000" lvl="1"/>
            <a:r>
              <a:rPr kumimoji="1" lang="en-US" altLang="ja-JP" b="1" dirty="0"/>
              <a:t>if (!</a:t>
            </a:r>
            <a:r>
              <a:rPr kumimoji="1" lang="en-US" altLang="ja-JP" b="1" dirty="0" err="1"/>
              <a:t>is.null</a:t>
            </a:r>
            <a:r>
              <a:rPr kumimoji="1" lang="en-US" altLang="ja-JP" b="1" dirty="0"/>
              <a:t>(</a:t>
            </a:r>
            <a:r>
              <a:rPr kumimoji="1" lang="en-US" altLang="ja-JP" b="1" dirty="0" err="1"/>
              <a:t>args$filter_add</a:t>
            </a:r>
            <a:r>
              <a:rPr kumimoji="1" lang="en-US" altLang="ja-JP" b="1" dirty="0"/>
              <a:t>)) </a:t>
            </a:r>
            <a:r>
              <a:rPr kumimoji="1" lang="en-US" altLang="ja-JP" b="1" dirty="0" err="1"/>
              <a:t>args$filter_add</a:t>
            </a:r>
            <a:r>
              <a:rPr kumimoji="1" lang="en-US" altLang="ja-JP" b="1" dirty="0"/>
              <a:t> &lt;- </a:t>
            </a:r>
            <a:r>
              <a:rPr kumimoji="1" lang="en-US" altLang="ja-JP" b="1" dirty="0" err="1"/>
              <a:t>as_opt_expr</a:t>
            </a:r>
            <a:r>
              <a:rPr kumimoji="1" lang="en-US" altLang="ja-JP" b="1" dirty="0"/>
              <a:t>(</a:t>
            </a:r>
            <a:r>
              <a:rPr kumimoji="1" lang="en-US" altLang="ja-JP" b="1" dirty="0" err="1"/>
              <a:t>args$filter_add</a:t>
            </a:r>
            <a:r>
              <a:rPr kumimoji="1" lang="en-US" altLang="ja-JP" b="1" dirty="0"/>
              <a:t>)</a:t>
            </a:r>
          </a:p>
          <a:p>
            <a:pPr marL="180000" lvl="1"/>
            <a:endParaRPr kumimoji="1" lang="en-US" altLang="ja-JP" b="1" dirty="0"/>
          </a:p>
          <a:p>
            <a:pPr marL="180000" lvl="1"/>
            <a:r>
              <a:rPr kumimoji="1" lang="en-US" altLang="ja-JP" b="1" dirty="0"/>
              <a:t>if (!</a:t>
            </a:r>
            <a:r>
              <a:rPr kumimoji="1" lang="en-US" altLang="ja-JP" b="1" dirty="0" err="1"/>
              <a:t>is.null</a:t>
            </a:r>
            <a:r>
              <a:rPr kumimoji="1" lang="en-US" altLang="ja-JP" b="1" dirty="0"/>
              <a:t>(</a:t>
            </a:r>
            <a:r>
              <a:rPr kumimoji="1" lang="en-US" altLang="ja-JP" b="1" dirty="0" err="1"/>
              <a:t>args$new_var</a:t>
            </a:r>
            <a:r>
              <a:rPr kumimoji="1" lang="en-US" altLang="ja-JP" b="1" dirty="0"/>
              <a:t>) &amp;&amp; </a:t>
            </a:r>
            <a:r>
              <a:rPr kumimoji="1" lang="en-US" altLang="ja-JP" b="1" dirty="0" err="1"/>
              <a:t>is.character</a:t>
            </a:r>
            <a:r>
              <a:rPr kumimoji="1" lang="en-US" altLang="ja-JP" b="1" dirty="0"/>
              <a:t>(</a:t>
            </a:r>
            <a:r>
              <a:rPr kumimoji="1" lang="en-US" altLang="ja-JP" b="1" dirty="0" err="1"/>
              <a:t>args$new_var</a:t>
            </a:r>
            <a:r>
              <a:rPr kumimoji="1" lang="en-US" altLang="ja-JP" b="1" dirty="0"/>
              <a:t>)) {</a:t>
            </a:r>
          </a:p>
          <a:p>
            <a:pPr marL="180000" lvl="1"/>
            <a:r>
              <a:rPr kumimoji="1" lang="en-US" altLang="ja-JP" b="1" dirty="0"/>
              <a:t>  </a:t>
            </a:r>
            <a:r>
              <a:rPr kumimoji="1" lang="en-US" altLang="ja-JP" b="1" dirty="0" err="1"/>
              <a:t>args$new_var</a:t>
            </a:r>
            <a:r>
              <a:rPr kumimoji="1" lang="en-US" altLang="ja-JP" b="1" dirty="0"/>
              <a:t> &lt;- </a:t>
            </a:r>
            <a:r>
              <a:rPr kumimoji="1" lang="en-US" altLang="ja-JP" b="1" dirty="0" err="1"/>
              <a:t>sym</a:t>
            </a:r>
            <a:r>
              <a:rPr kumimoji="1" lang="en-US" altLang="ja-JP" b="1" dirty="0"/>
              <a:t>(</a:t>
            </a:r>
            <a:r>
              <a:rPr kumimoji="1" lang="en-US" altLang="ja-JP" b="1" dirty="0" err="1"/>
              <a:t>args$new_var</a:t>
            </a:r>
            <a:r>
              <a:rPr kumimoji="1" lang="en-US" altLang="ja-JP" b="1" dirty="0"/>
              <a:t>)</a:t>
            </a:r>
          </a:p>
          <a:p>
            <a:pPr marL="180000" lvl="1"/>
            <a:r>
              <a:rPr kumimoji="1" lang="en-US" altLang="ja-JP" b="1" dirty="0"/>
              <a:t>}</a:t>
            </a:r>
          </a:p>
          <a:p>
            <a:pPr marL="180000" lvl="1"/>
            <a:endParaRPr lang="en-US" altLang="ja-JP" b="1" dirty="0"/>
          </a:p>
          <a:p>
            <a:pPr marL="180000" lvl="1"/>
            <a:r>
              <a:rPr lang="en-US" altLang="ja-JP" dirty="0"/>
              <a:t># </a:t>
            </a:r>
            <a:r>
              <a:rPr lang="ja-JP" altLang="en-US" dirty="0"/>
              <a:t>引数を渡して実行</a:t>
            </a:r>
            <a:endParaRPr lang="en-US" altLang="ja-JP" dirty="0"/>
          </a:p>
          <a:p>
            <a:pPr marL="180000" lvl="1"/>
            <a:r>
              <a:rPr kumimoji="1" lang="en-US" altLang="ja-JP" b="1" dirty="0" err="1"/>
              <a:t>args$dataset</a:t>
            </a:r>
            <a:r>
              <a:rPr kumimoji="1" lang="en-US" altLang="ja-JP" b="1" dirty="0"/>
              <a:t> &lt;- data</a:t>
            </a:r>
          </a:p>
          <a:p>
            <a:pPr marL="180000" lvl="1"/>
            <a:r>
              <a:rPr kumimoji="1" lang="en-US" altLang="ja-JP" b="1" dirty="0" err="1"/>
              <a:t>do.call</a:t>
            </a:r>
            <a:r>
              <a:rPr kumimoji="1" lang="en-US" altLang="ja-JP" b="1" dirty="0"/>
              <a:t>(</a:t>
            </a:r>
            <a:r>
              <a:rPr kumimoji="1" lang="en-US" altLang="ja-JP" b="1" dirty="0" err="1"/>
              <a:t>func</a:t>
            </a:r>
            <a:r>
              <a:rPr kumimoji="1" lang="en-US" altLang="ja-JP" b="1" dirty="0"/>
              <a:t>, </a:t>
            </a:r>
            <a:r>
              <a:rPr kumimoji="1" lang="en-US" altLang="ja-JP" b="1" dirty="0" err="1"/>
              <a:t>args</a:t>
            </a:r>
            <a:r>
              <a:rPr kumimoji="1" lang="en-US" altLang="ja-JP" b="1" dirty="0"/>
              <a:t>)</a:t>
            </a:r>
          </a:p>
          <a:p>
            <a:pPr lvl="1"/>
            <a:endParaRPr kumimoji="1" lang="en-US" altLang="ja-JP" dirty="0"/>
          </a:p>
          <a:p>
            <a:pPr marL="285750" indent="-285750">
              <a:buFont typeface="Arial" panose="020B0604020202020204" pitchFamily="34" charset="0"/>
              <a:buChar char="•"/>
            </a:pPr>
            <a:endParaRPr kumimoji="1" lang="ja-JP" altLang="en-US" dirty="0"/>
          </a:p>
        </p:txBody>
      </p:sp>
      <p:sp>
        <p:nvSpPr>
          <p:cNvPr id="8" name="TextBox 7">
            <a:extLst>
              <a:ext uri="{FF2B5EF4-FFF2-40B4-BE49-F238E27FC236}">
                <a16:creationId xmlns:a16="http://schemas.microsoft.com/office/drawing/2014/main" id="{8B1FFAD1-C625-58EB-18CD-5264A9149F69}"/>
              </a:ext>
            </a:extLst>
          </p:cNvPr>
          <p:cNvSpPr txBox="1"/>
          <p:nvPr/>
        </p:nvSpPr>
        <p:spPr>
          <a:xfrm>
            <a:off x="540703" y="1361671"/>
            <a:ext cx="3885248" cy="5078313"/>
          </a:xfrm>
          <a:prstGeom prst="rect">
            <a:avLst/>
          </a:prstGeom>
          <a:noFill/>
          <a:ln>
            <a:solidFill>
              <a:schemeClr val="accent1"/>
            </a:solidFill>
          </a:ln>
        </p:spPr>
        <p:txBody>
          <a:bodyPr wrap="square">
            <a:spAutoFit/>
          </a:bodyPr>
          <a:lstStyle/>
          <a:p>
            <a:r>
              <a:rPr lang="en-US" altLang="ja-JP" sz="1200" dirty="0"/>
              <a:t>outputs:</a:t>
            </a:r>
          </a:p>
          <a:p>
            <a:r>
              <a:rPr lang="en-US" altLang="ja-JP" sz="1200" dirty="0"/>
              <a:t>  datasets:</a:t>
            </a:r>
          </a:p>
          <a:p>
            <a:r>
              <a:rPr lang="en-US" altLang="ja-JP" sz="1200" dirty="0"/>
              <a:t>    </a:t>
            </a:r>
            <a:r>
              <a:rPr lang="en-US" altLang="ja-JP" sz="1200" dirty="0" err="1"/>
              <a:t>adsl</a:t>
            </a:r>
            <a:r>
              <a:rPr lang="en-US" altLang="ja-JP" sz="1200" dirty="0"/>
              <a:t>:</a:t>
            </a:r>
          </a:p>
          <a:p>
            <a:r>
              <a:rPr lang="en-US" altLang="ja-JP" sz="1200" dirty="0"/>
              <a:t>      base: "dm"</a:t>
            </a:r>
          </a:p>
          <a:p>
            <a:endParaRPr lang="en-US" altLang="ja-JP" sz="1200" dirty="0"/>
          </a:p>
          <a:p>
            <a:r>
              <a:rPr lang="en-US" altLang="ja-JP" sz="1200" dirty="0"/>
              <a:t>derivations:</a:t>
            </a:r>
          </a:p>
          <a:p>
            <a:r>
              <a:rPr lang="en-US" altLang="ja-JP" sz="1200" dirty="0"/>
              <a:t>  ADSL:</a:t>
            </a:r>
          </a:p>
          <a:p>
            <a:r>
              <a:rPr lang="en-US" altLang="ja-JP" sz="1200" dirty="0"/>
              <a:t>    - id: "</a:t>
            </a:r>
            <a:r>
              <a:rPr lang="en-US" altLang="ja-JP" sz="1200" dirty="0" err="1"/>
              <a:t>AERELFL_from_AE</a:t>
            </a:r>
            <a:r>
              <a:rPr lang="en-US" altLang="ja-JP" sz="1200" dirty="0"/>
              <a:t>"</a:t>
            </a:r>
          </a:p>
          <a:p>
            <a:r>
              <a:rPr lang="en-US" altLang="ja-JP" sz="1200" dirty="0"/>
              <a:t>      method: "admiral::</a:t>
            </a:r>
            <a:r>
              <a:rPr lang="en-US" altLang="ja-JP" sz="1200" dirty="0" err="1"/>
              <a:t>derive_var_merged_exist_flag</a:t>
            </a:r>
            <a:r>
              <a:rPr lang="en-US" altLang="ja-JP" sz="1200" dirty="0"/>
              <a:t>"</a:t>
            </a:r>
          </a:p>
          <a:p>
            <a:r>
              <a:rPr lang="en-US" altLang="ja-JP" sz="1200" dirty="0"/>
              <a:t>      </a:t>
            </a:r>
            <a:r>
              <a:rPr lang="en-US" altLang="ja-JP" sz="1200" dirty="0" err="1"/>
              <a:t>args</a:t>
            </a:r>
            <a:r>
              <a:rPr lang="en-US" altLang="ja-JP" sz="1200" dirty="0"/>
              <a:t>:</a:t>
            </a:r>
          </a:p>
          <a:p>
            <a:r>
              <a:rPr lang="en-US" altLang="ja-JP" sz="1200" dirty="0"/>
              <a:t>        dataset: "dm"</a:t>
            </a:r>
          </a:p>
          <a:p>
            <a:r>
              <a:rPr lang="en-US" altLang="ja-JP" sz="1200" dirty="0"/>
              <a:t>        </a:t>
            </a:r>
            <a:r>
              <a:rPr lang="en-US" altLang="ja-JP" sz="1200" dirty="0" err="1"/>
              <a:t>dataset_add</a:t>
            </a:r>
            <a:r>
              <a:rPr lang="en-US" altLang="ja-JP" sz="1200" dirty="0"/>
              <a:t>: "ae"</a:t>
            </a:r>
          </a:p>
          <a:p>
            <a:r>
              <a:rPr lang="en-US" altLang="ja-JP" sz="1200" dirty="0"/>
              <a:t>        </a:t>
            </a:r>
            <a:r>
              <a:rPr lang="en-US" altLang="ja-JP" sz="1200" dirty="0" err="1"/>
              <a:t>by_vars</a:t>
            </a:r>
            <a:r>
              <a:rPr lang="en-US" altLang="ja-JP" sz="1200" dirty="0"/>
              <a:t>: ["STUDYID", "USUBJID"]</a:t>
            </a:r>
          </a:p>
          <a:p>
            <a:r>
              <a:rPr lang="en-US" altLang="ja-JP" sz="1200" dirty="0"/>
              <a:t>        </a:t>
            </a:r>
            <a:r>
              <a:rPr lang="en-US" altLang="ja-JP" sz="1200" dirty="0" err="1"/>
              <a:t>new_var</a:t>
            </a:r>
            <a:r>
              <a:rPr lang="en-US" altLang="ja-JP" sz="1200" dirty="0"/>
              <a:t>: "AERELFL"</a:t>
            </a:r>
          </a:p>
          <a:p>
            <a:r>
              <a:rPr lang="en-US" altLang="ja-JP" sz="1200" dirty="0"/>
              <a:t>        condition: 'AEREL == "PROBABLE"'</a:t>
            </a:r>
          </a:p>
          <a:p>
            <a:endParaRPr lang="en-US" altLang="ja-JP" sz="1200" dirty="0"/>
          </a:p>
          <a:p>
            <a:r>
              <a:rPr lang="en-US" altLang="ja-JP" sz="1200" dirty="0"/>
              <a:t>    - id: "</a:t>
            </a:r>
            <a:r>
              <a:rPr lang="en-US" altLang="ja-JP" sz="1200" dirty="0" err="1"/>
              <a:t>WTBLHIFL_from_VS</a:t>
            </a:r>
            <a:r>
              <a:rPr lang="en-US" altLang="ja-JP" sz="1200" dirty="0"/>
              <a:t>"</a:t>
            </a:r>
          </a:p>
          <a:p>
            <a:r>
              <a:rPr lang="en-US" altLang="ja-JP" sz="1200" dirty="0"/>
              <a:t>      method: "admiral::</a:t>
            </a:r>
            <a:r>
              <a:rPr lang="en-US" altLang="ja-JP" sz="1200" dirty="0" err="1"/>
              <a:t>derive_var_merged_exist_flag</a:t>
            </a:r>
            <a:r>
              <a:rPr lang="en-US" altLang="ja-JP" sz="1200" dirty="0"/>
              <a:t>"</a:t>
            </a:r>
          </a:p>
          <a:p>
            <a:r>
              <a:rPr lang="en-US" altLang="ja-JP" sz="1200" dirty="0"/>
              <a:t>      </a:t>
            </a:r>
            <a:r>
              <a:rPr lang="en-US" altLang="ja-JP" sz="1200" dirty="0" err="1"/>
              <a:t>args</a:t>
            </a:r>
            <a:r>
              <a:rPr lang="en-US" altLang="ja-JP" sz="1200" dirty="0"/>
              <a:t>:</a:t>
            </a:r>
          </a:p>
          <a:p>
            <a:r>
              <a:rPr lang="en-US" altLang="ja-JP" sz="1200" dirty="0"/>
              <a:t>        dataset: "dm"</a:t>
            </a:r>
          </a:p>
          <a:p>
            <a:r>
              <a:rPr lang="en-US" altLang="ja-JP" sz="1200" dirty="0"/>
              <a:t>        </a:t>
            </a:r>
            <a:r>
              <a:rPr lang="en-US" altLang="ja-JP" sz="1200" dirty="0" err="1"/>
              <a:t>dataset_add</a:t>
            </a:r>
            <a:r>
              <a:rPr lang="en-US" altLang="ja-JP" sz="1200" dirty="0"/>
              <a:t>: "vs"</a:t>
            </a:r>
          </a:p>
          <a:p>
            <a:r>
              <a:rPr lang="en-US" altLang="ja-JP" sz="1200" dirty="0"/>
              <a:t>        </a:t>
            </a:r>
            <a:r>
              <a:rPr lang="en-US" altLang="ja-JP" sz="1200" dirty="0" err="1"/>
              <a:t>by_vars</a:t>
            </a:r>
            <a:r>
              <a:rPr lang="en-US" altLang="ja-JP" sz="1200" dirty="0"/>
              <a:t>: ["STUDYID", "USUBJID"]</a:t>
            </a:r>
          </a:p>
          <a:p>
            <a:r>
              <a:rPr lang="en-US" altLang="ja-JP" sz="1200" dirty="0"/>
              <a:t>        </a:t>
            </a:r>
            <a:r>
              <a:rPr lang="en-US" altLang="ja-JP" sz="1200" dirty="0" err="1"/>
              <a:t>filter_add</a:t>
            </a:r>
            <a:r>
              <a:rPr lang="en-US" altLang="ja-JP" sz="1200" dirty="0"/>
              <a:t>: 'VSTESTCD == "WEIGHT" &amp; VSBLFL == "Y"'</a:t>
            </a:r>
          </a:p>
          <a:p>
            <a:r>
              <a:rPr lang="en-US" altLang="ja-JP" sz="1200" dirty="0"/>
              <a:t>        </a:t>
            </a:r>
            <a:r>
              <a:rPr lang="en-US" altLang="ja-JP" sz="1200" dirty="0" err="1"/>
              <a:t>new_var</a:t>
            </a:r>
            <a:r>
              <a:rPr lang="en-US" altLang="ja-JP" sz="1200" dirty="0"/>
              <a:t>: "WTBLHIFL"</a:t>
            </a:r>
          </a:p>
          <a:p>
            <a:r>
              <a:rPr lang="en-US" altLang="ja-JP" sz="1200" dirty="0"/>
              <a:t>        condition: "VSSTRESN &gt; 90"</a:t>
            </a:r>
          </a:p>
          <a:p>
            <a:r>
              <a:rPr lang="en-US" altLang="ja-JP" sz="1200" dirty="0"/>
              <a:t>        </a:t>
            </a:r>
            <a:r>
              <a:rPr lang="en-US" altLang="ja-JP" sz="1200" dirty="0" err="1"/>
              <a:t>false_value</a:t>
            </a:r>
            <a:r>
              <a:rPr lang="en-US" altLang="ja-JP" sz="1200" dirty="0"/>
              <a:t>: "N"</a:t>
            </a:r>
          </a:p>
          <a:p>
            <a:r>
              <a:rPr lang="en-US" altLang="ja-JP" sz="1200" dirty="0"/>
              <a:t>        </a:t>
            </a:r>
            <a:r>
              <a:rPr lang="en-US" altLang="ja-JP" sz="1200" dirty="0" err="1"/>
              <a:t>missing_value</a:t>
            </a:r>
            <a:r>
              <a:rPr lang="en-US" altLang="ja-JP" sz="1200" dirty="0"/>
              <a:t>: "M"</a:t>
            </a:r>
          </a:p>
        </p:txBody>
      </p:sp>
      <p:sp>
        <p:nvSpPr>
          <p:cNvPr id="9" name="Text Placeholder 1">
            <a:extLst>
              <a:ext uri="{FF2B5EF4-FFF2-40B4-BE49-F238E27FC236}">
                <a16:creationId xmlns:a16="http://schemas.microsoft.com/office/drawing/2014/main" id="{F81407C0-BA25-9A31-32D8-EB4ACE13ACE0}"/>
              </a:ext>
            </a:extLst>
          </p:cNvPr>
          <p:cNvSpPr txBox="1">
            <a:spLocks/>
          </p:cNvSpPr>
          <p:nvPr/>
        </p:nvSpPr>
        <p:spPr>
          <a:xfrm>
            <a:off x="311151" y="1102385"/>
            <a:ext cx="4423582" cy="5328857"/>
          </a:xfrm>
          <a:prstGeom prst="rect">
            <a:avLst/>
          </a:prstGeom>
        </p:spPr>
        <p:txBody>
          <a:bodyPr vert="horz" lIns="0" tIns="0" rIns="0" bIns="0" numCol="1" rtlCol="0">
            <a:normAutofit/>
          </a:bodyPr>
          <a:lstStyle>
            <a:lvl1pPr marL="0" indent="0" algn="l" defTabSz="914150" rtl="0" eaLnBrk="1" latinLnBrk="0" hangingPunct="1">
              <a:lnSpc>
                <a:spcPct val="100000"/>
              </a:lnSpc>
              <a:spcBef>
                <a:spcPts val="0"/>
              </a:spcBef>
              <a:spcAft>
                <a:spcPts val="600"/>
              </a:spcAft>
              <a:buClr>
                <a:srgbClr val="4C4948"/>
              </a:buClr>
              <a:buFont typeface="Arial" panose="020B0604020202020204" pitchFamily="34" charset="0"/>
              <a:buNone/>
              <a:defRPr kumimoji="1" sz="1600" b="0" i="0" kern="1200" baseline="0">
                <a:solidFill>
                  <a:schemeClr val="tx1"/>
                </a:solidFill>
                <a:latin typeface="Calibri" panose="020F0502020204030204" pitchFamily="34" charset="0"/>
                <a:ea typeface="メイリオ" pitchFamily="50" charset="-128"/>
                <a:cs typeface="Calibri" pitchFamily="34" charset="0"/>
              </a:defRPr>
            </a:lvl1pPr>
            <a:lvl2pPr marL="457068" indent="0" algn="l" defTabSz="914150" rtl="0" eaLnBrk="1" latinLnBrk="0" hangingPunct="1">
              <a:lnSpc>
                <a:spcPts val="1800"/>
              </a:lnSpc>
              <a:spcBef>
                <a:spcPts val="0"/>
              </a:spcBef>
              <a:buClr>
                <a:srgbClr val="4C4948"/>
              </a:buClr>
              <a:buFont typeface="Arial" pitchFamily="34" charset="0"/>
              <a:buNone/>
              <a:defRPr kumimoji="1" sz="1400" b="0" i="0" kern="1200">
                <a:solidFill>
                  <a:schemeClr val="tx1"/>
                </a:solidFill>
                <a:latin typeface="Calibri" panose="020F0502020204030204" pitchFamily="34" charset="0"/>
                <a:ea typeface="メイリオ" pitchFamily="50" charset="-128"/>
                <a:cs typeface="Calibri" pitchFamily="34" charset="0"/>
              </a:defRPr>
            </a:lvl2pPr>
            <a:lvl3pPr marL="91414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3pPr>
            <a:lvl4pPr marL="1371219"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4pPr>
            <a:lvl5pPr marL="1828290" indent="0" algn="l" defTabSz="914150" rtl="0" eaLnBrk="1" latinLnBrk="0" hangingPunct="1">
              <a:lnSpc>
                <a:spcPts val="1800"/>
              </a:lnSpc>
              <a:spcBef>
                <a:spcPts val="0"/>
              </a:spcBef>
              <a:buClr>
                <a:srgbClr val="4C4948"/>
              </a:buClr>
              <a:buFont typeface="Arial" pitchFamily="34" charset="0"/>
              <a:buNone/>
              <a:defRPr kumimoji="1" sz="14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b="1" dirty="0"/>
              <a:t>メタデータの作成例</a:t>
            </a:r>
            <a:r>
              <a:rPr lang="ja-JP" altLang="en-US" dirty="0"/>
              <a:t>（</a:t>
            </a:r>
            <a:r>
              <a:rPr lang="en-US" altLang="ja-JP" dirty="0"/>
              <a:t>YAML</a:t>
            </a:r>
            <a:r>
              <a:rPr lang="ja-JP" altLang="en-US" dirty="0"/>
              <a:t>）</a:t>
            </a:r>
            <a:r>
              <a:rPr lang="en-US" altLang="ja-JP" dirty="0"/>
              <a:t>※</a:t>
            </a:r>
            <a:r>
              <a:rPr lang="ja-JP" altLang="en-US" dirty="0"/>
              <a:t>再掲</a:t>
            </a: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742818" lvl="1" indent="-285750">
              <a:buFont typeface="Wingdings" panose="05000000000000000000" pitchFamily="2" charset="2"/>
              <a:buChar char="Ø"/>
            </a:pPr>
            <a:endParaRPr lang="en-US" altLang="ja-JP" dirty="0"/>
          </a:p>
          <a:p>
            <a:pPr marL="285750" indent="-285750">
              <a:buFont typeface="Arial" panose="020B0604020202020204" pitchFamily="34" charset="0"/>
              <a:buChar char="•"/>
            </a:pPr>
            <a:endParaRPr lang="ja-JP" altLang="en-US" dirty="0"/>
          </a:p>
        </p:txBody>
      </p:sp>
      <p:sp>
        <p:nvSpPr>
          <p:cNvPr id="10" name="Rectangle: Rounded Corners 9">
            <a:extLst>
              <a:ext uri="{FF2B5EF4-FFF2-40B4-BE49-F238E27FC236}">
                <a16:creationId xmlns:a16="http://schemas.microsoft.com/office/drawing/2014/main" id="{D920B841-4BC6-36F9-E620-1D2F70619DFC}"/>
              </a:ext>
            </a:extLst>
          </p:cNvPr>
          <p:cNvSpPr/>
          <p:nvPr/>
        </p:nvSpPr>
        <p:spPr>
          <a:xfrm>
            <a:off x="458613" y="681068"/>
            <a:ext cx="3726811" cy="359697"/>
          </a:xfrm>
          <a:prstGeom prst="round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ja-JP" altLang="en-US" sz="1600" dirty="0">
                <a:solidFill>
                  <a:schemeClr val="bg1"/>
                </a:solidFill>
              </a:rPr>
              <a:t>ルールは</a:t>
            </a:r>
            <a:r>
              <a:rPr kumimoji="1" lang="en-US" altLang="ja-JP" sz="1600" dirty="0">
                <a:solidFill>
                  <a:schemeClr val="bg1"/>
                </a:solidFill>
              </a:rPr>
              <a:t>YAML</a:t>
            </a:r>
            <a:r>
              <a:rPr kumimoji="1" lang="ja-JP" altLang="en-US" sz="1600" dirty="0">
                <a:solidFill>
                  <a:schemeClr val="bg1"/>
                </a:solidFill>
              </a:rPr>
              <a:t>、スクリプトは共通化</a:t>
            </a:r>
          </a:p>
        </p:txBody>
      </p:sp>
      <p:sp>
        <p:nvSpPr>
          <p:cNvPr id="11" name="Speech Bubble: Rectangle 10">
            <a:extLst>
              <a:ext uri="{FF2B5EF4-FFF2-40B4-BE49-F238E27FC236}">
                <a16:creationId xmlns:a16="http://schemas.microsoft.com/office/drawing/2014/main" id="{B9A4FDCA-B53E-FED3-3CC3-E108B352B33E}"/>
              </a:ext>
            </a:extLst>
          </p:cNvPr>
          <p:cNvSpPr/>
          <p:nvPr/>
        </p:nvSpPr>
        <p:spPr>
          <a:xfrm>
            <a:off x="9685256" y="4062660"/>
            <a:ext cx="2321845" cy="509340"/>
          </a:xfrm>
          <a:prstGeom prst="wedgeRectCallout">
            <a:avLst>
              <a:gd name="adj1" fmla="val -68073"/>
              <a:gd name="adj2" fmla="val -80383"/>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sz="1400" dirty="0" err="1">
                <a:solidFill>
                  <a:schemeClr val="bg1"/>
                </a:solidFill>
              </a:rPr>
              <a:t>parse_expr</a:t>
            </a:r>
            <a:r>
              <a:rPr kumimoji="1" lang="en-US" altLang="ja-JP" sz="1400" dirty="0">
                <a:solidFill>
                  <a:schemeClr val="bg1"/>
                </a:solidFill>
              </a:rPr>
              <a:t>()</a:t>
            </a:r>
            <a:r>
              <a:rPr kumimoji="1" lang="ja-JP" altLang="en-US" sz="1400" dirty="0">
                <a:solidFill>
                  <a:schemeClr val="bg1"/>
                </a:solidFill>
              </a:rPr>
              <a:t> で文字列を数式に変換</a:t>
            </a:r>
            <a:endParaRPr kumimoji="1" lang="en-US" altLang="ja-JP" sz="1400" dirty="0">
              <a:solidFill>
                <a:schemeClr val="bg1"/>
              </a:solidFill>
            </a:endParaRPr>
          </a:p>
        </p:txBody>
      </p:sp>
      <p:sp>
        <p:nvSpPr>
          <p:cNvPr id="12" name="Speech Bubble: Rectangle 11">
            <a:extLst>
              <a:ext uri="{FF2B5EF4-FFF2-40B4-BE49-F238E27FC236}">
                <a16:creationId xmlns:a16="http://schemas.microsoft.com/office/drawing/2014/main" id="{8D274E67-2B20-52A4-EC58-4088BE3C04D4}"/>
              </a:ext>
            </a:extLst>
          </p:cNvPr>
          <p:cNvSpPr/>
          <p:nvPr/>
        </p:nvSpPr>
        <p:spPr>
          <a:xfrm>
            <a:off x="9385408" y="2920689"/>
            <a:ext cx="2734267" cy="581930"/>
          </a:xfrm>
          <a:prstGeom prst="wedgeRectCallout">
            <a:avLst>
              <a:gd name="adj1" fmla="val -134171"/>
              <a:gd name="adj2" fmla="val 6055"/>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square" rtlCol="0" anchor="ctr"/>
          <a:lstStyle/>
          <a:p>
            <a:pPr algn="ctr"/>
            <a:r>
              <a:rPr kumimoji="1" lang="en-US" altLang="ja-JP" sz="1400" dirty="0" err="1">
                <a:solidFill>
                  <a:schemeClr val="bg1"/>
                </a:solidFill>
              </a:rPr>
              <a:t>exprs</a:t>
            </a:r>
            <a:r>
              <a:rPr kumimoji="1" lang="en-US" altLang="ja-JP" sz="1400" dirty="0">
                <a:solidFill>
                  <a:schemeClr val="bg1"/>
                </a:solidFill>
              </a:rPr>
              <a:t>(!!!</a:t>
            </a:r>
            <a:r>
              <a:rPr kumimoji="1" lang="en-US" altLang="ja-JP" sz="1400" dirty="0" err="1">
                <a:solidFill>
                  <a:schemeClr val="bg1"/>
                </a:solidFill>
              </a:rPr>
              <a:t>syms</a:t>
            </a:r>
            <a:r>
              <a:rPr kumimoji="1" lang="en-US" altLang="ja-JP" sz="1400" dirty="0">
                <a:solidFill>
                  <a:schemeClr val="bg1"/>
                </a:solidFill>
              </a:rPr>
              <a:t>(...)) </a:t>
            </a:r>
            <a:r>
              <a:rPr kumimoji="1" lang="ja-JP" altLang="en-US" sz="1400" dirty="0">
                <a:solidFill>
                  <a:schemeClr val="bg1"/>
                </a:solidFill>
              </a:rPr>
              <a:t>を使ってリストに変換し、式の中に展開</a:t>
            </a:r>
            <a:endParaRPr kumimoji="1" lang="en-US" altLang="ja-JP" sz="1400" dirty="0">
              <a:solidFill>
                <a:schemeClr val="bg1"/>
              </a:solidFill>
            </a:endParaRPr>
          </a:p>
        </p:txBody>
      </p:sp>
    </p:spTree>
    <p:extLst>
      <p:ext uri="{BB962C8B-B14F-4D97-AF65-F5344CB8AC3E}">
        <p14:creationId xmlns:p14="http://schemas.microsoft.com/office/powerpoint/2010/main" val="3921552288"/>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F9D2-433A-71B0-2789-E70C0AD6BBB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073BD5-4BD9-A9BE-EF4F-AAF21D3E73B3}"/>
              </a:ext>
            </a:extLst>
          </p:cNvPr>
          <p:cNvSpPr>
            <a:spLocks noGrp="1"/>
          </p:cNvSpPr>
          <p:nvPr>
            <p:ph type="body" sz="quarter" idx="15"/>
          </p:nvPr>
        </p:nvSpPr>
        <p:spPr/>
        <p:txBody>
          <a:bodyPr/>
          <a:lstStyle/>
          <a:p>
            <a:pPr marL="342900" indent="-342900">
              <a:buFont typeface="+mj-lt"/>
              <a:buAutoNum type="arabicPeriod"/>
            </a:pPr>
            <a:r>
              <a:rPr lang="en-US" altLang="ja-JP" dirty="0" err="1">
                <a:solidFill>
                  <a:schemeClr val="accent4"/>
                </a:solidFill>
              </a:rPr>
              <a:t>pharmaverse</a:t>
            </a:r>
            <a:r>
              <a:rPr lang="ja-JP" altLang="en-US" dirty="0">
                <a:solidFill>
                  <a:schemeClr val="accent4"/>
                </a:solidFill>
              </a:rPr>
              <a:t>における</a:t>
            </a:r>
            <a:r>
              <a:rPr lang="en-US" altLang="ja-JP" dirty="0" err="1">
                <a:solidFill>
                  <a:schemeClr val="accent4"/>
                </a:solidFill>
              </a:rPr>
              <a:t>ADaM</a:t>
            </a:r>
            <a:r>
              <a:rPr lang="ja-JP" altLang="en-US" dirty="0">
                <a:solidFill>
                  <a:schemeClr val="accent4"/>
                </a:solidFill>
              </a:rPr>
              <a:t>作成</a:t>
            </a:r>
            <a:endParaRPr lang="en-US" altLang="ja-JP" dirty="0">
              <a:solidFill>
                <a:schemeClr val="accent4"/>
              </a:solidFill>
            </a:endParaRPr>
          </a:p>
          <a:p>
            <a:pPr marL="342900" indent="-342900">
              <a:buFont typeface="+mj-lt"/>
              <a:buAutoNum type="arabicPeriod"/>
            </a:pPr>
            <a:r>
              <a:rPr kumimoji="1" lang="ja-JP" altLang="en-US" dirty="0">
                <a:solidFill>
                  <a:schemeClr val="accent4"/>
                </a:solidFill>
              </a:rPr>
              <a:t>「</a:t>
            </a:r>
            <a:r>
              <a:rPr kumimoji="1" lang="en-US" altLang="ja-JP" dirty="0">
                <a:solidFill>
                  <a:schemeClr val="accent4"/>
                </a:solidFill>
              </a:rPr>
              <a:t>R</a:t>
            </a:r>
            <a:r>
              <a:rPr kumimoji="1" lang="ja-JP" altLang="en-US" dirty="0">
                <a:solidFill>
                  <a:schemeClr val="accent4"/>
                </a:solidFill>
              </a:rPr>
              <a:t>」による</a:t>
            </a:r>
            <a:r>
              <a:rPr kumimoji="1" lang="en-US" altLang="ja-JP" dirty="0" err="1">
                <a:solidFill>
                  <a:schemeClr val="accent4"/>
                </a:solidFill>
              </a:rPr>
              <a:t>ADaM</a:t>
            </a:r>
            <a:r>
              <a:rPr kumimoji="1" lang="ja-JP" altLang="en-US" dirty="0">
                <a:solidFill>
                  <a:schemeClr val="accent4"/>
                </a:solidFill>
              </a:rPr>
              <a:t>作成の自動化への道</a:t>
            </a:r>
            <a:endParaRPr kumimoji="1" lang="en-US" altLang="ja-JP" dirty="0">
              <a:solidFill>
                <a:schemeClr val="accent4"/>
              </a:solidFill>
            </a:endParaRPr>
          </a:p>
          <a:p>
            <a:pPr marL="342900" indent="-342900">
              <a:buFont typeface="+mj-lt"/>
              <a:buAutoNum type="arabicPeriod"/>
            </a:pPr>
            <a:r>
              <a:rPr kumimoji="1" lang="ja-JP" altLang="en-US" dirty="0"/>
              <a:t>まとめ</a:t>
            </a:r>
            <a:endParaRPr kumimoji="1" lang="en-US" altLang="ja-JP" dirty="0"/>
          </a:p>
          <a:p>
            <a:pPr marL="342900" indent="-342900">
              <a:buFont typeface="+mj-lt"/>
              <a:buAutoNum type="arabicPeriod"/>
            </a:pPr>
            <a:endParaRPr kumimoji="1" lang="ja-JP" altLang="en-US" dirty="0"/>
          </a:p>
        </p:txBody>
      </p:sp>
      <p:sp>
        <p:nvSpPr>
          <p:cNvPr id="3" name="Footer Placeholder 2">
            <a:extLst>
              <a:ext uri="{FF2B5EF4-FFF2-40B4-BE49-F238E27FC236}">
                <a16:creationId xmlns:a16="http://schemas.microsoft.com/office/drawing/2014/main" id="{B271C46B-2D98-4576-9C92-2719D186B3F1}"/>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8FA47228-4143-0BB8-308F-98C045F66F14}"/>
              </a:ext>
            </a:extLst>
          </p:cNvPr>
          <p:cNvSpPr>
            <a:spLocks noGrp="1"/>
          </p:cNvSpPr>
          <p:nvPr>
            <p:ph type="title"/>
          </p:nvPr>
        </p:nvSpPr>
        <p:spPr/>
        <p:txBody>
          <a:bodyPr/>
          <a:lstStyle/>
          <a:p>
            <a:r>
              <a:rPr kumimoji="1" lang="ja-JP" altLang="en-US" dirty="0"/>
              <a:t>本日の内容</a:t>
            </a:r>
          </a:p>
        </p:txBody>
      </p:sp>
      <p:sp>
        <p:nvSpPr>
          <p:cNvPr id="5" name="Slide Number Placeholder 4">
            <a:extLst>
              <a:ext uri="{FF2B5EF4-FFF2-40B4-BE49-F238E27FC236}">
                <a16:creationId xmlns:a16="http://schemas.microsoft.com/office/drawing/2014/main" id="{1E2826DF-C090-2A63-0A30-A1D3BE929825}"/>
              </a:ext>
            </a:extLst>
          </p:cNvPr>
          <p:cNvSpPr>
            <a:spLocks noGrp="1"/>
          </p:cNvSpPr>
          <p:nvPr>
            <p:ph type="sldNum" sz="quarter" idx="4"/>
          </p:nvPr>
        </p:nvSpPr>
        <p:spPr/>
        <p:txBody>
          <a:bodyPr/>
          <a:lstStyle/>
          <a:p>
            <a:pPr defTabSz="1218810"/>
            <a:fld id="{E9B57936-92EF-4126-AE48-1D9D36D15E98}" type="slidenum">
              <a:rPr lang="ja-JP" altLang="en-US" smtClean="0"/>
              <a:pPr defTabSz="1218810"/>
              <a:t>21</a:t>
            </a:fld>
            <a:endParaRPr lang="ja-JP" altLang="en-US"/>
          </a:p>
        </p:txBody>
      </p:sp>
    </p:spTree>
    <p:extLst>
      <p:ext uri="{BB962C8B-B14F-4D97-AF65-F5344CB8AC3E}">
        <p14:creationId xmlns:p14="http://schemas.microsoft.com/office/powerpoint/2010/main" val="34874739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BDA2-EB61-A070-731F-ED5FB124C3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D07362-B53A-0723-EE02-2C42458D9328}"/>
              </a:ext>
            </a:extLst>
          </p:cNvPr>
          <p:cNvSpPr>
            <a:spLocks noGrp="1"/>
          </p:cNvSpPr>
          <p:nvPr>
            <p:ph type="body" sz="quarter" idx="15"/>
          </p:nvPr>
        </p:nvSpPr>
        <p:spPr/>
        <p:txBody>
          <a:bodyPr/>
          <a:lstStyle/>
          <a:p>
            <a:pPr marL="285750" indent="-285750">
              <a:buFont typeface="Arial" panose="020B0604020202020204" pitchFamily="34" charset="0"/>
              <a:buChar char="•"/>
            </a:pPr>
            <a:r>
              <a:rPr lang="ja-JP" altLang="en-US" b="1" dirty="0"/>
              <a:t>「</a:t>
            </a:r>
            <a:r>
              <a:rPr lang="en-US" altLang="ja-JP" b="1" dirty="0"/>
              <a:t>R</a:t>
            </a:r>
            <a:r>
              <a:rPr lang="ja-JP" altLang="en-US" b="1" dirty="0"/>
              <a:t>」による</a:t>
            </a:r>
            <a:r>
              <a:rPr lang="en-US" altLang="ja-JP" b="1" dirty="0" err="1"/>
              <a:t>ADaM</a:t>
            </a:r>
            <a:r>
              <a:rPr lang="ja-JP" altLang="en-US" b="1" dirty="0"/>
              <a:t>作成のメリット</a:t>
            </a:r>
            <a:endParaRPr lang="en-US" altLang="ja-JP" b="1" dirty="0"/>
          </a:p>
          <a:p>
            <a:pPr marL="742818" lvl="1" indent="-285750">
              <a:buFont typeface="Arial" panose="020B0604020202020204" pitchFamily="34" charset="0"/>
              <a:buChar char="•"/>
            </a:pPr>
            <a:r>
              <a:rPr lang="ja-JP" altLang="en-US" b="1" dirty="0"/>
              <a:t>オープンソース</a:t>
            </a:r>
            <a:r>
              <a:rPr lang="en-US" altLang="ja-JP" dirty="0"/>
              <a:t>: </a:t>
            </a:r>
            <a:r>
              <a:rPr lang="ja-JP" altLang="en-US" dirty="0"/>
              <a:t>コストが低く、新技術の実装が迅速</a:t>
            </a:r>
            <a:endParaRPr lang="en-US" altLang="ja-JP" dirty="0"/>
          </a:p>
          <a:p>
            <a:pPr marL="742818" lvl="1" indent="-285750">
              <a:buFont typeface="Arial" panose="020B0604020202020204" pitchFamily="34" charset="0"/>
              <a:buChar char="•"/>
            </a:pPr>
            <a:r>
              <a:rPr lang="ja-JP" altLang="en-US" b="1" dirty="0"/>
              <a:t>柔軟性と拡張性</a:t>
            </a:r>
            <a:r>
              <a:rPr lang="en-US" altLang="ja-JP" dirty="0"/>
              <a:t>: </a:t>
            </a:r>
            <a:r>
              <a:rPr lang="ja-JP" altLang="en-US" dirty="0"/>
              <a:t>様々な「</a:t>
            </a:r>
            <a:r>
              <a:rPr lang="en-US" altLang="ja-JP" dirty="0"/>
              <a:t>R</a:t>
            </a:r>
            <a:r>
              <a:rPr lang="ja-JP" altLang="en-US" dirty="0"/>
              <a:t>パッケージ」を活用した機能拡張</a:t>
            </a:r>
            <a:endParaRPr lang="en-US" altLang="ja-JP" dirty="0"/>
          </a:p>
          <a:p>
            <a:pPr marL="742818" lvl="1" indent="-285750">
              <a:buFont typeface="Arial" panose="020B0604020202020204" pitchFamily="34" charset="0"/>
              <a:buChar char="•"/>
            </a:pPr>
            <a:r>
              <a:rPr lang="ja-JP" altLang="en-US" b="1" dirty="0"/>
              <a:t>コミュニティのサポート</a:t>
            </a:r>
            <a:r>
              <a:rPr lang="en-US" altLang="ja-JP" dirty="0"/>
              <a:t>: </a:t>
            </a:r>
            <a:r>
              <a:rPr lang="ja-JP" altLang="en-US" dirty="0"/>
              <a:t>先人たちが開発した「</a:t>
            </a:r>
            <a:r>
              <a:rPr lang="en-US" altLang="ja-JP" dirty="0"/>
              <a:t>R</a:t>
            </a:r>
            <a:r>
              <a:rPr lang="ja-JP" altLang="en-US" dirty="0"/>
              <a:t>スクリプト」等の活用</a:t>
            </a:r>
            <a:endParaRPr lang="en-US" altLang="ja-JP" dirty="0"/>
          </a:p>
          <a:p>
            <a:pPr marL="742818" lvl="1" indent="-285750">
              <a:buFont typeface="Arial" panose="020B0604020202020204" pitchFamily="34" charset="0"/>
              <a:buChar char="•"/>
            </a:pPr>
            <a:endParaRPr lang="en-US" altLang="ja-JP" b="1" dirty="0"/>
          </a:p>
          <a:p>
            <a:pPr marL="285750" indent="-285750">
              <a:buFont typeface="Arial" panose="020B0604020202020204" pitchFamily="34" charset="0"/>
              <a:buChar char="•"/>
            </a:pPr>
            <a:r>
              <a:rPr kumimoji="1" lang="ja-JP" altLang="en-US" b="1" dirty="0"/>
              <a:t>「</a:t>
            </a:r>
            <a:r>
              <a:rPr kumimoji="1" lang="en-US" altLang="ja-JP" b="1" dirty="0"/>
              <a:t>R</a:t>
            </a:r>
            <a:r>
              <a:rPr kumimoji="1" lang="ja-JP" altLang="en-US" b="1" dirty="0"/>
              <a:t>」による効率化と自動化</a:t>
            </a:r>
            <a:endParaRPr kumimoji="1" lang="en-US" altLang="ja-JP" b="1" dirty="0"/>
          </a:p>
          <a:p>
            <a:pPr marL="742818" lvl="1" indent="-285750">
              <a:buFont typeface="Arial" panose="020B0604020202020204" pitchFamily="34" charset="0"/>
              <a:buChar char="•"/>
            </a:pPr>
            <a:r>
              <a:rPr lang="en-US" altLang="ja-JP" b="1" dirty="0"/>
              <a:t>admiral</a:t>
            </a:r>
            <a:r>
              <a:rPr lang="ja-JP" altLang="en-US" b="1" dirty="0"/>
              <a:t>パッケージの利用による効率化</a:t>
            </a:r>
            <a:r>
              <a:rPr lang="en-US" altLang="ja-JP" dirty="0"/>
              <a:t>: </a:t>
            </a:r>
          </a:p>
          <a:p>
            <a:pPr marL="1199899" lvl="2" indent="-285750">
              <a:buFont typeface="Arial" panose="020B0604020202020204" pitchFamily="34" charset="0"/>
              <a:buChar char="•"/>
            </a:pPr>
            <a:r>
              <a:rPr lang="ja-JP" altLang="en-US" dirty="0"/>
              <a:t>既存のパッケージ・関数を最大限に活用することによる、社内プログラミングコストの低減。</a:t>
            </a:r>
            <a:endParaRPr lang="en-US" altLang="ja-JP" dirty="0"/>
          </a:p>
          <a:p>
            <a:pPr marL="1199899" lvl="2" indent="-285750">
              <a:buFont typeface="Arial" panose="020B0604020202020204" pitchFamily="34" charset="0"/>
              <a:buChar char="•"/>
            </a:pPr>
            <a:endParaRPr lang="en-US" altLang="ja-JP" dirty="0"/>
          </a:p>
          <a:p>
            <a:pPr marL="742818" lvl="1" indent="-285750">
              <a:buFont typeface="Arial" panose="020B0604020202020204" pitchFamily="34" charset="0"/>
              <a:buChar char="•"/>
            </a:pPr>
            <a:r>
              <a:rPr lang="ja-JP" altLang="en-US" b="1" dirty="0"/>
              <a:t>メタデータ駆動型アプローチ</a:t>
            </a:r>
            <a:r>
              <a:rPr lang="en-US" altLang="ja-JP" dirty="0"/>
              <a:t>: </a:t>
            </a:r>
          </a:p>
          <a:p>
            <a:pPr marL="1199899" lvl="2" indent="-285750">
              <a:buFont typeface="Arial" panose="020B0604020202020204" pitchFamily="34" charset="0"/>
              <a:buChar char="•"/>
            </a:pPr>
            <a:r>
              <a:rPr lang="ja-JP" altLang="en-US" dirty="0"/>
              <a:t>便利なパッケージにおける関数を有効活用することを念頭に置き、それらの関数に試験ごとに異なる値を引き渡せるような外部のメタデータを整備する。</a:t>
            </a:r>
            <a:endParaRPr lang="en-US" altLang="ja-JP" dirty="0"/>
          </a:p>
          <a:p>
            <a:pPr marL="1199899" lvl="2" indent="-285750">
              <a:buFont typeface="Arial" panose="020B0604020202020204" pitchFamily="34" charset="0"/>
              <a:buChar char="•"/>
            </a:pPr>
            <a:r>
              <a:rPr lang="ja-JP" altLang="en-US" dirty="0"/>
              <a:t>「</a:t>
            </a:r>
            <a:r>
              <a:rPr lang="en-US" altLang="ja-JP" dirty="0"/>
              <a:t>R</a:t>
            </a:r>
            <a:r>
              <a:rPr lang="ja-JP" altLang="en-US" dirty="0"/>
              <a:t>スクリプト」は可能な限りシンプルな形として、自動化とエラーリスクの低減を両立させる。</a:t>
            </a:r>
            <a:endParaRPr lang="en-US" altLang="ja-JP" dirty="0"/>
          </a:p>
          <a:p>
            <a:pPr marL="742818" lvl="1" indent="-285750">
              <a:buFont typeface="Arial" panose="020B0604020202020204" pitchFamily="34" charset="0"/>
              <a:buChar char="•"/>
            </a:pPr>
            <a:endParaRPr kumimoji="1" lang="en-US" altLang="ja-JP" dirty="0"/>
          </a:p>
          <a:p>
            <a:pPr lvl="2"/>
            <a:endParaRPr kumimoji="1" lang="en-US" altLang="ja-JP" dirty="0"/>
          </a:p>
          <a:p>
            <a:pPr marL="1199899" lvl="2" indent="-285750">
              <a:buFont typeface="Arial" panose="020B0604020202020204" pitchFamily="34" charset="0"/>
              <a:buChar char="•"/>
            </a:pPr>
            <a:endParaRPr kumimoji="1" lang="en-US" altLang="ja-JP" dirty="0"/>
          </a:p>
          <a:p>
            <a:pPr lvl="2"/>
            <a:endParaRPr kumimoji="1" lang="en-US" altLang="ja-JP" dirty="0"/>
          </a:p>
        </p:txBody>
      </p:sp>
      <p:sp>
        <p:nvSpPr>
          <p:cNvPr id="3" name="Footer Placeholder 2">
            <a:extLst>
              <a:ext uri="{FF2B5EF4-FFF2-40B4-BE49-F238E27FC236}">
                <a16:creationId xmlns:a16="http://schemas.microsoft.com/office/drawing/2014/main" id="{16A6AE9D-3E8F-987B-2F4E-9211224C9FC0}"/>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303D9E6C-6D99-3B52-513B-A89176FF8512}"/>
              </a:ext>
            </a:extLst>
          </p:cNvPr>
          <p:cNvSpPr>
            <a:spLocks noGrp="1"/>
          </p:cNvSpPr>
          <p:nvPr>
            <p:ph type="title"/>
          </p:nvPr>
        </p:nvSpPr>
        <p:spPr/>
        <p:txBody>
          <a:bodyPr/>
          <a:lstStyle/>
          <a:p>
            <a:r>
              <a:rPr lang="ja-JP" altLang="en-US" dirty="0"/>
              <a:t>まとめ</a:t>
            </a:r>
            <a:endParaRPr kumimoji="1" lang="ja-JP" altLang="en-US" dirty="0"/>
          </a:p>
        </p:txBody>
      </p:sp>
      <p:sp>
        <p:nvSpPr>
          <p:cNvPr id="5" name="Slide Number Placeholder 4">
            <a:extLst>
              <a:ext uri="{FF2B5EF4-FFF2-40B4-BE49-F238E27FC236}">
                <a16:creationId xmlns:a16="http://schemas.microsoft.com/office/drawing/2014/main" id="{D416F6BD-C3AF-125A-FC47-2C339DF658B2}"/>
              </a:ext>
            </a:extLst>
          </p:cNvPr>
          <p:cNvSpPr>
            <a:spLocks noGrp="1"/>
          </p:cNvSpPr>
          <p:nvPr>
            <p:ph type="sldNum" sz="quarter" idx="4"/>
          </p:nvPr>
        </p:nvSpPr>
        <p:spPr/>
        <p:txBody>
          <a:bodyPr/>
          <a:lstStyle/>
          <a:p>
            <a:pPr defTabSz="1218810"/>
            <a:fld id="{E9B57936-92EF-4126-AE48-1D9D36D15E98}" type="slidenum">
              <a:rPr lang="ja-JP" altLang="en-US" smtClean="0"/>
              <a:pPr defTabSz="1218810"/>
              <a:t>22</a:t>
            </a:fld>
            <a:endParaRPr lang="ja-JP" altLang="en-US"/>
          </a:p>
        </p:txBody>
      </p:sp>
    </p:spTree>
    <p:extLst>
      <p:ext uri="{BB962C8B-B14F-4D97-AF65-F5344CB8AC3E}">
        <p14:creationId xmlns:p14="http://schemas.microsoft.com/office/powerpoint/2010/main" val="308370942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11A62-0E41-209F-77FA-C0C057E574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D6245A-44AB-48FC-B087-4A34076F0060}"/>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US" altLang="ja-JP" sz="1400" b="1" dirty="0">
                <a:latin typeface="+mj-lt"/>
              </a:rPr>
              <a:t>a</a:t>
            </a:r>
            <a:r>
              <a:rPr kumimoji="1" lang="en-US" altLang="ja-JP" sz="1400" b="1" dirty="0">
                <a:latin typeface="+mj-lt"/>
              </a:rPr>
              <a:t>dmiral</a:t>
            </a:r>
            <a:r>
              <a:rPr kumimoji="1" lang="en-US" altLang="ja-JP" sz="1400" dirty="0">
                <a:latin typeface="+mj-lt"/>
              </a:rPr>
              <a:t> </a:t>
            </a:r>
            <a:r>
              <a:rPr kumimoji="1" lang="en-US" altLang="ja-JP" sz="1400" dirty="0">
                <a:latin typeface="+mj-lt"/>
                <a:hlinkClick r:id="rId2"/>
              </a:rPr>
              <a:t>https://pharmaverse.github.io/admiral/cran-release/index.html</a:t>
            </a:r>
            <a:endParaRPr kumimoji="1" lang="en-US" altLang="ja-JP" sz="1400" dirty="0">
              <a:latin typeface="+mj-lt"/>
            </a:endParaRPr>
          </a:p>
          <a:p>
            <a:pPr marL="285750" indent="-285750">
              <a:buFont typeface="Arial" panose="020B0604020202020204" pitchFamily="34" charset="0"/>
              <a:buChar char="•"/>
            </a:pPr>
            <a:r>
              <a:rPr lang="en-US" altLang="ja-JP" sz="1400" b="1" dirty="0" err="1">
                <a:latin typeface="+mj-lt"/>
              </a:rPr>
              <a:t>admiraldiscovery</a:t>
            </a:r>
            <a:r>
              <a:rPr lang="en-US" altLang="ja-JP" sz="1400" dirty="0">
                <a:latin typeface="+mj-lt"/>
              </a:rPr>
              <a:t> </a:t>
            </a:r>
            <a:r>
              <a:rPr kumimoji="1" lang="en-US" altLang="ja-JP" sz="1400" dirty="0">
                <a:latin typeface="+mj-lt"/>
                <a:hlinkClick r:id="rId3"/>
              </a:rPr>
              <a:t>https://pharmaverse.github.io/admiraldiscovery/articles/reactable.html</a:t>
            </a:r>
            <a:endParaRPr kumimoji="1" lang="en-US" altLang="ja-JP" sz="1400" dirty="0">
              <a:latin typeface="+mj-lt"/>
            </a:endParaRPr>
          </a:p>
          <a:p>
            <a:pPr marL="285750" indent="-285750">
              <a:buFont typeface="Arial" panose="020B0604020202020204" pitchFamily="34" charset="0"/>
              <a:buChar char="•"/>
            </a:pPr>
            <a:r>
              <a:rPr lang="en-US" altLang="ja-JP" sz="1400" b="1" dirty="0" err="1">
                <a:latin typeface="+mj-lt"/>
              </a:rPr>
              <a:t>Cheatsheets</a:t>
            </a:r>
            <a:r>
              <a:rPr lang="en-US" altLang="ja-JP" sz="1400" dirty="0">
                <a:latin typeface="+mj-lt"/>
              </a:rPr>
              <a:t> </a:t>
            </a:r>
            <a:r>
              <a:rPr lang="en-US" altLang="ja-JP" sz="1400" dirty="0">
                <a:latin typeface="+mj-lt"/>
                <a:hlinkClick r:id="rId4"/>
              </a:rPr>
              <a:t>https://posit.co/resources/cheatsheets/</a:t>
            </a:r>
            <a:endParaRPr kumimoji="1" lang="en-US" altLang="ja-JP" sz="1400" dirty="0">
              <a:latin typeface="+mj-lt"/>
            </a:endParaRPr>
          </a:p>
          <a:p>
            <a:pPr marL="285750" indent="-285750">
              <a:buFont typeface="Arial" panose="020B0604020202020204" pitchFamily="34" charset="0"/>
              <a:buChar char="•"/>
            </a:pPr>
            <a:r>
              <a:rPr lang="en-US" altLang="ja-JP" sz="1400" b="1" dirty="0" err="1">
                <a:latin typeface="+mj-lt"/>
              </a:rPr>
              <a:t>metacore</a:t>
            </a:r>
            <a:r>
              <a:rPr lang="en-US" altLang="ja-JP" sz="1400" dirty="0">
                <a:latin typeface="+mj-lt"/>
              </a:rPr>
              <a:t> </a:t>
            </a:r>
            <a:r>
              <a:rPr lang="en-US" altLang="ja-JP" sz="1400" dirty="0">
                <a:latin typeface="+mj-lt"/>
                <a:hlinkClick r:id="rId5"/>
              </a:rPr>
              <a:t>https://atorus-research.github.io/metacore/</a:t>
            </a:r>
            <a:endParaRPr lang="en-US" altLang="ja-JP" sz="1400" dirty="0">
              <a:latin typeface="+mj-lt"/>
            </a:endParaRPr>
          </a:p>
          <a:p>
            <a:pPr marL="285750" indent="-285750">
              <a:buFont typeface="Arial" panose="020B0604020202020204" pitchFamily="34" charset="0"/>
              <a:buChar char="•"/>
            </a:pPr>
            <a:r>
              <a:rPr kumimoji="1" lang="en-US" altLang="ja-JP" sz="1400" b="1" dirty="0" err="1">
                <a:latin typeface="+mj-lt"/>
              </a:rPr>
              <a:t>metatools</a:t>
            </a:r>
            <a:r>
              <a:rPr lang="en-US" altLang="ja-JP" sz="1400" dirty="0">
                <a:latin typeface="+mj-lt"/>
              </a:rPr>
              <a:t> </a:t>
            </a:r>
            <a:r>
              <a:rPr lang="en-US" altLang="ja-JP" sz="1400" dirty="0">
                <a:latin typeface="+mj-lt"/>
                <a:hlinkClick r:id="rId6"/>
              </a:rPr>
              <a:t>https://pharmaverse.github.io/metatools/</a:t>
            </a:r>
            <a:endParaRPr lang="en-US" altLang="ja-JP" sz="1400" dirty="0">
              <a:latin typeface="+mj-lt"/>
            </a:endParaRPr>
          </a:p>
          <a:p>
            <a:pPr marL="285750" indent="-285750">
              <a:buFont typeface="Arial" panose="020B0604020202020204" pitchFamily="34" charset="0"/>
              <a:buChar char="•"/>
            </a:pPr>
            <a:r>
              <a:rPr kumimoji="1" lang="en-US" altLang="ja-JP" sz="1400" b="1" dirty="0" err="1">
                <a:latin typeface="+mj-lt"/>
              </a:rPr>
              <a:t>pharmaverse</a:t>
            </a:r>
            <a:r>
              <a:rPr lang="en-US" altLang="ja-JP" sz="1400" dirty="0">
                <a:latin typeface="+mj-lt"/>
              </a:rPr>
              <a:t> </a:t>
            </a:r>
            <a:r>
              <a:rPr kumimoji="1" lang="en-US" altLang="ja-JP" sz="1400" dirty="0">
                <a:latin typeface="+mj-lt"/>
                <a:hlinkClick r:id="rId7"/>
              </a:rPr>
              <a:t>https://pharmaverse.org/</a:t>
            </a:r>
            <a:endParaRPr lang="en-US" altLang="ja-JP" sz="1400" b="0" i="0" dirty="0">
              <a:effectLst/>
              <a:latin typeface="+mj-lt"/>
            </a:endParaRPr>
          </a:p>
          <a:p>
            <a:pPr marL="285750" indent="-285750">
              <a:buFont typeface="Arial" panose="020B0604020202020204" pitchFamily="34" charset="0"/>
              <a:buChar char="•"/>
            </a:pPr>
            <a:r>
              <a:rPr kumimoji="1" lang="en-US" altLang="ja-JP" sz="1400" b="1" dirty="0">
                <a:latin typeface="+mj-lt"/>
              </a:rPr>
              <a:t>R Submissions Working Group </a:t>
            </a:r>
            <a:r>
              <a:rPr kumimoji="1" lang="en-US" altLang="ja-JP" sz="1400" dirty="0">
                <a:latin typeface="+mj-lt"/>
                <a:hlinkClick r:id="rId8"/>
              </a:rPr>
              <a:t>https://rconsortium.github.io/submissions-wg/ </a:t>
            </a:r>
            <a:endParaRPr kumimoji="1" lang="en-US" altLang="ja-JP" sz="1400" dirty="0">
              <a:latin typeface="+mj-lt"/>
            </a:endParaRPr>
          </a:p>
          <a:p>
            <a:pPr marL="285750" indent="-285750">
              <a:buFont typeface="Arial" panose="020B0604020202020204" pitchFamily="34" charset="0"/>
              <a:buChar char="•"/>
            </a:pPr>
            <a:r>
              <a:rPr lang="en-US" altLang="ja-JP" sz="1400" b="1" dirty="0">
                <a:latin typeface="+mj-lt"/>
              </a:rPr>
              <a:t>R Validation Hub </a:t>
            </a:r>
            <a:r>
              <a:rPr lang="en-US" altLang="ja-JP" sz="1400" dirty="0">
                <a:hlinkClick r:id="rId9"/>
              </a:rPr>
              <a:t>https://pharmar.org/</a:t>
            </a:r>
            <a:endParaRPr kumimoji="1" lang="en-US" altLang="ja-JP" sz="1400" dirty="0">
              <a:latin typeface="+mj-lt"/>
            </a:endParaRPr>
          </a:p>
          <a:p>
            <a:pPr marL="285750" indent="-285750">
              <a:buFont typeface="Arial" panose="020B0604020202020204" pitchFamily="34" charset="0"/>
              <a:buChar char="•"/>
            </a:pPr>
            <a:r>
              <a:rPr kumimoji="1" lang="ja-JP" altLang="en-US" sz="1400" b="1" dirty="0">
                <a:latin typeface="+mj-lt"/>
              </a:rPr>
              <a:t>日本製薬工業協会 医薬品評価委員会 データサイエンス部会</a:t>
            </a:r>
            <a:r>
              <a:rPr kumimoji="1" lang="en-US" altLang="ja-JP" sz="1400" b="1" dirty="0">
                <a:latin typeface="+mj-lt"/>
              </a:rPr>
              <a:t>2023</a:t>
            </a:r>
            <a:r>
              <a:rPr kumimoji="1" lang="ja-JP" altLang="en-US" sz="1400" b="1" dirty="0">
                <a:latin typeface="+mj-lt"/>
              </a:rPr>
              <a:t>年度タスクフォース</a:t>
            </a:r>
            <a:r>
              <a:rPr kumimoji="1" lang="en-US" altLang="ja-JP" sz="1400" b="1" dirty="0">
                <a:latin typeface="+mj-lt"/>
              </a:rPr>
              <a:t>5</a:t>
            </a:r>
            <a:r>
              <a:rPr kumimoji="1" lang="ja-JP" altLang="en-US" sz="1400" b="1" dirty="0">
                <a:latin typeface="+mj-lt"/>
              </a:rPr>
              <a:t>「オープンソースソフトウェアの活用事例紹介</a:t>
            </a:r>
            <a:r>
              <a:rPr kumimoji="1" lang="ja-JP" altLang="en-US" sz="1400" dirty="0">
                <a:latin typeface="+mj-lt"/>
              </a:rPr>
              <a:t>」</a:t>
            </a:r>
            <a:r>
              <a:rPr kumimoji="1" lang="en-US" altLang="ja-JP" sz="1400" dirty="0">
                <a:latin typeface="+mj-lt"/>
                <a:hlinkClick r:id="rId10"/>
              </a:rPr>
              <a:t>https://www.jpma.or.jp/information/evaluation/results/allotment/DS_202406_OSS.html</a:t>
            </a:r>
            <a:endParaRPr kumimoji="1" lang="en-US" altLang="ja-JP" sz="1400" dirty="0">
              <a:latin typeface="+mj-lt"/>
            </a:endParaRPr>
          </a:p>
          <a:p>
            <a:pPr marL="285750" indent="-285750">
              <a:buFont typeface="Arial" panose="020B0604020202020204" pitchFamily="34" charset="0"/>
              <a:buChar char="•"/>
            </a:pPr>
            <a:r>
              <a:rPr lang="ja-JP" altLang="en-US" sz="1400" b="1" dirty="0">
                <a:latin typeface="+mj-lt"/>
              </a:rPr>
              <a:t>疫学のための</a:t>
            </a:r>
            <a:r>
              <a:rPr lang="en-US" altLang="ja-JP" sz="1400" b="1" dirty="0">
                <a:latin typeface="+mj-lt"/>
              </a:rPr>
              <a:t>R</a:t>
            </a:r>
            <a:r>
              <a:rPr lang="ja-JP" altLang="en-US" sz="1400" b="1" dirty="0">
                <a:latin typeface="+mj-lt"/>
              </a:rPr>
              <a:t>ハンドブック </a:t>
            </a:r>
            <a:r>
              <a:rPr lang="en-US" altLang="ja-JP" sz="1400" b="0" i="0" dirty="0">
                <a:effectLst/>
                <a:latin typeface="+mj-lt"/>
                <a:hlinkClick r:id="rId11"/>
              </a:rPr>
              <a:t>https://epirhandbook.com/jp/index.jp.html</a:t>
            </a:r>
            <a:endParaRPr kumimoji="1" lang="ja-JP" altLang="en-US" sz="1400" dirty="0">
              <a:latin typeface="+mj-lt"/>
            </a:endParaRPr>
          </a:p>
        </p:txBody>
      </p:sp>
      <p:sp>
        <p:nvSpPr>
          <p:cNvPr id="3" name="Footer Placeholder 2">
            <a:extLst>
              <a:ext uri="{FF2B5EF4-FFF2-40B4-BE49-F238E27FC236}">
                <a16:creationId xmlns:a16="http://schemas.microsoft.com/office/drawing/2014/main" id="{C4906BC1-E086-8C90-13D0-6A342CB169D1}"/>
              </a:ext>
            </a:extLst>
          </p:cNvPr>
          <p:cNvSpPr>
            <a:spLocks noGrp="1"/>
          </p:cNvSpPr>
          <p:nvPr>
            <p:ph type="ftr" sz="quarter" idx="3"/>
          </p:nvPr>
        </p:nvSpPr>
        <p:spPr/>
        <p:txBody>
          <a:bodyPr/>
          <a:lstStyle/>
          <a:p>
            <a:r>
              <a:rPr lang="en-JP"/>
              <a:t> </a:t>
            </a:r>
            <a:endParaRPr lang="en-JP" dirty="0"/>
          </a:p>
        </p:txBody>
      </p:sp>
      <p:sp>
        <p:nvSpPr>
          <p:cNvPr id="4" name="Title 3">
            <a:extLst>
              <a:ext uri="{FF2B5EF4-FFF2-40B4-BE49-F238E27FC236}">
                <a16:creationId xmlns:a16="http://schemas.microsoft.com/office/drawing/2014/main" id="{3C05074A-4F5B-B2AF-515E-0FD7D30A39C3}"/>
              </a:ext>
            </a:extLst>
          </p:cNvPr>
          <p:cNvSpPr>
            <a:spLocks noGrp="1"/>
          </p:cNvSpPr>
          <p:nvPr>
            <p:ph type="title"/>
          </p:nvPr>
        </p:nvSpPr>
        <p:spPr/>
        <p:txBody>
          <a:bodyPr/>
          <a:lstStyle/>
          <a:p>
            <a:r>
              <a:rPr kumimoji="1" lang="en-US" altLang="ja-JP" dirty="0"/>
              <a:t> </a:t>
            </a:r>
            <a:r>
              <a:rPr kumimoji="1" lang="ja-JP" altLang="en-US" dirty="0"/>
              <a:t>参考文献</a:t>
            </a:r>
          </a:p>
        </p:txBody>
      </p:sp>
      <p:sp>
        <p:nvSpPr>
          <p:cNvPr id="5" name="Slide Number Placeholder 4">
            <a:extLst>
              <a:ext uri="{FF2B5EF4-FFF2-40B4-BE49-F238E27FC236}">
                <a16:creationId xmlns:a16="http://schemas.microsoft.com/office/drawing/2014/main" id="{CDFB1ED6-4889-4F66-D497-0A827BC35084}"/>
              </a:ext>
            </a:extLst>
          </p:cNvPr>
          <p:cNvSpPr>
            <a:spLocks noGrp="1"/>
          </p:cNvSpPr>
          <p:nvPr>
            <p:ph type="sldNum" sz="quarter" idx="4"/>
          </p:nvPr>
        </p:nvSpPr>
        <p:spPr/>
        <p:txBody>
          <a:bodyPr/>
          <a:lstStyle/>
          <a:p>
            <a:pPr defTabSz="1218810"/>
            <a:fld id="{E9B57936-92EF-4126-AE48-1D9D36D15E98}" type="slidenum">
              <a:rPr lang="ja-JP" altLang="en-US" smtClean="0"/>
              <a:pPr defTabSz="1218810"/>
              <a:t>23</a:t>
            </a:fld>
            <a:endParaRPr lang="ja-JP" altLang="en-US"/>
          </a:p>
        </p:txBody>
      </p:sp>
    </p:spTree>
    <p:extLst>
      <p:ext uri="{BB962C8B-B14F-4D97-AF65-F5344CB8AC3E}">
        <p14:creationId xmlns:p14="http://schemas.microsoft.com/office/powerpoint/2010/main" val="378391355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3416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heme/theme1.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square" rtlCol="0" anchor="ctr"/>
      <a:lstStyle>
        <a:defPPr algn="ctr">
          <a:defRPr kumimoji="1" dirty="0">
            <a:solidFill>
              <a:schemeClr val="bg1"/>
            </a:solidFill>
          </a:defRPr>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6" id="{9FB5A614-E129-3646-A972-0F7003615BA3}" vid="{E636E7D8-A3A5-4840-8F38-AB5A83234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1811318C565C4B8B9773E8DCEFBCFD" ma:contentTypeVersion="17" ma:contentTypeDescription="Create a new document." ma:contentTypeScope="" ma:versionID="008531b5c3baf94683d69ce62c6e6661">
  <xsd:schema xmlns:xsd="http://www.w3.org/2001/XMLSchema" xmlns:xs="http://www.w3.org/2001/XMLSchema" xmlns:p="http://schemas.microsoft.com/office/2006/metadata/properties" xmlns:ns2="d22c3cd5-af68-46cf-904b-2a67902f633c" xmlns:ns3="d8f8f6ee-77b0-4a0b-84bc-8f256da14f12" targetNamespace="http://schemas.microsoft.com/office/2006/metadata/properties" ma:root="true" ma:fieldsID="2117c505f2cee5a498c951f7916ccf5c" ns2:_="" ns3:_="">
    <xsd:import namespace="d22c3cd5-af68-46cf-904b-2a67902f633c"/>
    <xsd:import namespace="d8f8f6ee-77b0-4a0b-84bc-8f256da14f1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2c3cd5-af68-46cf-904b-2a67902f63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749a35e-9b4c-41a3-9e24-d57cd2885fd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f8f6ee-77b0-4a0b-84bc-8f256da14f1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fd6db05-398c-41d7-a72a-51159d9709ca}" ma:internalName="TaxCatchAll" ma:showField="CatchAllData" ma:web="d8f8f6ee-77b0-4a0b-84bc-8f256da14f1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22c3cd5-af68-46cf-904b-2a67902f633c">
      <Terms xmlns="http://schemas.microsoft.com/office/infopath/2007/PartnerControls"/>
    </lcf76f155ced4ddcb4097134ff3c332f>
    <TaxCatchAll xmlns="d8f8f6ee-77b0-4a0b-84bc-8f256da14f1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19C9C5-7393-4DA7-A866-43AEBD797E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2c3cd5-af68-46cf-904b-2a67902f633c"/>
    <ds:schemaRef ds:uri="d8f8f6ee-77b0-4a0b-84bc-8f256da14f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64AA88-9994-4773-9B46-6F25641ADC01}">
  <ds:schemaRefs>
    <ds:schemaRef ds:uri="a6f08481-6c03-4d4f-8c55-15386435109c"/>
    <ds:schemaRef ds:uri="http://schemas.openxmlformats.org/package/2006/metadata/core-properties"/>
    <ds:schemaRef ds:uri="http://purl.org/dc/dcmitype/"/>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c35d9128-0199-448a-8954-7c37adaffeb5"/>
    <ds:schemaRef ds:uri="http://www.w3.org/XML/1998/namespace"/>
    <ds:schemaRef ds:uri="d22c3cd5-af68-46cf-904b-2a67902f633c"/>
    <ds:schemaRef ds:uri="d8f8f6ee-77b0-4a0b-84bc-8f256da14f12"/>
  </ds:schemaRefs>
</ds:datastoreItem>
</file>

<file path=customXml/itemProps3.xml><?xml version="1.0" encoding="utf-8"?>
<ds:datastoreItem xmlns:ds="http://schemas.openxmlformats.org/officeDocument/2006/customXml" ds:itemID="{FCC3BB52-6112-4A90-B1AF-BB2849B505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Takeda_Slide_Template_EN</Template>
  <TotalTime>4111</TotalTime>
  <Words>3652</Words>
  <Application>Microsoft Office PowerPoint</Application>
  <PresentationFormat>Widescreen</PresentationFormat>
  <Paragraphs>519</Paragraphs>
  <Slides>24</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29" baseType="lpstr">
      <vt:lpstr>Arial</vt:lpstr>
      <vt:lpstr>Calibri</vt:lpstr>
      <vt:lpstr>Wingdings</vt:lpstr>
      <vt:lpstr>Takeda Slide Master</vt:lpstr>
      <vt:lpstr>think-cell Slide</vt:lpstr>
      <vt:lpstr>R with Pharma Lab 「R」による ADaM 作成～ ADaM 作成の自動化への道～</vt:lpstr>
      <vt:lpstr>免責事項</vt:lpstr>
      <vt:lpstr>本日の内容</vt:lpstr>
      <vt:lpstr>本日の内容</vt:lpstr>
      <vt:lpstr>pharmaverseの概要</vt:lpstr>
      <vt:lpstr>pharmaverseパッケージ（データ作成関連を抜粋）</vt:lpstr>
      <vt:lpstr>pharmaverse ADaM Examplesについて</vt:lpstr>
      <vt:lpstr>pharmaverse admiralのページについて</vt:lpstr>
      <vt:lpstr>「Get Started」の活用</vt:lpstr>
      <vt:lpstr>「General Rules」はadmiralの基本</vt:lpstr>
      <vt:lpstr>pharmaverse admiralの関数とチートシート</vt:lpstr>
      <vt:lpstr>pharmaverse admiralの関数とチートシート（続き）</vt:lpstr>
      <vt:lpstr>本日の内容</vt:lpstr>
      <vt:lpstr>admiralの関数を使用</vt:lpstr>
      <vt:lpstr>メタデータの活用</vt:lpstr>
      <vt:lpstr>メタデータの活用（続き）</vt:lpstr>
      <vt:lpstr>実装例1</vt:lpstr>
      <vt:lpstr>実装例1（続き）</vt:lpstr>
      <vt:lpstr>実装例2</vt:lpstr>
      <vt:lpstr>実装例2（続き）</vt:lpstr>
      <vt:lpstr>本日の内容</vt:lpstr>
      <vt:lpstr>まとめ</vt:lpstr>
      <vt:lpstr> 参考文献</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Yamasaki, Fumihiro</dc:creator>
  <cp:keywords/>
  <dc:description/>
  <cp:lastModifiedBy>Yamasaki, Fumihiro</cp:lastModifiedBy>
  <cp:revision>18</cp:revision>
  <dcterms:created xsi:type="dcterms:W3CDTF">2025-06-10T07:45:23Z</dcterms:created>
  <dcterms:modified xsi:type="dcterms:W3CDTF">2026-03-12T07:08:06Z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0x010100331811318C565C4B8B9773E8DCEFBCFD</vt:lpwstr>
  </property>
</Properties>
</file>