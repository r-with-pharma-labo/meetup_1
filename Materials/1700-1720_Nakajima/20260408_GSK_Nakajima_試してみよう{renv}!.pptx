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2"/>
  </p:notesMasterIdLst>
  <p:sldIdLst>
    <p:sldId id="257" r:id="rId2"/>
    <p:sldId id="498" r:id="rId3"/>
    <p:sldId id="504" r:id="rId4"/>
    <p:sldId id="512" r:id="rId5"/>
    <p:sldId id="503" r:id="rId6"/>
    <p:sldId id="505" r:id="rId7"/>
    <p:sldId id="514" r:id="rId8"/>
    <p:sldId id="517" r:id="rId9"/>
    <p:sldId id="518" r:id="rId10"/>
    <p:sldId id="521" r:id="rId11"/>
    <p:sldId id="520" r:id="rId12"/>
    <p:sldId id="506" r:id="rId13"/>
    <p:sldId id="499" r:id="rId14"/>
    <p:sldId id="516" r:id="rId15"/>
    <p:sldId id="522" r:id="rId16"/>
    <p:sldId id="523" r:id="rId17"/>
    <p:sldId id="509" r:id="rId18"/>
    <p:sldId id="510" r:id="rId19"/>
    <p:sldId id="511" r:id="rId20"/>
    <p:sldId id="258" r:id="rId21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FFFF"/>
    <a:srgbClr val="008000"/>
    <a:srgbClr val="CCFFFF"/>
    <a:srgbClr val="FF99FF"/>
    <a:srgbClr val="FF6600"/>
    <a:srgbClr val="3366FF"/>
    <a:srgbClr val="0066FF"/>
    <a:srgbClr val="3366CC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8A79E1-735B-483C-B298-087A4780DDA9}" v="402" dt="2026-03-26T05:16:38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925" autoAdjust="0"/>
  </p:normalViewPr>
  <p:slideViewPr>
    <p:cSldViewPr>
      <p:cViewPr varScale="1">
        <p:scale>
          <a:sx n="96" d="100"/>
          <a:sy n="96" d="100"/>
        </p:scale>
        <p:origin x="115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3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 Nakajima" userId="e9047bc0-6023-4494-abbb-69cab78f1f92" providerId="ADAL" clId="{7EB91255-21C1-4A34-B6BB-FF304AF1ADB0}"/>
    <pc:docChg chg="undo custSel addSld delSld modSld sldOrd">
      <pc:chgData name="Yuichi Nakajima" userId="e9047bc0-6023-4494-abbb-69cab78f1f92" providerId="ADAL" clId="{7EB91255-21C1-4A34-B6BB-FF304AF1ADB0}" dt="2026-03-26T09:19:02.628" v="7165" actId="20577"/>
      <pc:docMkLst>
        <pc:docMk/>
      </pc:docMkLst>
      <pc:sldChg chg="modSp mod">
        <pc:chgData name="Yuichi Nakajima" userId="e9047bc0-6023-4494-abbb-69cab78f1f92" providerId="ADAL" clId="{7EB91255-21C1-4A34-B6BB-FF304AF1ADB0}" dt="2026-03-26T02:15:35.310" v="5325" actId="20577"/>
        <pc:sldMkLst>
          <pc:docMk/>
          <pc:sldMk cId="3343611105" sldId="498"/>
        </pc:sldMkLst>
        <pc:spChg chg="mod">
          <ac:chgData name="Yuichi Nakajima" userId="e9047bc0-6023-4494-abbb-69cab78f1f92" providerId="ADAL" clId="{7EB91255-21C1-4A34-B6BB-FF304AF1ADB0}" dt="2026-03-24T00:05:42.824" v="14" actId="20577"/>
          <ac:spMkLst>
            <pc:docMk/>
            <pc:sldMk cId="3343611105" sldId="498"/>
            <ac:spMk id="2" creationId="{F12FB45E-7992-B88D-9430-2E5B453C54E9}"/>
          </ac:spMkLst>
        </pc:spChg>
        <pc:spChg chg="mod">
          <ac:chgData name="Yuichi Nakajima" userId="e9047bc0-6023-4494-abbb-69cab78f1f92" providerId="ADAL" clId="{7EB91255-21C1-4A34-B6BB-FF304AF1ADB0}" dt="2026-03-26T02:15:35.310" v="5325" actId="20577"/>
          <ac:spMkLst>
            <pc:docMk/>
            <pc:sldMk cId="3343611105" sldId="498"/>
            <ac:spMk id="3" creationId="{82CD85ED-B265-E8C3-C117-6EC105D03DE7}"/>
          </ac:spMkLst>
        </pc:spChg>
      </pc:sldChg>
      <pc:sldChg chg="addSp delSp modSp mod">
        <pc:chgData name="Yuichi Nakajima" userId="e9047bc0-6023-4494-abbb-69cab78f1f92" providerId="ADAL" clId="{7EB91255-21C1-4A34-B6BB-FF304AF1ADB0}" dt="2026-03-26T03:03:02.077" v="7051" actId="1076"/>
        <pc:sldMkLst>
          <pc:docMk/>
          <pc:sldMk cId="1320514401" sldId="499"/>
        </pc:sldMkLst>
        <pc:spChg chg="mod">
          <ac:chgData name="Yuichi Nakajima" userId="e9047bc0-6023-4494-abbb-69cab78f1f92" providerId="ADAL" clId="{7EB91255-21C1-4A34-B6BB-FF304AF1ADB0}" dt="2026-03-24T01:50:21.156" v="2546"/>
          <ac:spMkLst>
            <pc:docMk/>
            <pc:sldMk cId="1320514401" sldId="499"/>
            <ac:spMk id="2" creationId="{4BAC3509-0C7F-F410-6361-0D3D0402138E}"/>
          </ac:spMkLst>
        </pc:spChg>
        <pc:spChg chg="mod">
          <ac:chgData name="Yuichi Nakajima" userId="e9047bc0-6023-4494-abbb-69cab78f1f92" providerId="ADAL" clId="{7EB91255-21C1-4A34-B6BB-FF304AF1ADB0}" dt="2026-03-26T01:07:37.767" v="4142" actId="207"/>
          <ac:spMkLst>
            <pc:docMk/>
            <pc:sldMk cId="1320514401" sldId="499"/>
            <ac:spMk id="3" creationId="{D656878F-2518-4446-165F-CB8C7FDE77B7}"/>
          </ac:spMkLst>
        </pc:spChg>
        <pc:spChg chg="add mod">
          <ac:chgData name="Yuichi Nakajima" userId="e9047bc0-6023-4494-abbb-69cab78f1f92" providerId="ADAL" clId="{7EB91255-21C1-4A34-B6BB-FF304AF1ADB0}" dt="2026-03-26T02:58:59.694" v="7032" actId="688"/>
          <ac:spMkLst>
            <pc:docMk/>
            <pc:sldMk cId="1320514401" sldId="499"/>
            <ac:spMk id="7" creationId="{C0B28F10-9824-EA6C-BE2D-1973728DE4BB}"/>
          </ac:spMkLst>
        </pc:spChg>
        <pc:picChg chg="add del mod">
          <ac:chgData name="Yuichi Nakajima" userId="e9047bc0-6023-4494-abbb-69cab78f1f92" providerId="ADAL" clId="{7EB91255-21C1-4A34-B6BB-FF304AF1ADB0}" dt="2026-03-26T02:59:20.616" v="7037" actId="478"/>
          <ac:picMkLst>
            <pc:docMk/>
            <pc:sldMk cId="1320514401" sldId="499"/>
            <ac:picMk id="6" creationId="{94FCC58D-1E6B-CAF2-D43B-3172982D0ADF}"/>
          </ac:picMkLst>
        </pc:picChg>
        <pc:picChg chg="add mod">
          <ac:chgData name="Yuichi Nakajima" userId="e9047bc0-6023-4494-abbb-69cab78f1f92" providerId="ADAL" clId="{7EB91255-21C1-4A34-B6BB-FF304AF1ADB0}" dt="2026-03-26T02:33:46.935" v="6602" actId="1440"/>
          <ac:picMkLst>
            <pc:docMk/>
            <pc:sldMk cId="1320514401" sldId="499"/>
            <ac:picMk id="8" creationId="{7858D941-ED0D-BAC0-C897-9875A4B839FF}"/>
          </ac:picMkLst>
        </pc:picChg>
        <pc:picChg chg="add del mod modCrop">
          <ac:chgData name="Yuichi Nakajima" userId="e9047bc0-6023-4494-abbb-69cab78f1f92" providerId="ADAL" clId="{7EB91255-21C1-4A34-B6BB-FF304AF1ADB0}" dt="2026-03-26T03:02:56.998" v="7047" actId="478"/>
          <ac:picMkLst>
            <pc:docMk/>
            <pc:sldMk cId="1320514401" sldId="499"/>
            <ac:picMk id="10" creationId="{071EFD6F-FD8F-4445-250E-2AE8928D7BFB}"/>
          </ac:picMkLst>
        </pc:picChg>
        <pc:picChg chg="add mod">
          <ac:chgData name="Yuichi Nakajima" userId="e9047bc0-6023-4494-abbb-69cab78f1f92" providerId="ADAL" clId="{7EB91255-21C1-4A34-B6BB-FF304AF1ADB0}" dt="2026-03-26T03:03:02.077" v="7051" actId="1076"/>
          <ac:picMkLst>
            <pc:docMk/>
            <pc:sldMk cId="1320514401" sldId="499"/>
            <ac:picMk id="12" creationId="{DA2957BB-DB3A-633C-138A-95CB57CE4F71}"/>
          </ac:picMkLst>
        </pc:picChg>
      </pc:sldChg>
      <pc:sldChg chg="addSp delSp modSp del mod">
        <pc:chgData name="Yuichi Nakajima" userId="e9047bc0-6023-4494-abbb-69cab78f1f92" providerId="ADAL" clId="{7EB91255-21C1-4A34-B6BB-FF304AF1ADB0}" dt="2026-03-26T00:54:29.481" v="4013" actId="47"/>
        <pc:sldMkLst>
          <pc:docMk/>
          <pc:sldMk cId="3706994472" sldId="500"/>
        </pc:sldMkLst>
        <pc:spChg chg="del">
          <ac:chgData name="Yuichi Nakajima" userId="e9047bc0-6023-4494-abbb-69cab78f1f92" providerId="ADAL" clId="{7EB91255-21C1-4A34-B6BB-FF304AF1ADB0}" dt="2026-03-26T00:52:18.898" v="4009" actId="22"/>
          <ac:spMkLst>
            <pc:docMk/>
            <pc:sldMk cId="3706994472" sldId="500"/>
            <ac:spMk id="3" creationId="{F69BD9F4-222B-368B-E6E7-952E82587DB9}"/>
          </ac:spMkLst>
        </pc:spChg>
        <pc:picChg chg="add mod ord">
          <ac:chgData name="Yuichi Nakajima" userId="e9047bc0-6023-4494-abbb-69cab78f1f92" providerId="ADAL" clId="{7EB91255-21C1-4A34-B6BB-FF304AF1ADB0}" dt="2026-03-26T00:54:20.599" v="4010" actId="1076"/>
          <ac:picMkLst>
            <pc:docMk/>
            <pc:sldMk cId="3706994472" sldId="500"/>
            <ac:picMk id="6" creationId="{60F1C6D9-2FDF-8DB6-D7DF-FCCE42E057FD}"/>
          </ac:picMkLst>
        </pc:picChg>
      </pc:sldChg>
      <pc:sldChg chg="addSp delSp modSp del mod">
        <pc:chgData name="Yuichi Nakajima" userId="e9047bc0-6023-4494-abbb-69cab78f1f92" providerId="ADAL" clId="{7EB91255-21C1-4A34-B6BB-FF304AF1ADB0}" dt="2026-03-26T01:17:08.143" v="4585" actId="47"/>
        <pc:sldMkLst>
          <pc:docMk/>
          <pc:sldMk cId="2544137938" sldId="501"/>
        </pc:sldMkLst>
        <pc:spChg chg="mod">
          <ac:chgData name="Yuichi Nakajima" userId="e9047bc0-6023-4494-abbb-69cab78f1f92" providerId="ADAL" clId="{7EB91255-21C1-4A34-B6BB-FF304AF1ADB0}" dt="2026-03-26T01:11:25.299" v="4288" actId="6549"/>
          <ac:spMkLst>
            <pc:docMk/>
            <pc:sldMk cId="2544137938" sldId="501"/>
            <ac:spMk id="3" creationId="{7879DB4B-B9E8-D41B-F7CD-31778408235C}"/>
          </ac:spMkLst>
        </pc:spChg>
        <pc:picChg chg="add del mod">
          <ac:chgData name="Yuichi Nakajima" userId="e9047bc0-6023-4494-abbb-69cab78f1f92" providerId="ADAL" clId="{7EB91255-21C1-4A34-B6BB-FF304AF1ADB0}" dt="2026-03-26T01:11:23.505" v="4287" actId="478"/>
          <ac:picMkLst>
            <pc:docMk/>
            <pc:sldMk cId="2544137938" sldId="501"/>
            <ac:picMk id="5" creationId="{72511F98-E209-1790-85A3-8F14A1A4D545}"/>
          </ac:picMkLst>
        </pc:picChg>
        <pc:picChg chg="add del mod">
          <ac:chgData name="Yuichi Nakajima" userId="e9047bc0-6023-4494-abbb-69cab78f1f92" providerId="ADAL" clId="{7EB91255-21C1-4A34-B6BB-FF304AF1ADB0}" dt="2026-03-26T01:12:04.560" v="4291" actId="21"/>
          <ac:picMkLst>
            <pc:docMk/>
            <pc:sldMk cId="2544137938" sldId="501"/>
            <ac:picMk id="7" creationId="{CD7AB7DC-DADC-02D8-B084-EF356AF2DA0A}"/>
          </ac:picMkLst>
        </pc:picChg>
      </pc:sldChg>
      <pc:sldChg chg="del">
        <pc:chgData name="Yuichi Nakajima" userId="e9047bc0-6023-4494-abbb-69cab78f1f92" providerId="ADAL" clId="{7EB91255-21C1-4A34-B6BB-FF304AF1ADB0}" dt="2026-03-26T00:27:18.861" v="3987" actId="47"/>
        <pc:sldMkLst>
          <pc:docMk/>
          <pc:sldMk cId="2595252563" sldId="502"/>
        </pc:sldMkLst>
      </pc:sldChg>
      <pc:sldChg chg="addSp delSp modSp new mod modAnim">
        <pc:chgData name="Yuichi Nakajima" userId="e9047bc0-6023-4494-abbb-69cab78f1f92" providerId="ADAL" clId="{7EB91255-21C1-4A34-B6BB-FF304AF1ADB0}" dt="2026-03-26T05:16:19.455" v="7115" actId="20577"/>
        <pc:sldMkLst>
          <pc:docMk/>
          <pc:sldMk cId="2787746460" sldId="503"/>
        </pc:sldMkLst>
        <pc:spChg chg="mod">
          <ac:chgData name="Yuichi Nakajima" userId="e9047bc0-6023-4494-abbb-69cab78f1f92" providerId="ADAL" clId="{7EB91255-21C1-4A34-B6BB-FF304AF1ADB0}" dt="2026-03-26T01:19:34.384" v="4671" actId="20577"/>
          <ac:spMkLst>
            <pc:docMk/>
            <pc:sldMk cId="2787746460" sldId="503"/>
            <ac:spMk id="2" creationId="{C75AEB51-E2EB-4FF1-8D6A-6DD7E47D73C0}"/>
          </ac:spMkLst>
        </pc:spChg>
        <pc:spChg chg="mod">
          <ac:chgData name="Yuichi Nakajima" userId="e9047bc0-6023-4494-abbb-69cab78f1f92" providerId="ADAL" clId="{7EB91255-21C1-4A34-B6BB-FF304AF1ADB0}" dt="2026-03-26T05:16:19.455" v="7115" actId="20577"/>
          <ac:spMkLst>
            <pc:docMk/>
            <pc:sldMk cId="2787746460" sldId="503"/>
            <ac:spMk id="3" creationId="{A8170DD0-7485-E5EE-8FEA-522BB8028E45}"/>
          </ac:spMkLst>
        </pc:spChg>
        <pc:graphicFrameChg chg="add mod modGraphic">
          <ac:chgData name="Yuichi Nakajima" userId="e9047bc0-6023-4494-abbb-69cab78f1f92" providerId="ADAL" clId="{7EB91255-21C1-4A34-B6BB-FF304AF1ADB0}" dt="2026-03-26T02:31:09.541" v="6556"/>
          <ac:graphicFrameMkLst>
            <pc:docMk/>
            <pc:sldMk cId="2787746460" sldId="503"/>
            <ac:graphicFrameMk id="12" creationId="{D06405B4-603C-22DF-8266-71E30E7BE69A}"/>
          </ac:graphicFrameMkLst>
        </pc:graphicFrameChg>
        <pc:picChg chg="add mod">
          <ac:chgData name="Yuichi Nakajima" userId="e9047bc0-6023-4494-abbb-69cab78f1f92" providerId="ADAL" clId="{7EB91255-21C1-4A34-B6BB-FF304AF1ADB0}" dt="2026-03-24T00:36:45.096" v="1156" actId="1076"/>
          <ac:picMkLst>
            <pc:docMk/>
            <pc:sldMk cId="2787746460" sldId="503"/>
            <ac:picMk id="8" creationId="{B3AEE84B-D81F-54BF-624F-B88AD3089B40}"/>
          </ac:picMkLst>
        </pc:picChg>
        <pc:picChg chg="add mod">
          <ac:chgData name="Yuichi Nakajima" userId="e9047bc0-6023-4494-abbb-69cab78f1f92" providerId="ADAL" clId="{7EB91255-21C1-4A34-B6BB-FF304AF1ADB0}" dt="2026-03-24T00:55:19.071" v="1825" actId="1076"/>
          <ac:picMkLst>
            <pc:docMk/>
            <pc:sldMk cId="2787746460" sldId="503"/>
            <ac:picMk id="10" creationId="{3D1D0FC9-46A2-C220-B24D-E3B41C962C66}"/>
          </ac:picMkLst>
        </pc:picChg>
      </pc:sldChg>
      <pc:sldChg chg="addSp delSp modSp new mod ord addAnim delAnim modAnim">
        <pc:chgData name="Yuichi Nakajima" userId="e9047bc0-6023-4494-abbb-69cab78f1f92" providerId="ADAL" clId="{7EB91255-21C1-4A34-B6BB-FF304AF1ADB0}" dt="2026-03-26T01:19:19.379" v="4655" actId="20577"/>
        <pc:sldMkLst>
          <pc:docMk/>
          <pc:sldMk cId="3749555531" sldId="504"/>
        </pc:sldMkLst>
        <pc:spChg chg="mod">
          <ac:chgData name="Yuichi Nakajima" userId="e9047bc0-6023-4494-abbb-69cab78f1f92" providerId="ADAL" clId="{7EB91255-21C1-4A34-B6BB-FF304AF1ADB0}" dt="2026-03-26T01:19:19.379" v="4655" actId="20577"/>
          <ac:spMkLst>
            <pc:docMk/>
            <pc:sldMk cId="3749555531" sldId="504"/>
            <ac:spMk id="2" creationId="{38B712F9-BF96-52D0-8F3E-C91C1237234D}"/>
          </ac:spMkLst>
        </pc:spChg>
        <pc:spChg chg="mod">
          <ac:chgData name="Yuichi Nakajima" userId="e9047bc0-6023-4494-abbb-69cab78f1f92" providerId="ADAL" clId="{7EB91255-21C1-4A34-B6BB-FF304AF1ADB0}" dt="2026-03-26T00:25:05.039" v="3972" actId="20577"/>
          <ac:spMkLst>
            <pc:docMk/>
            <pc:sldMk cId="3749555531" sldId="504"/>
            <ac:spMk id="3" creationId="{7EF27EE7-FDEC-3AFF-E927-D11CDED37A8A}"/>
          </ac:spMkLst>
        </pc:spChg>
        <pc:spChg chg="add mod">
          <ac:chgData name="Yuichi Nakajima" userId="e9047bc0-6023-4494-abbb-69cab78f1f92" providerId="ADAL" clId="{7EB91255-21C1-4A34-B6BB-FF304AF1ADB0}" dt="2026-03-24T00:23:56.648" v="685" actId="1076"/>
          <ac:spMkLst>
            <pc:docMk/>
            <pc:sldMk cId="3749555531" sldId="504"/>
            <ac:spMk id="5" creationId="{0EC8803E-B873-B593-D83A-8DEF1E1CB38D}"/>
          </ac:spMkLst>
        </pc:spChg>
        <pc:spChg chg="add mod ord">
          <ac:chgData name="Yuichi Nakajima" userId="e9047bc0-6023-4494-abbb-69cab78f1f92" providerId="ADAL" clId="{7EB91255-21C1-4A34-B6BB-FF304AF1ADB0}" dt="2026-03-24T00:23:56.648" v="685" actId="1076"/>
          <ac:spMkLst>
            <pc:docMk/>
            <pc:sldMk cId="3749555531" sldId="504"/>
            <ac:spMk id="6" creationId="{39A92412-608D-79EB-BE46-9915F920EDD7}"/>
          </ac:spMkLst>
        </pc:spChg>
        <pc:spChg chg="add mod">
          <ac:chgData name="Yuichi Nakajima" userId="e9047bc0-6023-4494-abbb-69cab78f1f92" providerId="ADAL" clId="{7EB91255-21C1-4A34-B6BB-FF304AF1ADB0}" dt="2026-03-24T00:23:56.648" v="685" actId="1076"/>
          <ac:spMkLst>
            <pc:docMk/>
            <pc:sldMk cId="3749555531" sldId="504"/>
            <ac:spMk id="7" creationId="{CF2D5693-B1E2-1EAF-390E-97A0D6C6943F}"/>
          </ac:spMkLst>
        </pc:spChg>
        <pc:spChg chg="add del mod">
          <ac:chgData name="Yuichi Nakajima" userId="e9047bc0-6023-4494-abbb-69cab78f1f92" providerId="ADAL" clId="{7EB91255-21C1-4A34-B6BB-FF304AF1ADB0}" dt="2026-03-24T00:23:50.988" v="684" actId="1076"/>
          <ac:spMkLst>
            <pc:docMk/>
            <pc:sldMk cId="3749555531" sldId="504"/>
            <ac:spMk id="8" creationId="{216838E7-1BC4-E258-272F-718F40973E78}"/>
          </ac:spMkLst>
        </pc:spChg>
      </pc:sldChg>
      <pc:sldChg chg="modSp new mod ord">
        <pc:chgData name="Yuichi Nakajima" userId="e9047bc0-6023-4494-abbb-69cab78f1f92" providerId="ADAL" clId="{7EB91255-21C1-4A34-B6BB-FF304AF1ADB0}" dt="2026-03-26T05:16:27.556" v="7117" actId="20577"/>
        <pc:sldMkLst>
          <pc:docMk/>
          <pc:sldMk cId="2709552217" sldId="505"/>
        </pc:sldMkLst>
        <pc:spChg chg="mod">
          <ac:chgData name="Yuichi Nakajima" userId="e9047bc0-6023-4494-abbb-69cab78f1f92" providerId="ADAL" clId="{7EB91255-21C1-4A34-B6BB-FF304AF1ADB0}" dt="2026-03-26T01:19:41.971" v="4673" actId="20577"/>
          <ac:spMkLst>
            <pc:docMk/>
            <pc:sldMk cId="2709552217" sldId="505"/>
            <ac:spMk id="2" creationId="{B52DD648-623E-EC81-AC9D-123649AED1A0}"/>
          </ac:spMkLst>
        </pc:spChg>
        <pc:spChg chg="mod">
          <ac:chgData name="Yuichi Nakajima" userId="e9047bc0-6023-4494-abbb-69cab78f1f92" providerId="ADAL" clId="{7EB91255-21C1-4A34-B6BB-FF304AF1ADB0}" dt="2026-03-26T05:16:27.556" v="7117" actId="20577"/>
          <ac:spMkLst>
            <pc:docMk/>
            <pc:sldMk cId="2709552217" sldId="505"/>
            <ac:spMk id="3" creationId="{4047F176-4F50-743F-DEE1-EE6D2ACB2848}"/>
          </ac:spMkLst>
        </pc:spChg>
      </pc:sldChg>
      <pc:sldChg chg="addSp delSp modSp new mod">
        <pc:chgData name="Yuichi Nakajima" userId="e9047bc0-6023-4494-abbb-69cab78f1f92" providerId="ADAL" clId="{7EB91255-21C1-4A34-B6BB-FF304AF1ADB0}" dt="2026-03-26T00:36:24.892" v="4008" actId="20577"/>
        <pc:sldMkLst>
          <pc:docMk/>
          <pc:sldMk cId="1872699143" sldId="506"/>
        </pc:sldMkLst>
        <pc:spChg chg="mod">
          <ac:chgData name="Yuichi Nakajima" userId="e9047bc0-6023-4494-abbb-69cab78f1f92" providerId="ADAL" clId="{7EB91255-21C1-4A34-B6BB-FF304AF1ADB0}" dt="2026-03-24T01:49:47.780" v="2545"/>
          <ac:spMkLst>
            <pc:docMk/>
            <pc:sldMk cId="1872699143" sldId="506"/>
            <ac:spMk id="2" creationId="{5E4E6E1B-AC55-709F-3D39-7ED3E7CC6AFE}"/>
          </ac:spMkLst>
        </pc:spChg>
        <pc:spChg chg="mod">
          <ac:chgData name="Yuichi Nakajima" userId="e9047bc0-6023-4494-abbb-69cab78f1f92" providerId="ADAL" clId="{7EB91255-21C1-4A34-B6BB-FF304AF1ADB0}" dt="2026-03-26T00:36:24.892" v="4008" actId="20577"/>
          <ac:spMkLst>
            <pc:docMk/>
            <pc:sldMk cId="1872699143" sldId="506"/>
            <ac:spMk id="3" creationId="{31C202BE-9019-FEB1-48E4-524C3BFDF7B7}"/>
          </ac:spMkLst>
        </pc:spChg>
        <pc:spChg chg="add mod">
          <ac:chgData name="Yuichi Nakajima" userId="e9047bc0-6023-4494-abbb-69cab78f1f92" providerId="ADAL" clId="{7EB91255-21C1-4A34-B6BB-FF304AF1ADB0}" dt="2026-03-24T01:52:58.889" v="2672" actId="1076"/>
          <ac:spMkLst>
            <pc:docMk/>
            <pc:sldMk cId="1872699143" sldId="506"/>
            <ac:spMk id="5" creationId="{FFF9C92C-4E1A-8754-ADBE-2F44D2EFF2AC}"/>
          </ac:spMkLst>
        </pc:spChg>
        <pc:spChg chg="add mod">
          <ac:chgData name="Yuichi Nakajima" userId="e9047bc0-6023-4494-abbb-69cab78f1f92" providerId="ADAL" clId="{7EB91255-21C1-4A34-B6BB-FF304AF1ADB0}" dt="2026-03-24T01:52:58.889" v="2672" actId="1076"/>
          <ac:spMkLst>
            <pc:docMk/>
            <pc:sldMk cId="1872699143" sldId="506"/>
            <ac:spMk id="8" creationId="{7FCAA038-C680-FE8A-EF96-6B3F51D7031C}"/>
          </ac:spMkLst>
        </pc:spChg>
      </pc:sldChg>
      <pc:sldChg chg="new del">
        <pc:chgData name="Yuichi Nakajima" userId="e9047bc0-6023-4494-abbb-69cab78f1f92" providerId="ADAL" clId="{7EB91255-21C1-4A34-B6BB-FF304AF1ADB0}" dt="2026-03-26T00:27:17.386" v="3985" actId="47"/>
        <pc:sldMkLst>
          <pc:docMk/>
          <pc:sldMk cId="1235298879" sldId="507"/>
        </pc:sldMkLst>
      </pc:sldChg>
      <pc:sldChg chg="modSp new del mod">
        <pc:chgData name="Yuichi Nakajima" userId="e9047bc0-6023-4494-abbb-69cab78f1f92" providerId="ADAL" clId="{7EB91255-21C1-4A34-B6BB-FF304AF1ADB0}" dt="2026-03-26T00:27:17.489" v="3986" actId="47"/>
        <pc:sldMkLst>
          <pc:docMk/>
          <pc:sldMk cId="645432290" sldId="508"/>
        </pc:sldMkLst>
      </pc:sldChg>
      <pc:sldChg chg="modSp new mod">
        <pc:chgData name="Yuichi Nakajima" userId="e9047bc0-6023-4494-abbb-69cab78f1f92" providerId="ADAL" clId="{7EB91255-21C1-4A34-B6BB-FF304AF1ADB0}" dt="2026-03-26T02:49:52.848" v="7016" actId="20577"/>
        <pc:sldMkLst>
          <pc:docMk/>
          <pc:sldMk cId="61402839" sldId="509"/>
        </pc:sldMkLst>
        <pc:spChg chg="mod">
          <ac:chgData name="Yuichi Nakajima" userId="e9047bc0-6023-4494-abbb-69cab78f1f92" providerId="ADAL" clId="{7EB91255-21C1-4A34-B6BB-FF304AF1ADB0}" dt="2026-03-26T02:49:52.848" v="7016" actId="20577"/>
          <ac:spMkLst>
            <pc:docMk/>
            <pc:sldMk cId="61402839" sldId="509"/>
            <ac:spMk id="2" creationId="{F149DDAA-2F89-75B6-9F74-FAF5B937F0E2}"/>
          </ac:spMkLst>
        </pc:spChg>
        <pc:spChg chg="mod">
          <ac:chgData name="Yuichi Nakajima" userId="e9047bc0-6023-4494-abbb-69cab78f1f92" providerId="ADAL" clId="{7EB91255-21C1-4A34-B6BB-FF304AF1ADB0}" dt="2026-03-26T02:47:54.937" v="6992" actId="20577"/>
          <ac:spMkLst>
            <pc:docMk/>
            <pc:sldMk cId="61402839" sldId="509"/>
            <ac:spMk id="3" creationId="{7F125ADF-02A4-5E6C-11B8-89FC6F6C6D7D}"/>
          </ac:spMkLst>
        </pc:spChg>
      </pc:sldChg>
      <pc:sldChg chg="modSp new mod">
        <pc:chgData name="Yuichi Nakajima" userId="e9047bc0-6023-4494-abbb-69cab78f1f92" providerId="ADAL" clId="{7EB91255-21C1-4A34-B6BB-FF304AF1ADB0}" dt="2026-03-26T09:19:02.628" v="7165" actId="20577"/>
        <pc:sldMkLst>
          <pc:docMk/>
          <pc:sldMk cId="1893591615" sldId="510"/>
        </pc:sldMkLst>
        <pc:spChg chg="mod">
          <ac:chgData name="Yuichi Nakajima" userId="e9047bc0-6023-4494-abbb-69cab78f1f92" providerId="ADAL" clId="{7EB91255-21C1-4A34-B6BB-FF304AF1ADB0}" dt="2026-03-26T02:49:59.168" v="7026" actId="20577"/>
          <ac:spMkLst>
            <pc:docMk/>
            <pc:sldMk cId="1893591615" sldId="510"/>
            <ac:spMk id="2" creationId="{44967A8C-2759-3631-10FA-3DDA8B3B8ED7}"/>
          </ac:spMkLst>
        </pc:spChg>
        <pc:spChg chg="mod">
          <ac:chgData name="Yuichi Nakajima" userId="e9047bc0-6023-4494-abbb-69cab78f1f92" providerId="ADAL" clId="{7EB91255-21C1-4A34-B6BB-FF304AF1ADB0}" dt="2026-03-26T09:19:02.628" v="7165" actId="20577"/>
          <ac:spMkLst>
            <pc:docMk/>
            <pc:sldMk cId="1893591615" sldId="510"/>
            <ac:spMk id="3" creationId="{5724CB7E-B412-1B7D-D5FE-D73AF4EBC9F9}"/>
          </ac:spMkLst>
        </pc:spChg>
      </pc:sldChg>
      <pc:sldChg chg="addSp modSp new mod">
        <pc:chgData name="Yuichi Nakajima" userId="e9047bc0-6023-4494-abbb-69cab78f1f92" providerId="ADAL" clId="{7EB91255-21C1-4A34-B6BB-FF304AF1ADB0}" dt="2026-03-26T02:41:52.265" v="6953" actId="404"/>
        <pc:sldMkLst>
          <pc:docMk/>
          <pc:sldMk cId="4031271427" sldId="511"/>
        </pc:sldMkLst>
        <pc:spChg chg="mod">
          <ac:chgData name="Yuichi Nakajima" userId="e9047bc0-6023-4494-abbb-69cab78f1f92" providerId="ADAL" clId="{7EB91255-21C1-4A34-B6BB-FF304AF1ADB0}" dt="2026-03-24T00:10:41.753" v="218" actId="20577"/>
          <ac:spMkLst>
            <pc:docMk/>
            <pc:sldMk cId="4031271427" sldId="511"/>
            <ac:spMk id="2" creationId="{289DBA2D-711B-948A-9FB0-0EDAA6E4FAA5}"/>
          </ac:spMkLst>
        </pc:spChg>
        <pc:spChg chg="mod">
          <ac:chgData name="Yuichi Nakajima" userId="e9047bc0-6023-4494-abbb-69cab78f1f92" providerId="ADAL" clId="{7EB91255-21C1-4A34-B6BB-FF304AF1ADB0}" dt="2026-03-26T02:41:52.265" v="6953" actId="404"/>
          <ac:spMkLst>
            <pc:docMk/>
            <pc:sldMk cId="4031271427" sldId="511"/>
            <ac:spMk id="3" creationId="{5B2955D1-0921-42E2-BF3C-C2E149DB42DD}"/>
          </ac:spMkLst>
        </pc:spChg>
        <pc:picChg chg="add mod">
          <ac:chgData name="Yuichi Nakajima" userId="e9047bc0-6023-4494-abbb-69cab78f1f92" providerId="ADAL" clId="{7EB91255-21C1-4A34-B6BB-FF304AF1ADB0}" dt="2026-03-26T02:39:16.761" v="6715" actId="1076"/>
          <ac:picMkLst>
            <pc:docMk/>
            <pc:sldMk cId="4031271427" sldId="511"/>
            <ac:picMk id="6" creationId="{1CECD173-7272-95C7-6087-E7780D2DD332}"/>
          </ac:picMkLst>
        </pc:picChg>
        <pc:picChg chg="add mod">
          <ac:chgData name="Yuichi Nakajima" userId="e9047bc0-6023-4494-abbb-69cab78f1f92" providerId="ADAL" clId="{7EB91255-21C1-4A34-B6BB-FF304AF1ADB0}" dt="2026-03-26T02:41:36.086" v="6902" actId="1076"/>
          <ac:picMkLst>
            <pc:docMk/>
            <pc:sldMk cId="4031271427" sldId="511"/>
            <ac:picMk id="8" creationId="{171E603B-3B5F-221C-DD02-A25C9DF94C16}"/>
          </ac:picMkLst>
        </pc:picChg>
      </pc:sldChg>
      <pc:sldChg chg="addSp delSp modSp new mod">
        <pc:chgData name="Yuichi Nakajima" userId="e9047bc0-6023-4494-abbb-69cab78f1f92" providerId="ADAL" clId="{7EB91255-21C1-4A34-B6BB-FF304AF1ADB0}" dt="2026-03-26T05:15:53.979" v="7107" actId="20577"/>
        <pc:sldMkLst>
          <pc:docMk/>
          <pc:sldMk cId="1026350546" sldId="512"/>
        </pc:sldMkLst>
        <pc:spChg chg="mod">
          <ac:chgData name="Yuichi Nakajima" userId="e9047bc0-6023-4494-abbb-69cab78f1f92" providerId="ADAL" clId="{7EB91255-21C1-4A34-B6BB-FF304AF1ADB0}" dt="2026-03-26T01:19:26.920" v="4657" actId="20577"/>
          <ac:spMkLst>
            <pc:docMk/>
            <pc:sldMk cId="1026350546" sldId="512"/>
            <ac:spMk id="2" creationId="{ACFA929E-867B-B777-E01A-F5A40C45793A}"/>
          </ac:spMkLst>
        </pc:spChg>
        <pc:spChg chg="mod">
          <ac:chgData name="Yuichi Nakajima" userId="e9047bc0-6023-4494-abbb-69cab78f1f92" providerId="ADAL" clId="{7EB91255-21C1-4A34-B6BB-FF304AF1ADB0}" dt="2026-03-26T05:15:53.979" v="7107" actId="20577"/>
          <ac:spMkLst>
            <pc:docMk/>
            <pc:sldMk cId="1026350546" sldId="512"/>
            <ac:spMk id="3" creationId="{9B9152FA-3BF0-5AD9-513B-B93210BA8425}"/>
          </ac:spMkLst>
        </pc:spChg>
      </pc:sldChg>
      <pc:sldChg chg="modSp new del">
        <pc:chgData name="Yuichi Nakajima" userId="e9047bc0-6023-4494-abbb-69cab78f1f92" providerId="ADAL" clId="{7EB91255-21C1-4A34-B6BB-FF304AF1ADB0}" dt="2026-03-25T13:50:41.519" v="3956" actId="47"/>
        <pc:sldMkLst>
          <pc:docMk/>
          <pc:sldMk cId="2386347059" sldId="513"/>
        </pc:sldMkLst>
      </pc:sldChg>
      <pc:sldChg chg="addSp delSp modSp new mod">
        <pc:chgData name="Yuichi Nakajima" userId="e9047bc0-6023-4494-abbb-69cab78f1f92" providerId="ADAL" clId="{7EB91255-21C1-4A34-B6BB-FF304AF1ADB0}" dt="2026-03-26T01:19:56.276" v="4680" actId="20577"/>
        <pc:sldMkLst>
          <pc:docMk/>
          <pc:sldMk cId="901494128" sldId="514"/>
        </pc:sldMkLst>
        <pc:spChg chg="mod">
          <ac:chgData name="Yuichi Nakajima" userId="e9047bc0-6023-4494-abbb-69cab78f1f92" providerId="ADAL" clId="{7EB91255-21C1-4A34-B6BB-FF304AF1ADB0}" dt="2026-03-26T01:19:56.276" v="4680" actId="20577"/>
          <ac:spMkLst>
            <pc:docMk/>
            <pc:sldMk cId="901494128" sldId="514"/>
            <ac:spMk id="2" creationId="{E8144EBE-B86E-A7E7-D902-99F2A2837BE9}"/>
          </ac:spMkLst>
        </pc:spChg>
        <pc:graphicFrameChg chg="add mod modGraphic">
          <ac:chgData name="Yuichi Nakajima" userId="e9047bc0-6023-4494-abbb-69cab78f1f92" providerId="ADAL" clId="{7EB91255-21C1-4A34-B6BB-FF304AF1ADB0}" dt="2026-03-26T00:26:28.267" v="3975" actId="20577"/>
          <ac:graphicFrameMkLst>
            <pc:docMk/>
            <pc:sldMk cId="901494128" sldId="514"/>
            <ac:graphicFrameMk id="5" creationId="{89477F86-9651-68B2-8895-3EB12B41ACE1}"/>
          </ac:graphicFrameMkLst>
        </pc:graphicFrameChg>
      </pc:sldChg>
      <pc:sldChg chg="addSp delSp modSp new del mod">
        <pc:chgData name="Yuichi Nakajima" userId="e9047bc0-6023-4494-abbb-69cab78f1f92" providerId="ADAL" clId="{7EB91255-21C1-4A34-B6BB-FF304AF1ADB0}" dt="2026-03-26T01:06:32.335" v="4071" actId="47"/>
        <pc:sldMkLst>
          <pc:docMk/>
          <pc:sldMk cId="791398860" sldId="515"/>
        </pc:sldMkLst>
      </pc:sldChg>
      <pc:sldChg chg="addSp delSp modSp add mod">
        <pc:chgData name="Yuichi Nakajima" userId="e9047bc0-6023-4494-abbb-69cab78f1f92" providerId="ADAL" clId="{7EB91255-21C1-4A34-B6BB-FF304AF1ADB0}" dt="2026-03-26T01:11:17.504" v="4286" actId="1076"/>
        <pc:sldMkLst>
          <pc:docMk/>
          <pc:sldMk cId="920835850" sldId="516"/>
        </pc:sldMkLst>
        <pc:spChg chg="mod">
          <ac:chgData name="Yuichi Nakajima" userId="e9047bc0-6023-4494-abbb-69cab78f1f92" providerId="ADAL" clId="{7EB91255-21C1-4A34-B6BB-FF304AF1ADB0}" dt="2026-03-26T01:04:04.274" v="4058" actId="404"/>
          <ac:spMkLst>
            <pc:docMk/>
            <pc:sldMk cId="920835850" sldId="516"/>
            <ac:spMk id="3" creationId="{BB0CBF8A-FB3F-C491-529A-229DD1B30BB6}"/>
          </ac:spMkLst>
        </pc:spChg>
        <pc:spChg chg="add mod">
          <ac:chgData name="Yuichi Nakajima" userId="e9047bc0-6023-4494-abbb-69cab78f1f92" providerId="ADAL" clId="{7EB91255-21C1-4A34-B6BB-FF304AF1ADB0}" dt="2026-03-26T01:11:00.689" v="4282" actId="20577"/>
          <ac:spMkLst>
            <pc:docMk/>
            <pc:sldMk cId="920835850" sldId="516"/>
            <ac:spMk id="7" creationId="{4176DC9F-51D3-EED6-DA73-75888D8CBEE1}"/>
          </ac:spMkLst>
        </pc:spChg>
        <pc:picChg chg="add mod">
          <ac:chgData name="Yuichi Nakajima" userId="e9047bc0-6023-4494-abbb-69cab78f1f92" providerId="ADAL" clId="{7EB91255-21C1-4A34-B6BB-FF304AF1ADB0}" dt="2026-03-26T01:04:08.061" v="4059" actId="1076"/>
          <ac:picMkLst>
            <pc:docMk/>
            <pc:sldMk cId="920835850" sldId="516"/>
            <ac:picMk id="6" creationId="{3E0140BF-3239-0FBD-1250-E94FA3A0D343}"/>
          </ac:picMkLst>
        </pc:picChg>
        <pc:picChg chg="add del mod">
          <ac:chgData name="Yuichi Nakajima" userId="e9047bc0-6023-4494-abbb-69cab78f1f92" providerId="ADAL" clId="{7EB91255-21C1-4A34-B6BB-FF304AF1ADB0}" dt="2026-03-26T01:05:52.669" v="4068" actId="478"/>
          <ac:picMkLst>
            <pc:docMk/>
            <pc:sldMk cId="920835850" sldId="516"/>
            <ac:picMk id="8" creationId="{5412EF2C-302E-2E76-A5D2-C7B8EFC7E677}"/>
          </ac:picMkLst>
        </pc:picChg>
        <pc:picChg chg="add mod">
          <ac:chgData name="Yuichi Nakajima" userId="e9047bc0-6023-4494-abbb-69cab78f1f92" providerId="ADAL" clId="{7EB91255-21C1-4A34-B6BB-FF304AF1ADB0}" dt="2026-03-26T01:10:02.259" v="4164" actId="1076"/>
          <ac:picMkLst>
            <pc:docMk/>
            <pc:sldMk cId="920835850" sldId="516"/>
            <ac:picMk id="10" creationId="{2C56C8D1-15E2-611A-6FB1-8D07A9367932}"/>
          </ac:picMkLst>
        </pc:picChg>
        <pc:picChg chg="add mod">
          <ac:chgData name="Yuichi Nakajima" userId="e9047bc0-6023-4494-abbb-69cab78f1f92" providerId="ADAL" clId="{7EB91255-21C1-4A34-B6BB-FF304AF1ADB0}" dt="2026-03-26T01:11:17.504" v="4286" actId="1076"/>
          <ac:picMkLst>
            <pc:docMk/>
            <pc:sldMk cId="920835850" sldId="516"/>
            <ac:picMk id="11" creationId="{5A057AE4-14DC-DDEC-6235-E492090C858E}"/>
          </ac:picMkLst>
        </pc:picChg>
      </pc:sldChg>
      <pc:sldChg chg="addSp delSp modSp new mod">
        <pc:chgData name="Yuichi Nakajima" userId="e9047bc0-6023-4494-abbb-69cab78f1f92" providerId="ADAL" clId="{7EB91255-21C1-4A34-B6BB-FF304AF1ADB0}" dt="2026-03-26T00:26:32.667" v="3978" actId="20577"/>
        <pc:sldMkLst>
          <pc:docMk/>
          <pc:sldMk cId="462531692" sldId="517"/>
        </pc:sldMkLst>
        <pc:spChg chg="mod">
          <ac:chgData name="Yuichi Nakajima" userId="e9047bc0-6023-4494-abbb-69cab78f1f92" providerId="ADAL" clId="{7EB91255-21C1-4A34-B6BB-FF304AF1ADB0}" dt="2026-03-26T00:26:32.667" v="3978" actId="20577"/>
          <ac:spMkLst>
            <pc:docMk/>
            <pc:sldMk cId="462531692" sldId="517"/>
            <ac:spMk id="2" creationId="{693026F8-F447-98F2-F0DD-732B77ACE9ED}"/>
          </ac:spMkLst>
        </pc:spChg>
        <pc:spChg chg="mod">
          <ac:chgData name="Yuichi Nakajima" userId="e9047bc0-6023-4494-abbb-69cab78f1f92" providerId="ADAL" clId="{7EB91255-21C1-4A34-B6BB-FF304AF1ADB0}" dt="2026-03-25T12:35:31.689" v="3769" actId="14100"/>
          <ac:spMkLst>
            <pc:docMk/>
            <pc:sldMk cId="462531692" sldId="517"/>
            <ac:spMk id="3" creationId="{FBF3FC55-0849-AD5F-B05F-8A8F94DCC3F0}"/>
          </ac:spMkLst>
        </pc:spChg>
        <pc:spChg chg="add mod">
          <ac:chgData name="Yuichi Nakajima" userId="e9047bc0-6023-4494-abbb-69cab78f1f92" providerId="ADAL" clId="{7EB91255-21C1-4A34-B6BB-FF304AF1ADB0}" dt="2026-03-25T12:36:16.143" v="3781" actId="1076"/>
          <ac:spMkLst>
            <pc:docMk/>
            <pc:sldMk cId="462531692" sldId="517"/>
            <ac:spMk id="12" creationId="{E2442F74-69B0-23B7-29D7-374542CC9CB3}"/>
          </ac:spMkLst>
        </pc:spChg>
        <pc:spChg chg="add mod">
          <ac:chgData name="Yuichi Nakajima" userId="e9047bc0-6023-4494-abbb-69cab78f1f92" providerId="ADAL" clId="{7EB91255-21C1-4A34-B6BB-FF304AF1ADB0}" dt="2026-03-25T12:28:44.554" v="3670" actId="1076"/>
          <ac:spMkLst>
            <pc:docMk/>
            <pc:sldMk cId="462531692" sldId="517"/>
            <ac:spMk id="14" creationId="{F49E0289-8F56-C576-074E-DD2320173ACE}"/>
          </ac:spMkLst>
        </pc:spChg>
        <pc:spChg chg="add mod">
          <ac:chgData name="Yuichi Nakajima" userId="e9047bc0-6023-4494-abbb-69cab78f1f92" providerId="ADAL" clId="{7EB91255-21C1-4A34-B6BB-FF304AF1ADB0}" dt="2026-03-25T12:35:03.084" v="3766" actId="14100"/>
          <ac:spMkLst>
            <pc:docMk/>
            <pc:sldMk cId="462531692" sldId="517"/>
            <ac:spMk id="15" creationId="{821D2044-F6C0-EDA0-861C-8829E5322290}"/>
          </ac:spMkLst>
        </pc:spChg>
        <pc:picChg chg="add mod">
          <ac:chgData name="Yuichi Nakajima" userId="e9047bc0-6023-4494-abbb-69cab78f1f92" providerId="ADAL" clId="{7EB91255-21C1-4A34-B6BB-FF304AF1ADB0}" dt="2026-03-25T12:28:48.533" v="3672" actId="14100"/>
          <ac:picMkLst>
            <pc:docMk/>
            <pc:sldMk cId="462531692" sldId="517"/>
            <ac:picMk id="6" creationId="{DCC56073-F1E1-EA25-5DAA-53DE2C58FFB7}"/>
          </ac:picMkLst>
        </pc:picChg>
        <pc:picChg chg="add mod">
          <ac:chgData name="Yuichi Nakajima" userId="e9047bc0-6023-4494-abbb-69cab78f1f92" providerId="ADAL" clId="{7EB91255-21C1-4A34-B6BB-FF304AF1ADB0}" dt="2026-03-25T12:35:58.781" v="3777" actId="1076"/>
          <ac:picMkLst>
            <pc:docMk/>
            <pc:sldMk cId="462531692" sldId="517"/>
            <ac:picMk id="11" creationId="{E5FDDE5A-2C8F-FE23-ADCA-902B7D07D2D6}"/>
          </ac:picMkLst>
        </pc:picChg>
        <pc:picChg chg="add mod">
          <ac:chgData name="Yuichi Nakajima" userId="e9047bc0-6023-4494-abbb-69cab78f1f92" providerId="ADAL" clId="{7EB91255-21C1-4A34-B6BB-FF304AF1ADB0}" dt="2026-03-25T12:34:57.550" v="3764" actId="14100"/>
          <ac:picMkLst>
            <pc:docMk/>
            <pc:sldMk cId="462531692" sldId="517"/>
            <ac:picMk id="13" creationId="{066EF7A2-89FC-1060-B66E-EB8130D430A2}"/>
          </ac:picMkLst>
        </pc:picChg>
        <pc:cxnChg chg="add mod">
          <ac:chgData name="Yuichi Nakajima" userId="e9047bc0-6023-4494-abbb-69cab78f1f92" providerId="ADAL" clId="{7EB91255-21C1-4A34-B6BB-FF304AF1ADB0}" dt="2026-03-25T12:36:12.404" v="3780" actId="14100"/>
          <ac:cxnSpMkLst>
            <pc:docMk/>
            <pc:sldMk cId="462531692" sldId="517"/>
            <ac:cxnSpMk id="17" creationId="{37F41466-4125-638D-509D-49D0308C335F}"/>
          </ac:cxnSpMkLst>
        </pc:cxnChg>
      </pc:sldChg>
      <pc:sldChg chg="addSp delSp modSp new mod delAnim modAnim">
        <pc:chgData name="Yuichi Nakajima" userId="e9047bc0-6023-4494-abbb-69cab78f1f92" providerId="ADAL" clId="{7EB91255-21C1-4A34-B6BB-FF304AF1ADB0}" dt="2026-03-26T05:16:38.985" v="7121" actId="20577"/>
        <pc:sldMkLst>
          <pc:docMk/>
          <pc:sldMk cId="326517349" sldId="518"/>
        </pc:sldMkLst>
        <pc:spChg chg="mod">
          <ac:chgData name="Yuichi Nakajima" userId="e9047bc0-6023-4494-abbb-69cab78f1f92" providerId="ADAL" clId="{7EB91255-21C1-4A34-B6BB-FF304AF1ADB0}" dt="2026-03-26T00:26:37.108" v="3981" actId="20577"/>
          <ac:spMkLst>
            <pc:docMk/>
            <pc:sldMk cId="326517349" sldId="518"/>
            <ac:spMk id="2" creationId="{80EFEE7E-7F55-059C-0B0E-C930A9D195F4}"/>
          </ac:spMkLst>
        </pc:spChg>
        <pc:spChg chg="mod">
          <ac:chgData name="Yuichi Nakajima" userId="e9047bc0-6023-4494-abbb-69cab78f1f92" providerId="ADAL" clId="{7EB91255-21C1-4A34-B6BB-FF304AF1ADB0}" dt="2026-03-26T05:16:38.985" v="7121" actId="20577"/>
          <ac:spMkLst>
            <pc:docMk/>
            <pc:sldMk cId="326517349" sldId="518"/>
            <ac:spMk id="3" creationId="{FB303233-84F7-4DB6-44CC-656E1CB4A907}"/>
          </ac:spMkLst>
        </pc:spChg>
        <pc:spChg chg="add mod">
          <ac:chgData name="Yuichi Nakajima" userId="e9047bc0-6023-4494-abbb-69cab78f1f92" providerId="ADAL" clId="{7EB91255-21C1-4A34-B6BB-FF304AF1ADB0}" dt="2026-03-25T13:19:35.164" v="3807" actId="1076"/>
          <ac:spMkLst>
            <pc:docMk/>
            <pc:sldMk cId="326517349" sldId="518"/>
            <ac:spMk id="7" creationId="{9DDEC117-8B96-CB90-8BA4-CD32C7779827}"/>
          </ac:spMkLst>
        </pc:spChg>
        <pc:spChg chg="add mod">
          <ac:chgData name="Yuichi Nakajima" userId="e9047bc0-6023-4494-abbb-69cab78f1f92" providerId="ADAL" clId="{7EB91255-21C1-4A34-B6BB-FF304AF1ADB0}" dt="2026-03-26T03:34:19.507" v="7070" actId="207"/>
          <ac:spMkLst>
            <pc:docMk/>
            <pc:sldMk cId="326517349" sldId="518"/>
            <ac:spMk id="12" creationId="{1977EDEF-0FF8-F7CC-ADE5-8F1CB80BA136}"/>
          </ac:spMkLst>
        </pc:spChg>
        <pc:spChg chg="add mod">
          <ac:chgData name="Yuichi Nakajima" userId="e9047bc0-6023-4494-abbb-69cab78f1f92" providerId="ADAL" clId="{7EB91255-21C1-4A34-B6BB-FF304AF1ADB0}" dt="2026-03-26T03:34:37.804" v="7074" actId="1076"/>
          <ac:spMkLst>
            <pc:docMk/>
            <pc:sldMk cId="326517349" sldId="518"/>
            <ac:spMk id="13" creationId="{FAD53A62-8C0B-BF63-EA0E-97A1AECAD35B}"/>
          </ac:spMkLst>
        </pc:spChg>
        <pc:picChg chg="add mod">
          <ac:chgData name="Yuichi Nakajima" userId="e9047bc0-6023-4494-abbb-69cab78f1f92" providerId="ADAL" clId="{7EB91255-21C1-4A34-B6BB-FF304AF1ADB0}" dt="2026-03-26T02:33:29.555" v="6599" actId="1440"/>
          <ac:picMkLst>
            <pc:docMk/>
            <pc:sldMk cId="326517349" sldId="518"/>
            <ac:picMk id="6" creationId="{EDB9A7C4-7102-3685-8DE8-F33106218A8E}"/>
          </ac:picMkLst>
        </pc:picChg>
        <pc:picChg chg="add mod">
          <ac:chgData name="Yuichi Nakajima" userId="e9047bc0-6023-4494-abbb-69cab78f1f92" providerId="ADAL" clId="{7EB91255-21C1-4A34-B6BB-FF304AF1ADB0}" dt="2026-03-26T03:34:37.804" v="7074" actId="1076"/>
          <ac:picMkLst>
            <pc:docMk/>
            <pc:sldMk cId="326517349" sldId="518"/>
            <ac:picMk id="9" creationId="{E823C358-A9E5-D4A4-E23F-8231B6FAC0DA}"/>
          </ac:picMkLst>
        </pc:picChg>
        <pc:picChg chg="add del mod">
          <ac:chgData name="Yuichi Nakajima" userId="e9047bc0-6023-4494-abbb-69cab78f1f92" providerId="ADAL" clId="{7EB91255-21C1-4A34-B6BB-FF304AF1ADB0}" dt="2026-03-26T02:32:18.811" v="6572" actId="21"/>
          <ac:picMkLst>
            <pc:docMk/>
            <pc:sldMk cId="326517349" sldId="518"/>
            <ac:picMk id="11" creationId="{2E1403E2-BF89-7499-4C55-67930802A457}"/>
          </ac:picMkLst>
        </pc:picChg>
      </pc:sldChg>
      <pc:sldChg chg="modSp new del mod">
        <pc:chgData name="Yuichi Nakajima" userId="e9047bc0-6023-4494-abbb-69cab78f1f92" providerId="ADAL" clId="{7EB91255-21C1-4A34-B6BB-FF304AF1ADB0}" dt="2026-03-25T13:24:54.028" v="3955" actId="47"/>
        <pc:sldMkLst>
          <pc:docMk/>
          <pc:sldMk cId="2204509912" sldId="519"/>
        </pc:sldMkLst>
      </pc:sldChg>
      <pc:sldChg chg="add">
        <pc:chgData name="Yuichi Nakajima" userId="e9047bc0-6023-4494-abbb-69cab78f1f92" providerId="ADAL" clId="{7EB91255-21C1-4A34-B6BB-FF304AF1ADB0}" dt="2026-03-24T14:32:15.865" v="3640"/>
        <pc:sldMkLst>
          <pc:docMk/>
          <pc:sldMk cId="1982813699" sldId="520"/>
        </pc:sldMkLst>
      </pc:sldChg>
      <pc:sldChg chg="addSp delSp modSp add mod modAnim">
        <pc:chgData name="Yuichi Nakajima" userId="e9047bc0-6023-4494-abbb-69cab78f1f92" providerId="ADAL" clId="{7EB91255-21C1-4A34-B6BB-FF304AF1ADB0}" dt="2026-03-26T02:53:41.340" v="7027"/>
        <pc:sldMkLst>
          <pc:docMk/>
          <pc:sldMk cId="2770732918" sldId="521"/>
        </pc:sldMkLst>
        <pc:spChg chg="mod">
          <ac:chgData name="Yuichi Nakajima" userId="e9047bc0-6023-4494-abbb-69cab78f1f92" providerId="ADAL" clId="{7EB91255-21C1-4A34-B6BB-FF304AF1ADB0}" dt="2026-03-26T00:26:41.654" v="3984" actId="20577"/>
          <ac:spMkLst>
            <pc:docMk/>
            <pc:sldMk cId="2770732918" sldId="521"/>
            <ac:spMk id="2" creationId="{B3907B15-9CFF-3396-7CCB-62076841045A}"/>
          </ac:spMkLst>
        </pc:spChg>
        <pc:spChg chg="mod">
          <ac:chgData name="Yuichi Nakajima" userId="e9047bc0-6023-4494-abbb-69cab78f1f92" providerId="ADAL" clId="{7EB91255-21C1-4A34-B6BB-FF304AF1ADB0}" dt="2026-03-26T02:33:12.686" v="6594" actId="404"/>
          <ac:spMkLst>
            <pc:docMk/>
            <pc:sldMk cId="2770732918" sldId="521"/>
            <ac:spMk id="3" creationId="{906F51ED-F6D6-F24C-E8D6-DD6A1169BC9A}"/>
          </ac:spMkLst>
        </pc:spChg>
        <pc:spChg chg="add mod">
          <ac:chgData name="Yuichi Nakajima" userId="e9047bc0-6023-4494-abbb-69cab78f1f92" providerId="ADAL" clId="{7EB91255-21C1-4A34-B6BB-FF304AF1ADB0}" dt="2026-03-26T02:32:58.292" v="6582" actId="404"/>
          <ac:spMkLst>
            <pc:docMk/>
            <pc:sldMk cId="2770732918" sldId="521"/>
            <ac:spMk id="8" creationId="{25599144-13A2-1BCC-E739-4ED6052604B4}"/>
          </ac:spMkLst>
        </pc:spChg>
        <pc:picChg chg="del">
          <ac:chgData name="Yuichi Nakajima" userId="e9047bc0-6023-4494-abbb-69cab78f1f92" providerId="ADAL" clId="{7EB91255-21C1-4A34-B6BB-FF304AF1ADB0}" dt="2026-03-25T12:33:25.562" v="3752" actId="478"/>
          <ac:picMkLst>
            <pc:docMk/>
            <pc:sldMk cId="2770732918" sldId="521"/>
            <ac:picMk id="6" creationId="{83D3C406-2F0F-15AC-2A8D-56650B1DB191}"/>
          </ac:picMkLst>
        </pc:picChg>
        <pc:picChg chg="add mod">
          <ac:chgData name="Yuichi Nakajima" userId="e9047bc0-6023-4494-abbb-69cab78f1f92" providerId="ADAL" clId="{7EB91255-21C1-4A34-B6BB-FF304AF1ADB0}" dt="2026-03-26T02:33:22.052" v="6598" actId="1440"/>
          <ac:picMkLst>
            <pc:docMk/>
            <pc:sldMk cId="2770732918" sldId="521"/>
            <ac:picMk id="7" creationId="{0188D9C5-2E38-B715-3482-04C17BD23B2C}"/>
          </ac:picMkLst>
        </pc:picChg>
        <pc:picChg chg="add mod">
          <ac:chgData name="Yuichi Nakajima" userId="e9047bc0-6023-4494-abbb-69cab78f1f92" providerId="ADAL" clId="{7EB91255-21C1-4A34-B6BB-FF304AF1ADB0}" dt="2026-03-26T02:33:14.835" v="6595" actId="1076"/>
          <ac:picMkLst>
            <pc:docMk/>
            <pc:sldMk cId="2770732918" sldId="521"/>
            <ac:picMk id="11" creationId="{2E1403E2-BF89-7499-4C55-67930802A457}"/>
          </ac:picMkLst>
        </pc:picChg>
      </pc:sldChg>
      <pc:sldChg chg="addSp modSp new mod">
        <pc:chgData name="Yuichi Nakajima" userId="e9047bc0-6023-4494-abbb-69cab78f1f92" providerId="ADAL" clId="{7EB91255-21C1-4A34-B6BB-FF304AF1ADB0}" dt="2026-03-26T05:16:50.688" v="7124" actId="20577"/>
        <pc:sldMkLst>
          <pc:docMk/>
          <pc:sldMk cId="3523017191" sldId="522"/>
        </pc:sldMkLst>
        <pc:spChg chg="mod">
          <ac:chgData name="Yuichi Nakajima" userId="e9047bc0-6023-4494-abbb-69cab78f1f92" providerId="ADAL" clId="{7EB91255-21C1-4A34-B6BB-FF304AF1ADB0}" dt="2026-03-26T01:12:00.093" v="4290"/>
          <ac:spMkLst>
            <pc:docMk/>
            <pc:sldMk cId="3523017191" sldId="522"/>
            <ac:spMk id="2" creationId="{839583C0-E6DC-0CBD-20AD-7341ED07A1A9}"/>
          </ac:spMkLst>
        </pc:spChg>
        <pc:spChg chg="mod">
          <ac:chgData name="Yuichi Nakajima" userId="e9047bc0-6023-4494-abbb-69cab78f1f92" providerId="ADAL" clId="{7EB91255-21C1-4A34-B6BB-FF304AF1ADB0}" dt="2026-03-26T01:13:03.341" v="4415" actId="404"/>
          <ac:spMkLst>
            <pc:docMk/>
            <pc:sldMk cId="3523017191" sldId="522"/>
            <ac:spMk id="3" creationId="{62815131-B39A-A738-7025-33CC57307D7A}"/>
          </ac:spMkLst>
        </pc:spChg>
        <pc:spChg chg="mod">
          <ac:chgData name="Yuichi Nakajima" userId="e9047bc0-6023-4494-abbb-69cab78f1f92" providerId="ADAL" clId="{7EB91255-21C1-4A34-B6BB-FF304AF1ADB0}" dt="2026-03-26T05:16:50.688" v="7124" actId="20577"/>
          <ac:spMkLst>
            <pc:docMk/>
            <pc:sldMk cId="3523017191" sldId="522"/>
            <ac:spMk id="4" creationId="{11AC02D3-4C30-620F-6704-0E799F0A0851}"/>
          </ac:spMkLst>
        </pc:spChg>
        <pc:spChg chg="add mod">
          <ac:chgData name="Yuichi Nakajima" userId="e9047bc0-6023-4494-abbb-69cab78f1f92" providerId="ADAL" clId="{7EB91255-21C1-4A34-B6BB-FF304AF1ADB0}" dt="2026-03-26T01:16:56.584" v="4584" actId="1076"/>
          <ac:spMkLst>
            <pc:docMk/>
            <pc:sldMk cId="3523017191" sldId="522"/>
            <ac:spMk id="11" creationId="{E35CC558-D5B7-5431-21B8-434B5D803A18}"/>
          </ac:spMkLst>
        </pc:spChg>
        <pc:picChg chg="add mod">
          <ac:chgData name="Yuichi Nakajima" userId="e9047bc0-6023-4494-abbb-69cab78f1f92" providerId="ADAL" clId="{7EB91255-21C1-4A34-B6BB-FF304AF1ADB0}" dt="2026-03-26T02:33:56.690" v="6603" actId="1440"/>
          <ac:picMkLst>
            <pc:docMk/>
            <pc:sldMk cId="3523017191" sldId="522"/>
            <ac:picMk id="7" creationId="{CD7AB7DC-DADC-02D8-B084-EF356AF2DA0A}"/>
          </ac:picMkLst>
        </pc:picChg>
        <pc:picChg chg="add mod">
          <ac:chgData name="Yuichi Nakajima" userId="e9047bc0-6023-4494-abbb-69cab78f1f92" providerId="ADAL" clId="{7EB91255-21C1-4A34-B6BB-FF304AF1ADB0}" dt="2026-03-26T01:15:06.364" v="4581" actId="1076"/>
          <ac:picMkLst>
            <pc:docMk/>
            <pc:sldMk cId="3523017191" sldId="522"/>
            <ac:picMk id="8" creationId="{7D35B2D6-5E64-50CF-F75C-0DA195E5D702}"/>
          </ac:picMkLst>
        </pc:picChg>
        <pc:picChg chg="add mod">
          <ac:chgData name="Yuichi Nakajima" userId="e9047bc0-6023-4494-abbb-69cab78f1f92" providerId="ADAL" clId="{7EB91255-21C1-4A34-B6BB-FF304AF1ADB0}" dt="2026-03-26T01:16:56.584" v="4584" actId="1076"/>
          <ac:picMkLst>
            <pc:docMk/>
            <pc:sldMk cId="3523017191" sldId="522"/>
            <ac:picMk id="10" creationId="{CCD2D744-D318-3581-4CB8-8803DC7C1617}"/>
          </ac:picMkLst>
        </pc:picChg>
      </pc:sldChg>
      <pc:sldChg chg="addSp delSp modSp new mod">
        <pc:chgData name="Yuichi Nakajima" userId="e9047bc0-6023-4494-abbb-69cab78f1f92" providerId="ADAL" clId="{7EB91255-21C1-4A34-B6BB-FF304AF1ADB0}" dt="2026-03-26T03:06:10.405" v="7067" actId="20577"/>
        <pc:sldMkLst>
          <pc:docMk/>
          <pc:sldMk cId="2484678632" sldId="523"/>
        </pc:sldMkLst>
        <pc:spChg chg="mod">
          <ac:chgData name="Yuichi Nakajima" userId="e9047bc0-6023-4494-abbb-69cab78f1f92" providerId="ADAL" clId="{7EB91255-21C1-4A34-B6BB-FF304AF1ADB0}" dt="2026-03-26T01:36:04.925" v="4812" actId="20577"/>
          <ac:spMkLst>
            <pc:docMk/>
            <pc:sldMk cId="2484678632" sldId="523"/>
            <ac:spMk id="2" creationId="{1D2F5AC3-F526-9C4B-B6D8-F506FC83FBC2}"/>
          </ac:spMkLst>
        </pc:spChg>
        <pc:spChg chg="del">
          <ac:chgData name="Yuichi Nakajima" userId="e9047bc0-6023-4494-abbb-69cab78f1f92" providerId="ADAL" clId="{7EB91255-21C1-4A34-B6BB-FF304AF1ADB0}" dt="2026-03-26T01:38:16.112" v="4814" actId="1032"/>
          <ac:spMkLst>
            <pc:docMk/>
            <pc:sldMk cId="2484678632" sldId="523"/>
            <ac:spMk id="3" creationId="{B1F45549-9BA5-1D10-D27C-F1EAE865F585}"/>
          </ac:spMkLst>
        </pc:spChg>
        <pc:spChg chg="add mod">
          <ac:chgData name="Yuichi Nakajima" userId="e9047bc0-6023-4494-abbb-69cab78f1f92" providerId="ADAL" clId="{7EB91255-21C1-4A34-B6BB-FF304AF1ADB0}" dt="2026-03-26T01:52:35.444" v="5305" actId="1076"/>
          <ac:spMkLst>
            <pc:docMk/>
            <pc:sldMk cId="2484678632" sldId="523"/>
            <ac:spMk id="6" creationId="{05B6A1BD-E3F8-F776-7F3C-778084B64A8C}"/>
          </ac:spMkLst>
        </pc:spChg>
        <pc:graphicFrameChg chg="add mod modGraphic">
          <ac:chgData name="Yuichi Nakajima" userId="e9047bc0-6023-4494-abbb-69cab78f1f92" providerId="ADAL" clId="{7EB91255-21C1-4A34-B6BB-FF304AF1ADB0}" dt="2026-03-26T03:06:10.405" v="7067" actId="20577"/>
          <ac:graphicFrameMkLst>
            <pc:docMk/>
            <pc:sldMk cId="2484678632" sldId="523"/>
            <ac:graphicFrameMk id="5" creationId="{5C7B23F9-7D60-799F-8CB2-CEEB532A020B}"/>
          </ac:graphicFrameMkLst>
        </pc:graphicFrameChg>
      </pc:sldChg>
      <pc:sldChg chg="modSp add del">
        <pc:chgData name="Yuichi Nakajima" userId="e9047bc0-6023-4494-abbb-69cab78f1f92" providerId="ADAL" clId="{7EB91255-21C1-4A34-B6BB-FF304AF1ADB0}" dt="2026-03-26T01:42:06.465" v="4822" actId="47"/>
        <pc:sldMkLst>
          <pc:docMk/>
          <pc:sldMk cId="1748075805" sldId="524"/>
        </pc:sldMkLst>
        <pc:spChg chg="mod">
          <ac:chgData name="Yuichi Nakajima" userId="e9047bc0-6023-4494-abbb-69cab78f1f92" providerId="ADAL" clId="{7EB91255-21C1-4A34-B6BB-FF304AF1ADB0}" dt="2026-03-26T01:36:31.368" v="4813"/>
          <ac:spMkLst>
            <pc:docMk/>
            <pc:sldMk cId="1748075805" sldId="524"/>
            <ac:spMk id="2" creationId="{72A16AAA-3390-9957-E713-52425D76D32D}"/>
          </ac:spMkLst>
        </pc:spChg>
      </pc:sldChg>
      <pc:sldChg chg="new del">
        <pc:chgData name="Yuichi Nakajima" userId="e9047bc0-6023-4494-abbb-69cab78f1f92" providerId="ADAL" clId="{7EB91255-21C1-4A34-B6BB-FF304AF1ADB0}" dt="2026-03-26T01:45:22.736" v="4852" actId="47"/>
        <pc:sldMkLst>
          <pc:docMk/>
          <pc:sldMk cId="3217406813" sldId="52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E898E1-4D2B-4193-ABC0-5CEC71C2B1A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A5192B10-E1CD-433E-95A9-9EA430AA94A8}">
      <dgm:prSet phldrT="[Text]"/>
      <dgm:spPr/>
      <dgm:t>
        <a:bodyPr/>
        <a:lstStyle/>
        <a:p>
          <a:r>
            <a:rPr kumimoji="1" lang="ja-JP" altLang="en-US" dirty="0"/>
            <a:t>解析環境を</a:t>
          </a:r>
          <a:r>
            <a:rPr kumimoji="1" lang="en-US" altLang="ja-JP" dirty="0"/>
            <a:t>snapshot</a:t>
          </a:r>
          <a:r>
            <a:rPr kumimoji="1" lang="ja-JP" altLang="en-US" dirty="0"/>
            <a:t>する</a:t>
          </a:r>
        </a:p>
      </dgm:t>
    </dgm:pt>
    <dgm:pt modelId="{574E9C94-E309-4645-9A2C-0102E31972E4}" type="parTrans" cxnId="{30DED98A-CE54-4B7A-AED7-87736475CFFF}">
      <dgm:prSet/>
      <dgm:spPr/>
      <dgm:t>
        <a:bodyPr/>
        <a:lstStyle/>
        <a:p>
          <a:endParaRPr kumimoji="1" lang="ja-JP" altLang="en-US"/>
        </a:p>
      </dgm:t>
    </dgm:pt>
    <dgm:pt modelId="{1A88BC32-25E7-4B8B-A20E-E66AD8E60BF7}" type="sibTrans" cxnId="{30DED98A-CE54-4B7A-AED7-87736475CFFF}">
      <dgm:prSet/>
      <dgm:spPr/>
      <dgm:t>
        <a:bodyPr/>
        <a:lstStyle/>
        <a:p>
          <a:endParaRPr kumimoji="1" lang="ja-JP" altLang="en-US"/>
        </a:p>
      </dgm:t>
    </dgm:pt>
    <dgm:pt modelId="{DC7C4902-97B0-4264-833D-0A7172221401}">
      <dgm:prSet phldrT="[Text]"/>
      <dgm:spPr/>
      <dgm:t>
        <a:bodyPr/>
        <a:lstStyle/>
        <a:p>
          <a:r>
            <a:rPr kumimoji="1" lang="ja-JP" altLang="en-US" dirty="0"/>
            <a:t>外部の解析環境を再現</a:t>
          </a:r>
        </a:p>
      </dgm:t>
    </dgm:pt>
    <dgm:pt modelId="{F2500A15-C669-4925-9555-377501C8593F}" type="parTrans" cxnId="{D9BFA47A-0AD2-45B5-8A48-573F2EA01DDC}">
      <dgm:prSet/>
      <dgm:spPr/>
      <dgm:t>
        <a:bodyPr/>
        <a:lstStyle/>
        <a:p>
          <a:endParaRPr kumimoji="1" lang="ja-JP" altLang="en-US"/>
        </a:p>
      </dgm:t>
    </dgm:pt>
    <dgm:pt modelId="{815281F3-A4C6-4D1C-900C-CA1D64C0C4A6}" type="sibTrans" cxnId="{D9BFA47A-0AD2-45B5-8A48-573F2EA01DDC}">
      <dgm:prSet/>
      <dgm:spPr/>
      <dgm:t>
        <a:bodyPr/>
        <a:lstStyle/>
        <a:p>
          <a:endParaRPr kumimoji="1" lang="ja-JP" altLang="en-US"/>
        </a:p>
      </dgm:t>
    </dgm:pt>
    <dgm:pt modelId="{00D96A26-9147-4671-BD1C-7AE8BEEDCE7F}" type="pres">
      <dgm:prSet presAssocID="{55E898E1-4D2B-4193-ABC0-5CEC71C2B1A1}" presName="Name0" presStyleCnt="0">
        <dgm:presLayoutVars>
          <dgm:chMax val="7"/>
          <dgm:chPref val="7"/>
          <dgm:dir/>
        </dgm:presLayoutVars>
      </dgm:prSet>
      <dgm:spPr/>
    </dgm:pt>
    <dgm:pt modelId="{CF1042C7-574C-4947-B033-73C28F2AF5E2}" type="pres">
      <dgm:prSet presAssocID="{55E898E1-4D2B-4193-ABC0-5CEC71C2B1A1}" presName="Name1" presStyleCnt="0"/>
      <dgm:spPr/>
    </dgm:pt>
    <dgm:pt modelId="{73EBDECC-8724-4527-872F-8EAF15610267}" type="pres">
      <dgm:prSet presAssocID="{55E898E1-4D2B-4193-ABC0-5CEC71C2B1A1}" presName="cycle" presStyleCnt="0"/>
      <dgm:spPr/>
    </dgm:pt>
    <dgm:pt modelId="{32E94B19-39AD-4C77-A9EA-DEA735EED5D0}" type="pres">
      <dgm:prSet presAssocID="{55E898E1-4D2B-4193-ABC0-5CEC71C2B1A1}" presName="srcNode" presStyleLbl="node1" presStyleIdx="0" presStyleCnt="2"/>
      <dgm:spPr/>
    </dgm:pt>
    <dgm:pt modelId="{55CE6CA6-9EE1-4E53-818A-A6A734DB1E73}" type="pres">
      <dgm:prSet presAssocID="{55E898E1-4D2B-4193-ABC0-5CEC71C2B1A1}" presName="conn" presStyleLbl="parChTrans1D2" presStyleIdx="0" presStyleCnt="1"/>
      <dgm:spPr/>
    </dgm:pt>
    <dgm:pt modelId="{3E8C0EC4-3E7E-4AB0-93B5-80CC15CD3F80}" type="pres">
      <dgm:prSet presAssocID="{55E898E1-4D2B-4193-ABC0-5CEC71C2B1A1}" presName="extraNode" presStyleLbl="node1" presStyleIdx="0" presStyleCnt="2"/>
      <dgm:spPr/>
    </dgm:pt>
    <dgm:pt modelId="{B98CA32D-16BD-44D2-B3C6-67171E3F37F6}" type="pres">
      <dgm:prSet presAssocID="{55E898E1-4D2B-4193-ABC0-5CEC71C2B1A1}" presName="dstNode" presStyleLbl="node1" presStyleIdx="0" presStyleCnt="2"/>
      <dgm:spPr/>
    </dgm:pt>
    <dgm:pt modelId="{BCB90509-3FA2-4929-AD86-55A67ED8DDA9}" type="pres">
      <dgm:prSet presAssocID="{A5192B10-E1CD-433E-95A9-9EA430AA94A8}" presName="text_1" presStyleLbl="node1" presStyleIdx="0" presStyleCnt="2">
        <dgm:presLayoutVars>
          <dgm:bulletEnabled val="1"/>
        </dgm:presLayoutVars>
      </dgm:prSet>
      <dgm:spPr/>
    </dgm:pt>
    <dgm:pt modelId="{9189009A-9D64-4D94-AAEE-EDD2CF7EF60A}" type="pres">
      <dgm:prSet presAssocID="{A5192B10-E1CD-433E-95A9-9EA430AA94A8}" presName="accent_1" presStyleCnt="0"/>
      <dgm:spPr/>
    </dgm:pt>
    <dgm:pt modelId="{5CF148B5-3347-478E-89AF-2CEF2B273C0C}" type="pres">
      <dgm:prSet presAssocID="{A5192B10-E1CD-433E-95A9-9EA430AA94A8}" presName="accentRepeatNode" presStyleLbl="solidFgAcc1" presStyleIdx="0" presStyleCnt="2"/>
      <dgm:spPr/>
    </dgm:pt>
    <dgm:pt modelId="{B46DB5AC-B64A-4491-943C-5CD55806F7A8}" type="pres">
      <dgm:prSet presAssocID="{DC7C4902-97B0-4264-833D-0A7172221401}" presName="text_2" presStyleLbl="node1" presStyleIdx="1" presStyleCnt="2">
        <dgm:presLayoutVars>
          <dgm:bulletEnabled val="1"/>
        </dgm:presLayoutVars>
      </dgm:prSet>
      <dgm:spPr/>
    </dgm:pt>
    <dgm:pt modelId="{DC65DA83-A38B-465B-BB57-546917F41D13}" type="pres">
      <dgm:prSet presAssocID="{DC7C4902-97B0-4264-833D-0A7172221401}" presName="accent_2" presStyleCnt="0"/>
      <dgm:spPr/>
    </dgm:pt>
    <dgm:pt modelId="{1F911511-97C0-4EF8-9DEB-D3D39EE68F18}" type="pres">
      <dgm:prSet presAssocID="{DC7C4902-97B0-4264-833D-0A7172221401}" presName="accentRepeatNode" presStyleLbl="solidFgAcc1" presStyleIdx="1" presStyleCnt="2"/>
      <dgm:spPr/>
    </dgm:pt>
  </dgm:ptLst>
  <dgm:cxnLst>
    <dgm:cxn modelId="{570C6B26-58B2-4086-8083-415573C7C1E1}" type="presOf" srcId="{55E898E1-4D2B-4193-ABC0-5CEC71C2B1A1}" destId="{00D96A26-9147-4671-BD1C-7AE8BEEDCE7F}" srcOrd="0" destOrd="0" presId="urn:microsoft.com/office/officeart/2008/layout/VerticalCurvedList"/>
    <dgm:cxn modelId="{D9BFA47A-0AD2-45B5-8A48-573F2EA01DDC}" srcId="{55E898E1-4D2B-4193-ABC0-5CEC71C2B1A1}" destId="{DC7C4902-97B0-4264-833D-0A7172221401}" srcOrd="1" destOrd="0" parTransId="{F2500A15-C669-4925-9555-377501C8593F}" sibTransId="{815281F3-A4C6-4D1C-900C-CA1D64C0C4A6}"/>
    <dgm:cxn modelId="{BD0C787D-5830-46AB-9019-C552E9C900DA}" type="presOf" srcId="{A5192B10-E1CD-433E-95A9-9EA430AA94A8}" destId="{BCB90509-3FA2-4929-AD86-55A67ED8DDA9}" srcOrd="0" destOrd="0" presId="urn:microsoft.com/office/officeart/2008/layout/VerticalCurvedList"/>
    <dgm:cxn modelId="{F4B33088-0546-431B-A5CA-01CCED53ED0E}" type="presOf" srcId="{1A88BC32-25E7-4B8B-A20E-E66AD8E60BF7}" destId="{55CE6CA6-9EE1-4E53-818A-A6A734DB1E73}" srcOrd="0" destOrd="0" presId="urn:microsoft.com/office/officeart/2008/layout/VerticalCurvedList"/>
    <dgm:cxn modelId="{30DED98A-CE54-4B7A-AED7-87736475CFFF}" srcId="{55E898E1-4D2B-4193-ABC0-5CEC71C2B1A1}" destId="{A5192B10-E1CD-433E-95A9-9EA430AA94A8}" srcOrd="0" destOrd="0" parTransId="{574E9C94-E309-4645-9A2C-0102E31972E4}" sibTransId="{1A88BC32-25E7-4B8B-A20E-E66AD8E60BF7}"/>
    <dgm:cxn modelId="{A7FEB0E3-4867-4156-BF35-F1100B9429A7}" type="presOf" srcId="{DC7C4902-97B0-4264-833D-0A7172221401}" destId="{B46DB5AC-B64A-4491-943C-5CD55806F7A8}" srcOrd="0" destOrd="0" presId="urn:microsoft.com/office/officeart/2008/layout/VerticalCurvedList"/>
    <dgm:cxn modelId="{D004F87E-BC5C-4E2E-A6E4-2DFBF76A30D2}" type="presParOf" srcId="{00D96A26-9147-4671-BD1C-7AE8BEEDCE7F}" destId="{CF1042C7-574C-4947-B033-73C28F2AF5E2}" srcOrd="0" destOrd="0" presId="urn:microsoft.com/office/officeart/2008/layout/VerticalCurvedList"/>
    <dgm:cxn modelId="{CC63EB7C-9879-4AA4-AFBE-53E36A316389}" type="presParOf" srcId="{CF1042C7-574C-4947-B033-73C28F2AF5E2}" destId="{73EBDECC-8724-4527-872F-8EAF15610267}" srcOrd="0" destOrd="0" presId="urn:microsoft.com/office/officeart/2008/layout/VerticalCurvedList"/>
    <dgm:cxn modelId="{FFE7D3AE-6A09-48AD-A738-1EB34A68AEE7}" type="presParOf" srcId="{73EBDECC-8724-4527-872F-8EAF15610267}" destId="{32E94B19-39AD-4C77-A9EA-DEA735EED5D0}" srcOrd="0" destOrd="0" presId="urn:microsoft.com/office/officeart/2008/layout/VerticalCurvedList"/>
    <dgm:cxn modelId="{85D5FF3F-BEC4-4421-A031-93EA06AE5C79}" type="presParOf" srcId="{73EBDECC-8724-4527-872F-8EAF15610267}" destId="{55CE6CA6-9EE1-4E53-818A-A6A734DB1E73}" srcOrd="1" destOrd="0" presId="urn:microsoft.com/office/officeart/2008/layout/VerticalCurvedList"/>
    <dgm:cxn modelId="{DC2498A6-7CA6-4FF7-884D-18939EBB6FDE}" type="presParOf" srcId="{73EBDECC-8724-4527-872F-8EAF15610267}" destId="{3E8C0EC4-3E7E-4AB0-93B5-80CC15CD3F80}" srcOrd="2" destOrd="0" presId="urn:microsoft.com/office/officeart/2008/layout/VerticalCurvedList"/>
    <dgm:cxn modelId="{A97733CA-2012-46D0-9F89-8AF433714946}" type="presParOf" srcId="{73EBDECC-8724-4527-872F-8EAF15610267}" destId="{B98CA32D-16BD-44D2-B3C6-67171E3F37F6}" srcOrd="3" destOrd="0" presId="urn:microsoft.com/office/officeart/2008/layout/VerticalCurvedList"/>
    <dgm:cxn modelId="{80949025-6972-4640-8DDE-1352C55BE929}" type="presParOf" srcId="{CF1042C7-574C-4947-B033-73C28F2AF5E2}" destId="{BCB90509-3FA2-4929-AD86-55A67ED8DDA9}" srcOrd="1" destOrd="0" presId="urn:microsoft.com/office/officeart/2008/layout/VerticalCurvedList"/>
    <dgm:cxn modelId="{D89B019B-6330-40BB-B053-12968DFBF1E1}" type="presParOf" srcId="{CF1042C7-574C-4947-B033-73C28F2AF5E2}" destId="{9189009A-9D64-4D94-AAEE-EDD2CF7EF60A}" srcOrd="2" destOrd="0" presId="urn:microsoft.com/office/officeart/2008/layout/VerticalCurvedList"/>
    <dgm:cxn modelId="{A6C30DA6-82AC-4822-A5AF-7508EEC4B8E5}" type="presParOf" srcId="{9189009A-9D64-4D94-AAEE-EDD2CF7EF60A}" destId="{5CF148B5-3347-478E-89AF-2CEF2B273C0C}" srcOrd="0" destOrd="0" presId="urn:microsoft.com/office/officeart/2008/layout/VerticalCurvedList"/>
    <dgm:cxn modelId="{366D7858-CF19-42D5-84EC-9A4EE128BF7C}" type="presParOf" srcId="{CF1042C7-574C-4947-B033-73C28F2AF5E2}" destId="{B46DB5AC-B64A-4491-943C-5CD55806F7A8}" srcOrd="3" destOrd="0" presId="urn:microsoft.com/office/officeart/2008/layout/VerticalCurvedList"/>
    <dgm:cxn modelId="{1B0FCD3A-81B1-4B85-8685-BE6D3D2205EF}" type="presParOf" srcId="{CF1042C7-574C-4947-B033-73C28F2AF5E2}" destId="{DC65DA83-A38B-465B-BB57-546917F41D13}" srcOrd="4" destOrd="0" presId="urn:microsoft.com/office/officeart/2008/layout/VerticalCurvedList"/>
    <dgm:cxn modelId="{A961C5D7-2227-4C99-BAE6-07B792B2B99E}" type="presParOf" srcId="{DC65DA83-A38B-465B-BB57-546917F41D13}" destId="{1F911511-97C0-4EF8-9DEB-D3D39EE68F1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E898E1-4D2B-4193-ABC0-5CEC71C2B1A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A5192B10-E1CD-433E-95A9-9EA430AA94A8}">
      <dgm:prSet phldrT="[Text]"/>
      <dgm:spPr/>
      <dgm:t>
        <a:bodyPr/>
        <a:lstStyle/>
        <a:p>
          <a:r>
            <a:rPr kumimoji="1" lang="ja-JP" altLang="en-US" dirty="0"/>
            <a:t>個人の解析環境を</a:t>
          </a:r>
          <a:r>
            <a:rPr kumimoji="1" lang="en-US" altLang="ja-JP" dirty="0"/>
            <a:t>snapshot</a:t>
          </a:r>
          <a:r>
            <a:rPr kumimoji="1" lang="ja-JP" altLang="en-US" dirty="0"/>
            <a:t>する</a:t>
          </a:r>
        </a:p>
      </dgm:t>
    </dgm:pt>
    <dgm:pt modelId="{574E9C94-E309-4645-9A2C-0102E31972E4}" type="parTrans" cxnId="{30DED98A-CE54-4B7A-AED7-87736475CFFF}">
      <dgm:prSet/>
      <dgm:spPr/>
      <dgm:t>
        <a:bodyPr/>
        <a:lstStyle/>
        <a:p>
          <a:endParaRPr kumimoji="1" lang="ja-JP" altLang="en-US"/>
        </a:p>
      </dgm:t>
    </dgm:pt>
    <dgm:pt modelId="{1A88BC32-25E7-4B8B-A20E-E66AD8E60BF7}" type="sibTrans" cxnId="{30DED98A-CE54-4B7A-AED7-87736475CFFF}">
      <dgm:prSet/>
      <dgm:spPr/>
      <dgm:t>
        <a:bodyPr/>
        <a:lstStyle/>
        <a:p>
          <a:endParaRPr kumimoji="1" lang="ja-JP" altLang="en-US"/>
        </a:p>
      </dgm:t>
    </dgm:pt>
    <dgm:pt modelId="{DC7C4902-97B0-4264-833D-0A7172221401}">
      <dgm:prSet phldrT="[Text]"/>
      <dgm:spPr/>
      <dgm:t>
        <a:bodyPr/>
        <a:lstStyle/>
        <a:p>
          <a:r>
            <a:rPr kumimoji="1" lang="ja-JP" altLang="en-US" dirty="0"/>
            <a:t>外部の解析環境を再現</a:t>
          </a:r>
        </a:p>
      </dgm:t>
    </dgm:pt>
    <dgm:pt modelId="{F2500A15-C669-4925-9555-377501C8593F}" type="parTrans" cxnId="{D9BFA47A-0AD2-45B5-8A48-573F2EA01DDC}">
      <dgm:prSet/>
      <dgm:spPr/>
      <dgm:t>
        <a:bodyPr/>
        <a:lstStyle/>
        <a:p>
          <a:endParaRPr kumimoji="1" lang="ja-JP" altLang="en-US"/>
        </a:p>
      </dgm:t>
    </dgm:pt>
    <dgm:pt modelId="{815281F3-A4C6-4D1C-900C-CA1D64C0C4A6}" type="sibTrans" cxnId="{D9BFA47A-0AD2-45B5-8A48-573F2EA01DDC}">
      <dgm:prSet/>
      <dgm:spPr/>
      <dgm:t>
        <a:bodyPr/>
        <a:lstStyle/>
        <a:p>
          <a:endParaRPr kumimoji="1" lang="ja-JP" altLang="en-US"/>
        </a:p>
      </dgm:t>
    </dgm:pt>
    <dgm:pt modelId="{00D96A26-9147-4671-BD1C-7AE8BEEDCE7F}" type="pres">
      <dgm:prSet presAssocID="{55E898E1-4D2B-4193-ABC0-5CEC71C2B1A1}" presName="Name0" presStyleCnt="0">
        <dgm:presLayoutVars>
          <dgm:chMax val="7"/>
          <dgm:chPref val="7"/>
          <dgm:dir/>
        </dgm:presLayoutVars>
      </dgm:prSet>
      <dgm:spPr/>
    </dgm:pt>
    <dgm:pt modelId="{CF1042C7-574C-4947-B033-73C28F2AF5E2}" type="pres">
      <dgm:prSet presAssocID="{55E898E1-4D2B-4193-ABC0-5CEC71C2B1A1}" presName="Name1" presStyleCnt="0"/>
      <dgm:spPr/>
    </dgm:pt>
    <dgm:pt modelId="{73EBDECC-8724-4527-872F-8EAF15610267}" type="pres">
      <dgm:prSet presAssocID="{55E898E1-4D2B-4193-ABC0-5CEC71C2B1A1}" presName="cycle" presStyleCnt="0"/>
      <dgm:spPr/>
    </dgm:pt>
    <dgm:pt modelId="{32E94B19-39AD-4C77-A9EA-DEA735EED5D0}" type="pres">
      <dgm:prSet presAssocID="{55E898E1-4D2B-4193-ABC0-5CEC71C2B1A1}" presName="srcNode" presStyleLbl="node1" presStyleIdx="0" presStyleCnt="2"/>
      <dgm:spPr/>
    </dgm:pt>
    <dgm:pt modelId="{55CE6CA6-9EE1-4E53-818A-A6A734DB1E73}" type="pres">
      <dgm:prSet presAssocID="{55E898E1-4D2B-4193-ABC0-5CEC71C2B1A1}" presName="conn" presStyleLbl="parChTrans1D2" presStyleIdx="0" presStyleCnt="1"/>
      <dgm:spPr/>
    </dgm:pt>
    <dgm:pt modelId="{3E8C0EC4-3E7E-4AB0-93B5-80CC15CD3F80}" type="pres">
      <dgm:prSet presAssocID="{55E898E1-4D2B-4193-ABC0-5CEC71C2B1A1}" presName="extraNode" presStyleLbl="node1" presStyleIdx="0" presStyleCnt="2"/>
      <dgm:spPr/>
    </dgm:pt>
    <dgm:pt modelId="{B98CA32D-16BD-44D2-B3C6-67171E3F37F6}" type="pres">
      <dgm:prSet presAssocID="{55E898E1-4D2B-4193-ABC0-5CEC71C2B1A1}" presName="dstNode" presStyleLbl="node1" presStyleIdx="0" presStyleCnt="2"/>
      <dgm:spPr/>
    </dgm:pt>
    <dgm:pt modelId="{BCB90509-3FA2-4929-AD86-55A67ED8DDA9}" type="pres">
      <dgm:prSet presAssocID="{A5192B10-E1CD-433E-95A9-9EA430AA94A8}" presName="text_1" presStyleLbl="node1" presStyleIdx="0" presStyleCnt="2">
        <dgm:presLayoutVars>
          <dgm:bulletEnabled val="1"/>
        </dgm:presLayoutVars>
      </dgm:prSet>
      <dgm:spPr/>
    </dgm:pt>
    <dgm:pt modelId="{9189009A-9D64-4D94-AAEE-EDD2CF7EF60A}" type="pres">
      <dgm:prSet presAssocID="{A5192B10-E1CD-433E-95A9-9EA430AA94A8}" presName="accent_1" presStyleCnt="0"/>
      <dgm:spPr/>
    </dgm:pt>
    <dgm:pt modelId="{5CF148B5-3347-478E-89AF-2CEF2B273C0C}" type="pres">
      <dgm:prSet presAssocID="{A5192B10-E1CD-433E-95A9-9EA430AA94A8}" presName="accentRepeatNode" presStyleLbl="solidFgAcc1" presStyleIdx="0" presStyleCnt="2"/>
      <dgm:spPr/>
    </dgm:pt>
    <dgm:pt modelId="{B46DB5AC-B64A-4491-943C-5CD55806F7A8}" type="pres">
      <dgm:prSet presAssocID="{DC7C4902-97B0-4264-833D-0A7172221401}" presName="text_2" presStyleLbl="node1" presStyleIdx="1" presStyleCnt="2">
        <dgm:presLayoutVars>
          <dgm:bulletEnabled val="1"/>
        </dgm:presLayoutVars>
      </dgm:prSet>
      <dgm:spPr/>
    </dgm:pt>
    <dgm:pt modelId="{DC65DA83-A38B-465B-BB57-546917F41D13}" type="pres">
      <dgm:prSet presAssocID="{DC7C4902-97B0-4264-833D-0A7172221401}" presName="accent_2" presStyleCnt="0"/>
      <dgm:spPr/>
    </dgm:pt>
    <dgm:pt modelId="{1F911511-97C0-4EF8-9DEB-D3D39EE68F18}" type="pres">
      <dgm:prSet presAssocID="{DC7C4902-97B0-4264-833D-0A7172221401}" presName="accentRepeatNode" presStyleLbl="solidFgAcc1" presStyleIdx="1" presStyleCnt="2"/>
      <dgm:spPr/>
    </dgm:pt>
  </dgm:ptLst>
  <dgm:cxnLst>
    <dgm:cxn modelId="{570C6B26-58B2-4086-8083-415573C7C1E1}" type="presOf" srcId="{55E898E1-4D2B-4193-ABC0-5CEC71C2B1A1}" destId="{00D96A26-9147-4671-BD1C-7AE8BEEDCE7F}" srcOrd="0" destOrd="0" presId="urn:microsoft.com/office/officeart/2008/layout/VerticalCurvedList"/>
    <dgm:cxn modelId="{D9BFA47A-0AD2-45B5-8A48-573F2EA01DDC}" srcId="{55E898E1-4D2B-4193-ABC0-5CEC71C2B1A1}" destId="{DC7C4902-97B0-4264-833D-0A7172221401}" srcOrd="1" destOrd="0" parTransId="{F2500A15-C669-4925-9555-377501C8593F}" sibTransId="{815281F3-A4C6-4D1C-900C-CA1D64C0C4A6}"/>
    <dgm:cxn modelId="{BD0C787D-5830-46AB-9019-C552E9C900DA}" type="presOf" srcId="{A5192B10-E1CD-433E-95A9-9EA430AA94A8}" destId="{BCB90509-3FA2-4929-AD86-55A67ED8DDA9}" srcOrd="0" destOrd="0" presId="urn:microsoft.com/office/officeart/2008/layout/VerticalCurvedList"/>
    <dgm:cxn modelId="{F4B33088-0546-431B-A5CA-01CCED53ED0E}" type="presOf" srcId="{1A88BC32-25E7-4B8B-A20E-E66AD8E60BF7}" destId="{55CE6CA6-9EE1-4E53-818A-A6A734DB1E73}" srcOrd="0" destOrd="0" presId="urn:microsoft.com/office/officeart/2008/layout/VerticalCurvedList"/>
    <dgm:cxn modelId="{30DED98A-CE54-4B7A-AED7-87736475CFFF}" srcId="{55E898E1-4D2B-4193-ABC0-5CEC71C2B1A1}" destId="{A5192B10-E1CD-433E-95A9-9EA430AA94A8}" srcOrd="0" destOrd="0" parTransId="{574E9C94-E309-4645-9A2C-0102E31972E4}" sibTransId="{1A88BC32-25E7-4B8B-A20E-E66AD8E60BF7}"/>
    <dgm:cxn modelId="{A7FEB0E3-4867-4156-BF35-F1100B9429A7}" type="presOf" srcId="{DC7C4902-97B0-4264-833D-0A7172221401}" destId="{B46DB5AC-B64A-4491-943C-5CD55806F7A8}" srcOrd="0" destOrd="0" presId="urn:microsoft.com/office/officeart/2008/layout/VerticalCurvedList"/>
    <dgm:cxn modelId="{D004F87E-BC5C-4E2E-A6E4-2DFBF76A30D2}" type="presParOf" srcId="{00D96A26-9147-4671-BD1C-7AE8BEEDCE7F}" destId="{CF1042C7-574C-4947-B033-73C28F2AF5E2}" srcOrd="0" destOrd="0" presId="urn:microsoft.com/office/officeart/2008/layout/VerticalCurvedList"/>
    <dgm:cxn modelId="{CC63EB7C-9879-4AA4-AFBE-53E36A316389}" type="presParOf" srcId="{CF1042C7-574C-4947-B033-73C28F2AF5E2}" destId="{73EBDECC-8724-4527-872F-8EAF15610267}" srcOrd="0" destOrd="0" presId="urn:microsoft.com/office/officeart/2008/layout/VerticalCurvedList"/>
    <dgm:cxn modelId="{FFE7D3AE-6A09-48AD-A738-1EB34A68AEE7}" type="presParOf" srcId="{73EBDECC-8724-4527-872F-8EAF15610267}" destId="{32E94B19-39AD-4C77-A9EA-DEA735EED5D0}" srcOrd="0" destOrd="0" presId="urn:microsoft.com/office/officeart/2008/layout/VerticalCurvedList"/>
    <dgm:cxn modelId="{85D5FF3F-BEC4-4421-A031-93EA06AE5C79}" type="presParOf" srcId="{73EBDECC-8724-4527-872F-8EAF15610267}" destId="{55CE6CA6-9EE1-4E53-818A-A6A734DB1E73}" srcOrd="1" destOrd="0" presId="urn:microsoft.com/office/officeart/2008/layout/VerticalCurvedList"/>
    <dgm:cxn modelId="{DC2498A6-7CA6-4FF7-884D-18939EBB6FDE}" type="presParOf" srcId="{73EBDECC-8724-4527-872F-8EAF15610267}" destId="{3E8C0EC4-3E7E-4AB0-93B5-80CC15CD3F80}" srcOrd="2" destOrd="0" presId="urn:microsoft.com/office/officeart/2008/layout/VerticalCurvedList"/>
    <dgm:cxn modelId="{A97733CA-2012-46D0-9F89-8AF433714946}" type="presParOf" srcId="{73EBDECC-8724-4527-872F-8EAF15610267}" destId="{B98CA32D-16BD-44D2-B3C6-67171E3F37F6}" srcOrd="3" destOrd="0" presId="urn:microsoft.com/office/officeart/2008/layout/VerticalCurvedList"/>
    <dgm:cxn modelId="{80949025-6972-4640-8DDE-1352C55BE929}" type="presParOf" srcId="{CF1042C7-574C-4947-B033-73C28F2AF5E2}" destId="{BCB90509-3FA2-4929-AD86-55A67ED8DDA9}" srcOrd="1" destOrd="0" presId="urn:microsoft.com/office/officeart/2008/layout/VerticalCurvedList"/>
    <dgm:cxn modelId="{D89B019B-6330-40BB-B053-12968DFBF1E1}" type="presParOf" srcId="{CF1042C7-574C-4947-B033-73C28F2AF5E2}" destId="{9189009A-9D64-4D94-AAEE-EDD2CF7EF60A}" srcOrd="2" destOrd="0" presId="urn:microsoft.com/office/officeart/2008/layout/VerticalCurvedList"/>
    <dgm:cxn modelId="{A6C30DA6-82AC-4822-A5AF-7508EEC4B8E5}" type="presParOf" srcId="{9189009A-9D64-4D94-AAEE-EDD2CF7EF60A}" destId="{5CF148B5-3347-478E-89AF-2CEF2B273C0C}" srcOrd="0" destOrd="0" presId="urn:microsoft.com/office/officeart/2008/layout/VerticalCurvedList"/>
    <dgm:cxn modelId="{366D7858-CF19-42D5-84EC-9A4EE128BF7C}" type="presParOf" srcId="{CF1042C7-574C-4947-B033-73C28F2AF5E2}" destId="{B46DB5AC-B64A-4491-943C-5CD55806F7A8}" srcOrd="3" destOrd="0" presId="urn:microsoft.com/office/officeart/2008/layout/VerticalCurvedList"/>
    <dgm:cxn modelId="{1B0FCD3A-81B1-4B85-8685-BE6D3D2205EF}" type="presParOf" srcId="{CF1042C7-574C-4947-B033-73C28F2AF5E2}" destId="{DC65DA83-A38B-465B-BB57-546917F41D13}" srcOrd="4" destOrd="0" presId="urn:microsoft.com/office/officeart/2008/layout/VerticalCurvedList"/>
    <dgm:cxn modelId="{A961C5D7-2227-4C99-BAE6-07B792B2B99E}" type="presParOf" srcId="{DC65DA83-A38B-465B-BB57-546917F41D13}" destId="{1F911511-97C0-4EF8-9DEB-D3D39EE68F1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AC617F-6AAB-4CD1-9722-4B56C0E76D5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17DE2D7-6ED3-4F4A-964E-840AA88AE8EA}">
      <dgm:prSet phldrT="[Text]"/>
      <dgm:spPr/>
      <dgm:t>
        <a:bodyPr/>
        <a:lstStyle/>
        <a:p>
          <a:pPr>
            <a:buNone/>
          </a:pPr>
          <a:r>
            <a:rPr lang="en-US" dirty="0"/>
            <a:t>restore()</a:t>
          </a:r>
          <a:r>
            <a:rPr lang="ja-JP" altLang="en-US" dirty="0"/>
            <a:t>失敗の本質</a:t>
          </a:r>
          <a:endParaRPr kumimoji="1" lang="ja-JP" altLang="en-US" dirty="0"/>
        </a:p>
      </dgm:t>
    </dgm:pt>
    <dgm:pt modelId="{1D57783B-C515-4568-9B43-6C6463336BF8}" type="parTrans" cxnId="{4DE1F1AC-8070-4F91-BCF5-C6C8DEB75348}">
      <dgm:prSet/>
      <dgm:spPr/>
      <dgm:t>
        <a:bodyPr/>
        <a:lstStyle/>
        <a:p>
          <a:endParaRPr kumimoji="1" lang="ja-JP" altLang="en-US"/>
        </a:p>
      </dgm:t>
    </dgm:pt>
    <dgm:pt modelId="{954AB564-7D31-4154-B784-62A3CEC96A53}" type="sibTrans" cxnId="{4DE1F1AC-8070-4F91-BCF5-C6C8DEB75348}">
      <dgm:prSet/>
      <dgm:spPr/>
      <dgm:t>
        <a:bodyPr/>
        <a:lstStyle/>
        <a:p>
          <a:endParaRPr kumimoji="1" lang="ja-JP" altLang="en-US"/>
        </a:p>
      </dgm:t>
    </dgm:pt>
    <dgm:pt modelId="{EC983C20-9122-443A-8B07-77159870BBA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ja-JP" dirty="0" err="1">
              <a:solidFill>
                <a:srgbClr val="0000FF"/>
              </a:solidFill>
            </a:rPr>
            <a:t>renv</a:t>
          </a:r>
          <a:r>
            <a:rPr lang="en-US" altLang="ja-JP" dirty="0">
              <a:solidFill>
                <a:srgbClr val="0000FF"/>
              </a:solidFill>
            </a:rPr>
            <a:t>::restore() </a:t>
          </a:r>
          <a:r>
            <a:rPr lang="en-US" altLang="ja-JP" dirty="0"/>
            <a:t>= Package install</a:t>
          </a:r>
          <a:r>
            <a:rPr lang="ja-JP" altLang="en-US" dirty="0"/>
            <a:t>処理 </a:t>
          </a:r>
          <a:endParaRPr kumimoji="1" lang="ja-JP" altLang="en-US" dirty="0"/>
        </a:p>
      </dgm:t>
    </dgm:pt>
    <dgm:pt modelId="{19B8CA64-C202-417A-96BF-97682E767C2E}" type="parTrans" cxnId="{8AE77076-8F99-4C17-BAA4-4AB6D1A11A79}">
      <dgm:prSet/>
      <dgm:spPr/>
      <dgm:t>
        <a:bodyPr/>
        <a:lstStyle/>
        <a:p>
          <a:endParaRPr kumimoji="1" lang="ja-JP" altLang="en-US"/>
        </a:p>
      </dgm:t>
    </dgm:pt>
    <dgm:pt modelId="{F96E1BA8-2838-474A-B89E-45E3D3C80CEB}" type="sibTrans" cxnId="{8AE77076-8F99-4C17-BAA4-4AB6D1A11A79}">
      <dgm:prSet/>
      <dgm:spPr/>
      <dgm:t>
        <a:bodyPr/>
        <a:lstStyle/>
        <a:p>
          <a:endParaRPr kumimoji="1" lang="ja-JP" altLang="en-US"/>
        </a:p>
      </dgm:t>
    </dgm:pt>
    <dgm:pt modelId="{4A1FF709-DA03-4731-BBA8-10EF9F73E996}">
      <dgm:prSet phldrT="[Text]"/>
      <dgm:spPr/>
      <dgm:t>
        <a:bodyPr/>
        <a:lstStyle/>
        <a:p>
          <a:pPr>
            <a:buNone/>
          </a:pPr>
          <a:r>
            <a:rPr lang="en-US" altLang="ja-JP" dirty="0" err="1"/>
            <a:t>renv</a:t>
          </a:r>
          <a:r>
            <a:rPr lang="ja-JP" altLang="en-US" dirty="0"/>
            <a:t>の守備範囲の限界</a:t>
          </a:r>
          <a:endParaRPr kumimoji="1" lang="ja-JP" altLang="en-US" dirty="0"/>
        </a:p>
      </dgm:t>
    </dgm:pt>
    <dgm:pt modelId="{385A52FE-B390-44B2-98E0-F5E78D3D7193}" type="parTrans" cxnId="{AA5577BD-BFE9-4AD5-8127-4805DDCCDECB}">
      <dgm:prSet/>
      <dgm:spPr/>
      <dgm:t>
        <a:bodyPr/>
        <a:lstStyle/>
        <a:p>
          <a:endParaRPr kumimoji="1" lang="ja-JP" altLang="en-US"/>
        </a:p>
      </dgm:t>
    </dgm:pt>
    <dgm:pt modelId="{28CAE29C-70C9-48CF-9471-3029A1E1A670}" type="sibTrans" cxnId="{AA5577BD-BFE9-4AD5-8127-4805DDCCDECB}">
      <dgm:prSet/>
      <dgm:spPr/>
      <dgm:t>
        <a:bodyPr/>
        <a:lstStyle/>
        <a:p>
          <a:endParaRPr kumimoji="1" lang="ja-JP" altLang="en-US"/>
        </a:p>
      </dgm:t>
    </dgm:pt>
    <dgm:pt modelId="{B3DFE222-E648-4D14-A303-1D1E9EDE0CF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dirty="0"/>
            <a:t>再現性の範囲： </a:t>
          </a:r>
          <a:endParaRPr kumimoji="1" lang="ja-JP" altLang="en-US" dirty="0"/>
        </a:p>
      </dgm:t>
    </dgm:pt>
    <dgm:pt modelId="{27674477-E32A-459E-A9C3-3955E1F0F4E4}" type="parTrans" cxnId="{C792D56F-54F2-4784-A33D-A98DD9025F9D}">
      <dgm:prSet/>
      <dgm:spPr/>
      <dgm:t>
        <a:bodyPr/>
        <a:lstStyle/>
        <a:p>
          <a:endParaRPr kumimoji="1" lang="ja-JP" altLang="en-US"/>
        </a:p>
      </dgm:t>
    </dgm:pt>
    <dgm:pt modelId="{82CFF0E9-BF2F-49EA-99C4-01F3E3B3845C}" type="sibTrans" cxnId="{C792D56F-54F2-4784-A33D-A98DD9025F9D}">
      <dgm:prSet/>
      <dgm:spPr/>
      <dgm:t>
        <a:bodyPr/>
        <a:lstStyle/>
        <a:p>
          <a:endParaRPr kumimoji="1" lang="ja-JP" altLang="en-US"/>
        </a:p>
      </dgm:t>
    </dgm:pt>
    <dgm:pt modelId="{F00273C0-5C66-4DA7-8D46-176AB39CA591}">
      <dgm:prSet phldrT="[Text]"/>
      <dgm:spPr/>
      <dgm:t>
        <a:bodyPr/>
        <a:lstStyle/>
        <a:p>
          <a:pPr>
            <a:buNone/>
          </a:pPr>
          <a:r>
            <a:rPr lang="ja-JP" altLang="en-US" dirty="0"/>
            <a:t>よくある落とし穴</a:t>
          </a:r>
          <a:endParaRPr kumimoji="1" lang="ja-JP" altLang="en-US" dirty="0"/>
        </a:p>
      </dgm:t>
    </dgm:pt>
    <dgm:pt modelId="{1AC7E907-7FBD-4A1F-B69C-FB3418BB68B9}" type="parTrans" cxnId="{F21E3A98-9468-4035-A88D-4D5BE3163471}">
      <dgm:prSet/>
      <dgm:spPr/>
      <dgm:t>
        <a:bodyPr/>
        <a:lstStyle/>
        <a:p>
          <a:endParaRPr kumimoji="1" lang="ja-JP" altLang="en-US"/>
        </a:p>
      </dgm:t>
    </dgm:pt>
    <dgm:pt modelId="{AFB94396-234B-4278-8A6D-6C213C5E9EFD}" type="sibTrans" cxnId="{F21E3A98-9468-4035-A88D-4D5BE3163471}">
      <dgm:prSet/>
      <dgm:spPr/>
      <dgm:t>
        <a:bodyPr/>
        <a:lstStyle/>
        <a:p>
          <a:endParaRPr kumimoji="1" lang="ja-JP" altLang="en-US"/>
        </a:p>
      </dgm:t>
    </dgm:pt>
    <dgm:pt modelId="{40167E2D-D950-4422-A8BE-31A2BB95E0E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dirty="0"/>
            <a:t>新</a:t>
          </a:r>
          <a:r>
            <a:rPr lang="en-US" dirty="0"/>
            <a:t>R × </a:t>
          </a:r>
          <a:r>
            <a:rPr lang="ja-JP" altLang="en-US" dirty="0"/>
            <a:t>古い</a:t>
          </a:r>
          <a:r>
            <a:rPr lang="en-US" altLang="ja-JP" dirty="0"/>
            <a:t>P</a:t>
          </a:r>
          <a:r>
            <a:rPr lang="en-US" dirty="0"/>
            <a:t>ackage（</a:t>
          </a:r>
          <a:r>
            <a:rPr lang="ja-JP" altLang="en-US" dirty="0"/>
            <a:t>上三角領域）＝不安定 </a:t>
          </a:r>
          <a:endParaRPr kumimoji="1" lang="ja-JP" altLang="en-US" dirty="0"/>
        </a:p>
      </dgm:t>
    </dgm:pt>
    <dgm:pt modelId="{0425714A-F34F-42FA-974C-E8439259B61F}" type="parTrans" cxnId="{B74C3813-F8C9-4AF9-97CA-D3CC5C90AA03}">
      <dgm:prSet/>
      <dgm:spPr/>
      <dgm:t>
        <a:bodyPr/>
        <a:lstStyle/>
        <a:p>
          <a:endParaRPr kumimoji="1" lang="ja-JP" altLang="en-US"/>
        </a:p>
      </dgm:t>
    </dgm:pt>
    <dgm:pt modelId="{E88EEE9C-A4CF-4F5B-A951-ED17ECDAA03C}" type="sibTrans" cxnId="{B74C3813-F8C9-4AF9-97CA-D3CC5C90AA03}">
      <dgm:prSet/>
      <dgm:spPr/>
      <dgm:t>
        <a:bodyPr/>
        <a:lstStyle/>
        <a:p>
          <a:endParaRPr kumimoji="1" lang="ja-JP" altLang="en-US"/>
        </a:p>
      </dgm:t>
    </dgm:pt>
    <dgm:pt modelId="{D68D8A9E-C462-4438-8911-6A68A1C8C97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dirty="0"/>
            <a:t>環境不整合で簡単に失敗</a:t>
          </a:r>
          <a:r>
            <a:rPr lang="en-US" altLang="ja-JP" dirty="0"/>
            <a:t>…</a:t>
          </a:r>
          <a:endParaRPr lang="ja-JP" altLang="en-US" dirty="0"/>
        </a:p>
      </dgm:t>
    </dgm:pt>
    <dgm:pt modelId="{0F4A8459-5039-4324-BF25-5B39AA75D6AC}" type="parTrans" cxnId="{97FA89A8-16BD-403A-87F5-58DD41C11FF1}">
      <dgm:prSet/>
      <dgm:spPr/>
      <dgm:t>
        <a:bodyPr/>
        <a:lstStyle/>
        <a:p>
          <a:endParaRPr kumimoji="1" lang="ja-JP" altLang="en-US"/>
        </a:p>
      </dgm:t>
    </dgm:pt>
    <dgm:pt modelId="{C95AE5FF-E427-401C-9F71-7BA1040A64A2}" type="sibTrans" cxnId="{97FA89A8-16BD-403A-87F5-58DD41C11FF1}">
      <dgm:prSet/>
      <dgm:spPr/>
      <dgm:t>
        <a:bodyPr/>
        <a:lstStyle/>
        <a:p>
          <a:endParaRPr kumimoji="1" lang="ja-JP" altLang="en-US"/>
        </a:p>
      </dgm:t>
    </dgm:pt>
    <dgm:pt modelId="{DDA6D62F-9926-4FB4-B014-43BD90F979D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 version </a:t>
          </a:r>
        </a:p>
      </dgm:t>
    </dgm:pt>
    <dgm:pt modelId="{9141648C-BAA1-4C2F-A0C8-E9877B26B5DA}" type="parTrans" cxnId="{BD8C7B37-09A7-43C6-A80C-AB4EDD06D8C7}">
      <dgm:prSet/>
      <dgm:spPr/>
      <dgm:t>
        <a:bodyPr/>
        <a:lstStyle/>
        <a:p>
          <a:endParaRPr kumimoji="1" lang="ja-JP" altLang="en-US"/>
        </a:p>
      </dgm:t>
    </dgm:pt>
    <dgm:pt modelId="{0A615159-44B6-4827-A657-09DA219AF40A}" type="sibTrans" cxnId="{BD8C7B37-09A7-43C6-A80C-AB4EDD06D8C7}">
      <dgm:prSet/>
      <dgm:spPr/>
      <dgm:t>
        <a:bodyPr/>
        <a:lstStyle/>
        <a:p>
          <a:endParaRPr kumimoji="1" lang="ja-JP" altLang="en-US"/>
        </a:p>
      </dgm:t>
    </dgm:pt>
    <dgm:pt modelId="{CF37EC75-298B-48C2-A87C-8CB32C0FAA9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OS / system dependencies </a:t>
          </a:r>
        </a:p>
      </dgm:t>
    </dgm:pt>
    <dgm:pt modelId="{070A4460-4550-451D-97F5-8D730FE6344B}" type="parTrans" cxnId="{814183B4-A302-43D0-8841-70A7B57B43ED}">
      <dgm:prSet/>
      <dgm:spPr/>
      <dgm:t>
        <a:bodyPr/>
        <a:lstStyle/>
        <a:p>
          <a:endParaRPr kumimoji="1" lang="ja-JP" altLang="en-US"/>
        </a:p>
      </dgm:t>
    </dgm:pt>
    <dgm:pt modelId="{A93754CE-7FE3-48F2-8BC4-79FAE78B1070}" type="sibTrans" cxnId="{814183B4-A302-43D0-8841-70A7B57B43ED}">
      <dgm:prSet/>
      <dgm:spPr/>
      <dgm:t>
        <a:bodyPr/>
        <a:lstStyle/>
        <a:p>
          <a:endParaRPr kumimoji="1" lang="ja-JP" altLang="en-US"/>
        </a:p>
      </dgm:t>
    </dgm:pt>
    <dgm:pt modelId="{3B002D62-81EE-42FE-9092-BCE49AEB7F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ja-JP" dirty="0"/>
            <a:t>Binary</a:t>
          </a:r>
          <a:r>
            <a:rPr lang="ja-JP" altLang="en-US" dirty="0"/>
            <a:t>有無</a:t>
          </a:r>
        </a:p>
      </dgm:t>
    </dgm:pt>
    <dgm:pt modelId="{6A782C13-4F7B-4880-A945-852ADBA27280}" type="parTrans" cxnId="{D914241D-5A11-4B78-8353-234F8FA5DD05}">
      <dgm:prSet/>
      <dgm:spPr/>
      <dgm:t>
        <a:bodyPr/>
        <a:lstStyle/>
        <a:p>
          <a:endParaRPr kumimoji="1" lang="ja-JP" altLang="en-US"/>
        </a:p>
      </dgm:t>
    </dgm:pt>
    <dgm:pt modelId="{CD52FF21-5780-4620-B821-CD70F941DD45}" type="sibTrans" cxnId="{D914241D-5A11-4B78-8353-234F8FA5DD05}">
      <dgm:prSet/>
      <dgm:spPr/>
      <dgm:t>
        <a:bodyPr/>
        <a:lstStyle/>
        <a:p>
          <a:endParaRPr kumimoji="1" lang="ja-JP" altLang="en-US"/>
        </a:p>
      </dgm:t>
    </dgm:pt>
    <dgm:pt modelId="{30EDBD13-6971-4EFB-ACBE-6E8E130669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dirty="0"/>
            <a:t>✅ </a:t>
          </a:r>
          <a:r>
            <a:rPr lang="en-US" altLang="ja-JP" dirty="0"/>
            <a:t>P</a:t>
          </a:r>
          <a:r>
            <a:rPr lang="en-US" dirty="0"/>
            <a:t>ackage version </a:t>
          </a:r>
        </a:p>
      </dgm:t>
    </dgm:pt>
    <dgm:pt modelId="{B8931483-D588-4CA6-B66D-E81DBBC5507C}" type="parTrans" cxnId="{858C3236-2968-4F7B-9F56-B1A527234368}">
      <dgm:prSet/>
      <dgm:spPr/>
      <dgm:t>
        <a:bodyPr/>
        <a:lstStyle/>
        <a:p>
          <a:endParaRPr kumimoji="1" lang="ja-JP" altLang="en-US"/>
        </a:p>
      </dgm:t>
    </dgm:pt>
    <dgm:pt modelId="{978D80A8-9817-448D-A31A-590F430A6977}" type="sibTrans" cxnId="{858C3236-2968-4F7B-9F56-B1A527234368}">
      <dgm:prSet/>
      <dgm:spPr/>
      <dgm:t>
        <a:bodyPr/>
        <a:lstStyle/>
        <a:p>
          <a:endParaRPr kumimoji="1" lang="ja-JP" altLang="en-US"/>
        </a:p>
      </dgm:t>
    </dgm:pt>
    <dgm:pt modelId="{5F21B86C-5EF3-4AD9-9709-1C86A5D84F8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dirty="0"/>
            <a:t>❌ </a:t>
          </a:r>
          <a:r>
            <a:rPr lang="en-US" dirty="0"/>
            <a:t>R / OS / system dependencies</a:t>
          </a:r>
        </a:p>
      </dgm:t>
    </dgm:pt>
    <dgm:pt modelId="{CB2DB84A-97EA-4CA1-BAF0-7624264FFD4C}" type="parTrans" cxnId="{A86FE411-04F5-44FB-8F9D-36BD69203805}">
      <dgm:prSet/>
      <dgm:spPr/>
      <dgm:t>
        <a:bodyPr/>
        <a:lstStyle/>
        <a:p>
          <a:endParaRPr kumimoji="1" lang="ja-JP" altLang="en-US"/>
        </a:p>
      </dgm:t>
    </dgm:pt>
    <dgm:pt modelId="{FCA7FBC4-3672-4B25-AD47-24372D5541A0}" type="sibTrans" cxnId="{A86FE411-04F5-44FB-8F9D-36BD69203805}">
      <dgm:prSet/>
      <dgm:spPr/>
      <dgm:t>
        <a:bodyPr/>
        <a:lstStyle/>
        <a:p>
          <a:endParaRPr kumimoji="1" lang="ja-JP" altLang="en-US"/>
        </a:p>
      </dgm:t>
    </dgm:pt>
    <dgm:pt modelId="{961BE03F-1C4E-43CB-A644-A64F59AE327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ja-JP" altLang="en-US" dirty="0"/>
        </a:p>
      </dgm:t>
    </dgm:pt>
    <dgm:pt modelId="{DE926334-70F7-437F-AB28-1FD055A7E63D}" type="parTrans" cxnId="{E0E08650-1962-4942-B6D3-2127BAA75742}">
      <dgm:prSet/>
      <dgm:spPr/>
      <dgm:t>
        <a:bodyPr/>
        <a:lstStyle/>
        <a:p>
          <a:endParaRPr kumimoji="1" lang="ja-JP" altLang="en-US"/>
        </a:p>
      </dgm:t>
    </dgm:pt>
    <dgm:pt modelId="{E1FF2EDB-701A-45FD-BA6E-2457EB977011}" type="sibTrans" cxnId="{E0E08650-1962-4942-B6D3-2127BAA75742}">
      <dgm:prSet/>
      <dgm:spPr/>
      <dgm:t>
        <a:bodyPr/>
        <a:lstStyle/>
        <a:p>
          <a:endParaRPr kumimoji="1" lang="ja-JP" altLang="en-US"/>
        </a:p>
      </dgm:t>
    </dgm:pt>
    <dgm:pt modelId="{B6FEE687-C474-4DF1-A72C-EA0A49DF11C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b="0" dirty="0">
              <a:solidFill>
                <a:srgbClr val="FF0000"/>
              </a:solidFill>
            </a:rPr>
            <a:t> 「</a:t>
          </a:r>
          <a:r>
            <a:rPr lang="en-US" altLang="ja-JP" b="0" dirty="0">
              <a:solidFill>
                <a:srgbClr val="FF0000"/>
              </a:solidFill>
            </a:rPr>
            <a:t>restore</a:t>
          </a:r>
          <a:r>
            <a:rPr lang="ja-JP" altLang="en-US" b="0" dirty="0">
              <a:solidFill>
                <a:srgbClr val="FF0000"/>
              </a:solidFill>
            </a:rPr>
            <a:t>だけ押す」は</a:t>
          </a:r>
          <a:r>
            <a:rPr lang="en-US" altLang="ja-JP" b="0" dirty="0">
              <a:solidFill>
                <a:srgbClr val="FF0000"/>
              </a:solidFill>
            </a:rPr>
            <a:t>NG </a:t>
          </a:r>
          <a:r>
            <a:rPr lang="ja-JP" altLang="en-US" b="0" dirty="0"/>
            <a:t>→ 環境評価が必要</a:t>
          </a:r>
        </a:p>
      </dgm:t>
    </dgm:pt>
    <dgm:pt modelId="{F33E2C24-5CEC-4C7A-BB45-5A831F51EFB0}" type="parTrans" cxnId="{7F1BAD23-DE95-4FD7-978A-F9B2082B238A}">
      <dgm:prSet/>
      <dgm:spPr/>
      <dgm:t>
        <a:bodyPr/>
        <a:lstStyle/>
        <a:p>
          <a:endParaRPr kumimoji="1" lang="ja-JP" altLang="en-US"/>
        </a:p>
      </dgm:t>
    </dgm:pt>
    <dgm:pt modelId="{2CC6B303-2742-4C87-A5B5-946E2FE7F3D7}" type="sibTrans" cxnId="{7F1BAD23-DE95-4FD7-978A-F9B2082B238A}">
      <dgm:prSet/>
      <dgm:spPr/>
      <dgm:t>
        <a:bodyPr/>
        <a:lstStyle/>
        <a:p>
          <a:endParaRPr kumimoji="1" lang="ja-JP" altLang="en-US"/>
        </a:p>
      </dgm:t>
    </dgm:pt>
    <dgm:pt modelId="{1B20ABD4-C7C4-41B4-8964-24526A374B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3AA1D91A-582E-4728-9E0D-BE3843E2AEDB}" type="parTrans" cxnId="{5D2E47B7-DCB3-49BA-8561-55207F875D65}">
      <dgm:prSet/>
      <dgm:spPr/>
      <dgm:t>
        <a:bodyPr/>
        <a:lstStyle/>
        <a:p>
          <a:endParaRPr kumimoji="1" lang="ja-JP" altLang="en-US"/>
        </a:p>
      </dgm:t>
    </dgm:pt>
    <dgm:pt modelId="{8276E895-404B-4336-AFD3-F0E5C904EE55}" type="sibTrans" cxnId="{5D2E47B7-DCB3-49BA-8561-55207F875D65}">
      <dgm:prSet/>
      <dgm:spPr/>
      <dgm:t>
        <a:bodyPr/>
        <a:lstStyle/>
        <a:p>
          <a:endParaRPr kumimoji="1" lang="ja-JP" altLang="en-US"/>
        </a:p>
      </dgm:t>
    </dgm:pt>
    <dgm:pt modelId="{97613C7F-C014-4DE3-B104-73D9F7618FA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altLang="en-US" dirty="0"/>
            <a:t>完全再現ではない</a:t>
          </a:r>
          <a:br>
            <a:rPr lang="ja-JP" altLang="en-US" dirty="0"/>
          </a:br>
          <a:r>
            <a:rPr lang="ja-JP" altLang="en-US" dirty="0"/>
            <a:t>→ 必要に応じて </a:t>
          </a:r>
          <a:r>
            <a:rPr lang="en-US" altLang="ja-JP" dirty="0"/>
            <a:t>Docker </a:t>
          </a:r>
          <a:r>
            <a:rPr lang="ja-JP" altLang="en-US" dirty="0"/>
            <a:t>等</a:t>
          </a:r>
          <a:endParaRPr lang="en-US" dirty="0"/>
        </a:p>
      </dgm:t>
    </dgm:pt>
    <dgm:pt modelId="{B04EFB65-B4D0-4B98-BC58-E77234F42C28}" type="parTrans" cxnId="{6A1DEA31-1B84-45D3-917A-8A89B245F975}">
      <dgm:prSet/>
      <dgm:spPr/>
      <dgm:t>
        <a:bodyPr/>
        <a:lstStyle/>
        <a:p>
          <a:endParaRPr kumimoji="1" lang="ja-JP" altLang="en-US"/>
        </a:p>
      </dgm:t>
    </dgm:pt>
    <dgm:pt modelId="{7B3D8928-D625-49F8-8764-00FC61F3D72C}" type="sibTrans" cxnId="{6A1DEA31-1B84-45D3-917A-8A89B245F975}">
      <dgm:prSet/>
      <dgm:spPr/>
      <dgm:t>
        <a:bodyPr/>
        <a:lstStyle/>
        <a:p>
          <a:endParaRPr kumimoji="1" lang="ja-JP" altLang="en-US"/>
        </a:p>
      </dgm:t>
    </dgm:pt>
    <dgm:pt modelId="{65E1C320-B69E-459B-BE0D-A3D82CB7E31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ja-JP" altLang="en-US" dirty="0"/>
        </a:p>
      </dgm:t>
    </dgm:pt>
    <dgm:pt modelId="{95ED48A3-C2C5-4161-98C1-520D36881F46}" type="parTrans" cxnId="{68BBB354-C34E-473A-BA5A-CD462A660C8A}">
      <dgm:prSet/>
      <dgm:spPr/>
      <dgm:t>
        <a:bodyPr/>
        <a:lstStyle/>
        <a:p>
          <a:endParaRPr kumimoji="1" lang="ja-JP" altLang="en-US"/>
        </a:p>
      </dgm:t>
    </dgm:pt>
    <dgm:pt modelId="{CFE83B27-AF53-4199-9B11-E019554ED715}" type="sibTrans" cxnId="{68BBB354-C34E-473A-BA5A-CD462A660C8A}">
      <dgm:prSet/>
      <dgm:spPr/>
      <dgm:t>
        <a:bodyPr/>
        <a:lstStyle/>
        <a:p>
          <a:endParaRPr kumimoji="1" lang="ja-JP" altLang="en-US"/>
        </a:p>
      </dgm:t>
    </dgm:pt>
    <dgm:pt modelId="{BB7FD6FB-066E-4007-9A3C-5EC8FDE86EC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 err="1"/>
            <a:t>lockfile</a:t>
          </a:r>
          <a:r>
            <a:rPr lang="ja-JP" altLang="en-US" b="1" dirty="0"/>
            <a:t>と</a:t>
          </a:r>
          <a:r>
            <a:rPr lang="en-US" b="1" dirty="0"/>
            <a:t>R version</a:t>
          </a:r>
          <a:r>
            <a:rPr lang="ja-JP" altLang="en-US" b="1" dirty="0"/>
            <a:t>の不整合が主因</a:t>
          </a:r>
          <a:endParaRPr lang="ja-JP" altLang="en-US" dirty="0"/>
        </a:p>
      </dgm:t>
    </dgm:pt>
    <dgm:pt modelId="{01897971-FD9C-4C8B-A6CA-04089D2ECBB3}" type="parTrans" cxnId="{6CBF312A-8131-47B4-9960-ABCE3A7410D0}">
      <dgm:prSet/>
      <dgm:spPr/>
      <dgm:t>
        <a:bodyPr/>
        <a:lstStyle/>
        <a:p>
          <a:endParaRPr kumimoji="1" lang="ja-JP" altLang="en-US"/>
        </a:p>
      </dgm:t>
    </dgm:pt>
    <dgm:pt modelId="{E31DDFD3-14FB-4651-9D5B-E644FA75383B}" type="sibTrans" cxnId="{6CBF312A-8131-47B4-9960-ABCE3A7410D0}">
      <dgm:prSet/>
      <dgm:spPr/>
      <dgm:t>
        <a:bodyPr/>
        <a:lstStyle/>
        <a:p>
          <a:endParaRPr kumimoji="1" lang="ja-JP" altLang="en-US"/>
        </a:p>
      </dgm:t>
    </dgm:pt>
    <dgm:pt modelId="{4B052134-A166-42D7-A9C2-3ADD05D28C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ja-JP" dirty="0"/>
            <a:t>Binary</a:t>
          </a:r>
          <a:r>
            <a:rPr lang="ja-JP" altLang="en-US" dirty="0"/>
            <a:t>が存在しない</a:t>
          </a:r>
          <a:br>
            <a:rPr lang="ja-JP" altLang="en-US" dirty="0"/>
          </a:br>
          <a:r>
            <a:rPr lang="ja-JP" altLang="en-US" dirty="0"/>
            <a:t>→ </a:t>
          </a:r>
          <a:r>
            <a:rPr lang="en-US" altLang="ja-JP" dirty="0"/>
            <a:t>S</a:t>
          </a:r>
          <a:r>
            <a:rPr lang="en-US" dirty="0"/>
            <a:t>ource install → </a:t>
          </a:r>
          <a:r>
            <a:rPr lang="ja-JP" altLang="en-US" dirty="0"/>
            <a:t>失敗</a:t>
          </a:r>
        </a:p>
      </dgm:t>
    </dgm:pt>
    <dgm:pt modelId="{33F6F8E3-1D70-48A5-87EE-00423B8E658F}" type="parTrans" cxnId="{61D405A6-F866-4A6B-917F-CD1A932E48CC}">
      <dgm:prSet/>
      <dgm:spPr/>
      <dgm:t>
        <a:bodyPr/>
        <a:lstStyle/>
        <a:p>
          <a:endParaRPr kumimoji="1" lang="ja-JP" altLang="en-US"/>
        </a:p>
      </dgm:t>
    </dgm:pt>
    <dgm:pt modelId="{7EE1CB80-89AC-48A9-84AE-98083B5ED328}" type="sibTrans" cxnId="{61D405A6-F866-4A6B-917F-CD1A932E48CC}">
      <dgm:prSet/>
      <dgm:spPr/>
      <dgm:t>
        <a:bodyPr/>
        <a:lstStyle/>
        <a:p>
          <a:endParaRPr kumimoji="1" lang="ja-JP" altLang="en-US"/>
        </a:p>
      </dgm:t>
    </dgm:pt>
    <dgm:pt modelId="{5B78CC6D-A743-4FDC-A253-56DE0E838270}" type="pres">
      <dgm:prSet presAssocID="{47AC617F-6AAB-4CD1-9722-4B56C0E76D50}" presName="Name0" presStyleCnt="0">
        <dgm:presLayoutVars>
          <dgm:dir/>
          <dgm:animLvl val="lvl"/>
          <dgm:resizeHandles val="exact"/>
        </dgm:presLayoutVars>
      </dgm:prSet>
      <dgm:spPr/>
    </dgm:pt>
    <dgm:pt modelId="{434EBA61-FA86-4D9A-957F-93E69455EB9A}" type="pres">
      <dgm:prSet presAssocID="{B17DE2D7-6ED3-4F4A-964E-840AA88AE8EA}" presName="composite" presStyleCnt="0"/>
      <dgm:spPr/>
    </dgm:pt>
    <dgm:pt modelId="{400208A5-4CB1-446A-B8B0-C94692CF8617}" type="pres">
      <dgm:prSet presAssocID="{B17DE2D7-6ED3-4F4A-964E-840AA88AE8E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ABE6C26-E748-4799-A75B-A7D332DF24F9}" type="pres">
      <dgm:prSet presAssocID="{B17DE2D7-6ED3-4F4A-964E-840AA88AE8EA}" presName="desTx" presStyleLbl="alignAccFollowNode1" presStyleIdx="0" presStyleCnt="3">
        <dgm:presLayoutVars>
          <dgm:bulletEnabled val="1"/>
        </dgm:presLayoutVars>
      </dgm:prSet>
      <dgm:spPr/>
    </dgm:pt>
    <dgm:pt modelId="{741CEAC4-63D8-4162-A5DB-BA9D6A381969}" type="pres">
      <dgm:prSet presAssocID="{954AB564-7D31-4154-B784-62A3CEC96A53}" presName="space" presStyleCnt="0"/>
      <dgm:spPr/>
    </dgm:pt>
    <dgm:pt modelId="{FA929169-0392-4BD7-AE3B-413499BF02FC}" type="pres">
      <dgm:prSet presAssocID="{4A1FF709-DA03-4731-BBA8-10EF9F73E996}" presName="composite" presStyleCnt="0"/>
      <dgm:spPr/>
    </dgm:pt>
    <dgm:pt modelId="{DBD53C5B-3F67-4FF8-80B4-DBBAA1A6A5E6}" type="pres">
      <dgm:prSet presAssocID="{4A1FF709-DA03-4731-BBA8-10EF9F73E99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2ABDBF7-F9E3-4495-A106-C19C06217DA3}" type="pres">
      <dgm:prSet presAssocID="{4A1FF709-DA03-4731-BBA8-10EF9F73E996}" presName="desTx" presStyleLbl="alignAccFollowNode1" presStyleIdx="1" presStyleCnt="3">
        <dgm:presLayoutVars>
          <dgm:bulletEnabled val="1"/>
        </dgm:presLayoutVars>
      </dgm:prSet>
      <dgm:spPr/>
    </dgm:pt>
    <dgm:pt modelId="{777A188D-66C1-4CD0-B12E-CF19464D270E}" type="pres">
      <dgm:prSet presAssocID="{28CAE29C-70C9-48CF-9471-3029A1E1A670}" presName="space" presStyleCnt="0"/>
      <dgm:spPr/>
    </dgm:pt>
    <dgm:pt modelId="{DD780E40-F2F3-411A-8B21-5590A11A34A6}" type="pres">
      <dgm:prSet presAssocID="{F00273C0-5C66-4DA7-8D46-176AB39CA591}" presName="composite" presStyleCnt="0"/>
      <dgm:spPr/>
    </dgm:pt>
    <dgm:pt modelId="{AF6EC2C6-E62C-4956-9D47-A65B68CB5C0A}" type="pres">
      <dgm:prSet presAssocID="{F00273C0-5C66-4DA7-8D46-176AB39CA59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5BB8E9C-6B8E-46E9-AE87-126A9DACC45A}" type="pres">
      <dgm:prSet presAssocID="{F00273C0-5C66-4DA7-8D46-176AB39CA59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94DCB01-FFB6-4E5E-9DCE-F6C784C0B7EE}" type="presOf" srcId="{47AC617F-6AAB-4CD1-9722-4B56C0E76D50}" destId="{5B78CC6D-A743-4FDC-A253-56DE0E838270}" srcOrd="0" destOrd="0" presId="urn:microsoft.com/office/officeart/2005/8/layout/hList1"/>
    <dgm:cxn modelId="{80398811-83BF-487A-8683-5390C06F98D7}" type="presOf" srcId="{1B20ABD4-C7C4-41B4-8964-24526A374B2F}" destId="{C2ABDBF7-F9E3-4495-A106-C19C06217DA3}" srcOrd="0" destOrd="3" presId="urn:microsoft.com/office/officeart/2005/8/layout/hList1"/>
    <dgm:cxn modelId="{A86FE411-04F5-44FB-8F9D-36BD69203805}" srcId="{B3DFE222-E648-4D14-A303-1D1E9EDE0CF0}" destId="{5F21B86C-5EF3-4AD9-9709-1C86A5D84F8F}" srcOrd="1" destOrd="0" parTransId="{CB2DB84A-97EA-4CA1-BAF0-7624264FFD4C}" sibTransId="{FCA7FBC4-3672-4B25-AD47-24372D5541A0}"/>
    <dgm:cxn modelId="{B74C3813-F8C9-4AF9-97CA-D3CC5C90AA03}" srcId="{F00273C0-5C66-4DA7-8D46-176AB39CA591}" destId="{40167E2D-D950-4422-A8BE-31A2BB95E0E8}" srcOrd="0" destOrd="0" parTransId="{0425714A-F34F-42FA-974C-E8439259B61F}" sibTransId="{E88EEE9C-A4CF-4F5B-A951-ED17ECDAA03C}"/>
    <dgm:cxn modelId="{D914241D-5A11-4B78-8353-234F8FA5DD05}" srcId="{D68D8A9E-C462-4438-8911-6A68A1C8C979}" destId="{3B002D62-81EE-42FE-9092-BCE49AEB7FFA}" srcOrd="2" destOrd="0" parTransId="{6A782C13-4F7B-4880-A945-852ADBA27280}" sibTransId="{CD52FF21-5780-4620-B821-CD70F941DD45}"/>
    <dgm:cxn modelId="{7F1BAD23-DE95-4FD7-978A-F9B2082B238A}" srcId="{B17DE2D7-6ED3-4F4A-964E-840AA88AE8EA}" destId="{B6FEE687-C474-4DF1-A72C-EA0A49DF11C6}" srcOrd="2" destOrd="0" parTransId="{F33E2C24-5CEC-4C7A-BB45-5A831F51EFB0}" sibTransId="{2CC6B303-2742-4C87-A5B5-946E2FE7F3D7}"/>
    <dgm:cxn modelId="{9F8A0029-C226-4110-A993-F9816D3149B1}" type="presOf" srcId="{4A1FF709-DA03-4731-BBA8-10EF9F73E996}" destId="{DBD53C5B-3F67-4FF8-80B4-DBBAA1A6A5E6}" srcOrd="0" destOrd="0" presId="urn:microsoft.com/office/officeart/2005/8/layout/hList1"/>
    <dgm:cxn modelId="{2A217529-9959-49B4-A798-F4094565C4DA}" type="presOf" srcId="{97613C7F-C014-4DE3-B104-73D9F7618FAE}" destId="{C2ABDBF7-F9E3-4495-A106-C19C06217DA3}" srcOrd="0" destOrd="4" presId="urn:microsoft.com/office/officeart/2005/8/layout/hList1"/>
    <dgm:cxn modelId="{6CBF312A-8131-47B4-9960-ABCE3A7410D0}" srcId="{F00273C0-5C66-4DA7-8D46-176AB39CA591}" destId="{BB7FD6FB-066E-4007-9A3C-5EC8FDE86EC8}" srcOrd="4" destOrd="0" parTransId="{01897971-FD9C-4C8B-A6CA-04089D2ECBB3}" sibTransId="{E31DDFD3-14FB-4651-9D5B-E644FA75383B}"/>
    <dgm:cxn modelId="{BA3D672C-8AF3-46DA-9D89-BAF7EC54C89C}" type="presOf" srcId="{40167E2D-D950-4422-A8BE-31A2BB95E0E8}" destId="{C5BB8E9C-6B8E-46E9-AE87-126A9DACC45A}" srcOrd="0" destOrd="0" presId="urn:microsoft.com/office/officeart/2005/8/layout/hList1"/>
    <dgm:cxn modelId="{6A1DEA31-1B84-45D3-917A-8A89B245F975}" srcId="{4A1FF709-DA03-4731-BBA8-10EF9F73E996}" destId="{97613C7F-C014-4DE3-B104-73D9F7618FAE}" srcOrd="2" destOrd="0" parTransId="{B04EFB65-B4D0-4B98-BC58-E77234F42C28}" sibTransId="{7B3D8928-D625-49F8-8764-00FC61F3D72C}"/>
    <dgm:cxn modelId="{858C3236-2968-4F7B-9F56-B1A527234368}" srcId="{B3DFE222-E648-4D14-A303-1D1E9EDE0CF0}" destId="{30EDBD13-6971-4EFB-ACBE-6E8E13066969}" srcOrd="0" destOrd="0" parTransId="{B8931483-D588-4CA6-B66D-E81DBBC5507C}" sibTransId="{978D80A8-9817-448D-A31A-590F430A6977}"/>
    <dgm:cxn modelId="{BD8C7B37-09A7-43C6-A80C-AB4EDD06D8C7}" srcId="{D68D8A9E-C462-4438-8911-6A68A1C8C979}" destId="{DDA6D62F-9926-4FB4-B014-43BD90F979D9}" srcOrd="0" destOrd="0" parTransId="{9141648C-BAA1-4C2F-A0C8-E9877B26B5DA}" sibTransId="{0A615159-44B6-4827-A657-09DA219AF40A}"/>
    <dgm:cxn modelId="{254B1D67-5B0F-4DA0-B4E1-AF21AD8F8BB6}" type="presOf" srcId="{B3DFE222-E648-4D14-A303-1D1E9EDE0CF0}" destId="{C2ABDBF7-F9E3-4495-A106-C19C06217DA3}" srcOrd="0" destOrd="0" presId="urn:microsoft.com/office/officeart/2005/8/layout/hList1"/>
    <dgm:cxn modelId="{2146856B-0C9D-4063-80AA-49E8433D62E0}" type="presOf" srcId="{5F21B86C-5EF3-4AD9-9709-1C86A5D84F8F}" destId="{C2ABDBF7-F9E3-4495-A106-C19C06217DA3}" srcOrd="0" destOrd="2" presId="urn:microsoft.com/office/officeart/2005/8/layout/hList1"/>
    <dgm:cxn modelId="{FAD1426C-583F-414A-B76E-07ACC0A4C8C2}" type="presOf" srcId="{D68D8A9E-C462-4438-8911-6A68A1C8C979}" destId="{9ABE6C26-E748-4799-A75B-A7D332DF24F9}" srcOrd="0" destOrd="1" presId="urn:microsoft.com/office/officeart/2005/8/layout/hList1"/>
    <dgm:cxn modelId="{C792D56F-54F2-4784-A33D-A98DD9025F9D}" srcId="{4A1FF709-DA03-4731-BBA8-10EF9F73E996}" destId="{B3DFE222-E648-4D14-A303-1D1E9EDE0CF0}" srcOrd="0" destOrd="0" parTransId="{27674477-E32A-459E-A9C3-3955E1F0F4E4}" sibTransId="{82CFF0E9-BF2F-49EA-99C4-01F3E3B3845C}"/>
    <dgm:cxn modelId="{E0E08650-1962-4942-B6D3-2127BAA75742}" srcId="{F00273C0-5C66-4DA7-8D46-176AB39CA591}" destId="{961BE03F-1C4E-43CB-A644-A64F59AE3279}" srcOrd="1" destOrd="0" parTransId="{DE926334-70F7-437F-AB28-1FD055A7E63D}" sibTransId="{E1FF2EDB-701A-45FD-BA6E-2457EB977011}"/>
    <dgm:cxn modelId="{68BBB354-C34E-473A-BA5A-CD462A660C8A}" srcId="{F00273C0-5C66-4DA7-8D46-176AB39CA591}" destId="{65E1C320-B69E-459B-BE0D-A3D82CB7E316}" srcOrd="3" destOrd="0" parTransId="{95ED48A3-C2C5-4161-98C1-520D36881F46}" sibTransId="{CFE83B27-AF53-4199-9B11-E019554ED715}"/>
    <dgm:cxn modelId="{8AE77076-8F99-4C17-BAA4-4AB6D1A11A79}" srcId="{B17DE2D7-6ED3-4F4A-964E-840AA88AE8EA}" destId="{EC983C20-9122-443A-8B07-77159870BBAE}" srcOrd="0" destOrd="0" parTransId="{19B8CA64-C202-417A-96BF-97682E767C2E}" sibTransId="{F96E1BA8-2838-474A-B89E-45E3D3C80CEB}"/>
    <dgm:cxn modelId="{CB59B959-4F03-4D97-A844-583920262ED0}" type="presOf" srcId="{961BE03F-1C4E-43CB-A644-A64F59AE3279}" destId="{C5BB8E9C-6B8E-46E9-AE87-126A9DACC45A}" srcOrd="0" destOrd="1" presId="urn:microsoft.com/office/officeart/2005/8/layout/hList1"/>
    <dgm:cxn modelId="{3F45D55A-B2E4-4CC0-9F1B-6BB64C89EB57}" type="presOf" srcId="{4B052134-A166-42D7-A9C2-3ADD05D28C29}" destId="{C5BB8E9C-6B8E-46E9-AE87-126A9DACC45A}" srcOrd="0" destOrd="2" presId="urn:microsoft.com/office/officeart/2005/8/layout/hList1"/>
    <dgm:cxn modelId="{399A7880-86AA-4A3E-979A-11AE273F9692}" type="presOf" srcId="{EC983C20-9122-443A-8B07-77159870BBAE}" destId="{9ABE6C26-E748-4799-A75B-A7D332DF24F9}" srcOrd="0" destOrd="0" presId="urn:microsoft.com/office/officeart/2005/8/layout/hList1"/>
    <dgm:cxn modelId="{F570A388-2774-46C7-85EB-93A358EE930E}" type="presOf" srcId="{30EDBD13-6971-4EFB-ACBE-6E8E13066969}" destId="{C2ABDBF7-F9E3-4495-A106-C19C06217DA3}" srcOrd="0" destOrd="1" presId="urn:microsoft.com/office/officeart/2005/8/layout/hList1"/>
    <dgm:cxn modelId="{99FD2B93-6A0C-44DC-B38E-D56BBEF69D5D}" type="presOf" srcId="{F00273C0-5C66-4DA7-8D46-176AB39CA591}" destId="{AF6EC2C6-E62C-4956-9D47-A65B68CB5C0A}" srcOrd="0" destOrd="0" presId="urn:microsoft.com/office/officeart/2005/8/layout/hList1"/>
    <dgm:cxn modelId="{F21E3A98-9468-4035-A88D-4D5BE3163471}" srcId="{47AC617F-6AAB-4CD1-9722-4B56C0E76D50}" destId="{F00273C0-5C66-4DA7-8D46-176AB39CA591}" srcOrd="2" destOrd="0" parTransId="{1AC7E907-7FBD-4A1F-B69C-FB3418BB68B9}" sibTransId="{AFB94396-234B-4278-8A6D-6C213C5E9EFD}"/>
    <dgm:cxn modelId="{868F6AA1-F671-4AA7-BFE4-A0D498951611}" type="presOf" srcId="{CF37EC75-298B-48C2-A87C-8CB32C0FAA97}" destId="{9ABE6C26-E748-4799-A75B-A7D332DF24F9}" srcOrd="0" destOrd="3" presId="urn:microsoft.com/office/officeart/2005/8/layout/hList1"/>
    <dgm:cxn modelId="{61D405A6-F866-4A6B-917F-CD1A932E48CC}" srcId="{F00273C0-5C66-4DA7-8D46-176AB39CA591}" destId="{4B052134-A166-42D7-A9C2-3ADD05D28C29}" srcOrd="2" destOrd="0" parTransId="{33F6F8E3-1D70-48A5-87EE-00423B8E658F}" sibTransId="{7EE1CB80-89AC-48A9-84AE-98083B5ED328}"/>
    <dgm:cxn modelId="{97FA89A8-16BD-403A-87F5-58DD41C11FF1}" srcId="{B17DE2D7-6ED3-4F4A-964E-840AA88AE8EA}" destId="{D68D8A9E-C462-4438-8911-6A68A1C8C979}" srcOrd="1" destOrd="0" parTransId="{0F4A8459-5039-4324-BF25-5B39AA75D6AC}" sibTransId="{C95AE5FF-E427-401C-9F71-7BA1040A64A2}"/>
    <dgm:cxn modelId="{4DE1F1AC-8070-4F91-BCF5-C6C8DEB75348}" srcId="{47AC617F-6AAB-4CD1-9722-4B56C0E76D50}" destId="{B17DE2D7-6ED3-4F4A-964E-840AA88AE8EA}" srcOrd="0" destOrd="0" parTransId="{1D57783B-C515-4568-9B43-6C6463336BF8}" sibTransId="{954AB564-7D31-4154-B784-62A3CEC96A53}"/>
    <dgm:cxn modelId="{D9D9C3B2-40B5-4CD3-AAAC-7C877E9C502B}" type="presOf" srcId="{65E1C320-B69E-459B-BE0D-A3D82CB7E316}" destId="{C5BB8E9C-6B8E-46E9-AE87-126A9DACC45A}" srcOrd="0" destOrd="3" presId="urn:microsoft.com/office/officeart/2005/8/layout/hList1"/>
    <dgm:cxn modelId="{814183B4-A302-43D0-8841-70A7B57B43ED}" srcId="{D68D8A9E-C462-4438-8911-6A68A1C8C979}" destId="{CF37EC75-298B-48C2-A87C-8CB32C0FAA97}" srcOrd="1" destOrd="0" parTransId="{070A4460-4550-451D-97F5-8D730FE6344B}" sibTransId="{A93754CE-7FE3-48F2-8BC4-79FAE78B1070}"/>
    <dgm:cxn modelId="{5D2E47B7-DCB3-49BA-8561-55207F875D65}" srcId="{4A1FF709-DA03-4731-BBA8-10EF9F73E996}" destId="{1B20ABD4-C7C4-41B4-8964-24526A374B2F}" srcOrd="1" destOrd="0" parTransId="{3AA1D91A-582E-4728-9E0D-BE3843E2AEDB}" sibTransId="{8276E895-404B-4336-AFD3-F0E5C904EE55}"/>
    <dgm:cxn modelId="{AA5577BD-BFE9-4AD5-8127-4805DDCCDECB}" srcId="{47AC617F-6AAB-4CD1-9722-4B56C0E76D50}" destId="{4A1FF709-DA03-4731-BBA8-10EF9F73E996}" srcOrd="1" destOrd="0" parTransId="{385A52FE-B390-44B2-98E0-F5E78D3D7193}" sibTransId="{28CAE29C-70C9-48CF-9471-3029A1E1A670}"/>
    <dgm:cxn modelId="{D5508BC7-43FE-40CD-82B0-6D5DE2CE3B82}" type="presOf" srcId="{BB7FD6FB-066E-4007-9A3C-5EC8FDE86EC8}" destId="{C5BB8E9C-6B8E-46E9-AE87-126A9DACC45A}" srcOrd="0" destOrd="4" presId="urn:microsoft.com/office/officeart/2005/8/layout/hList1"/>
    <dgm:cxn modelId="{B22FD1CB-40DE-4390-90F0-69FD56529B3A}" type="presOf" srcId="{B6FEE687-C474-4DF1-A72C-EA0A49DF11C6}" destId="{9ABE6C26-E748-4799-A75B-A7D332DF24F9}" srcOrd="0" destOrd="5" presId="urn:microsoft.com/office/officeart/2005/8/layout/hList1"/>
    <dgm:cxn modelId="{37055FCC-43A7-47FB-A4ED-9C3582598313}" type="presOf" srcId="{DDA6D62F-9926-4FB4-B014-43BD90F979D9}" destId="{9ABE6C26-E748-4799-A75B-A7D332DF24F9}" srcOrd="0" destOrd="2" presId="urn:microsoft.com/office/officeart/2005/8/layout/hList1"/>
    <dgm:cxn modelId="{0FD884DC-6A2C-4D07-8CBE-C744D353BA36}" type="presOf" srcId="{3B002D62-81EE-42FE-9092-BCE49AEB7FFA}" destId="{9ABE6C26-E748-4799-A75B-A7D332DF24F9}" srcOrd="0" destOrd="4" presId="urn:microsoft.com/office/officeart/2005/8/layout/hList1"/>
    <dgm:cxn modelId="{89C94FE9-6807-401A-8FD9-0F41790670FC}" type="presOf" srcId="{B17DE2D7-6ED3-4F4A-964E-840AA88AE8EA}" destId="{400208A5-4CB1-446A-B8B0-C94692CF8617}" srcOrd="0" destOrd="0" presId="urn:microsoft.com/office/officeart/2005/8/layout/hList1"/>
    <dgm:cxn modelId="{61FB1F6F-45E5-49F7-A444-BA6B6F9D8FAB}" type="presParOf" srcId="{5B78CC6D-A743-4FDC-A253-56DE0E838270}" destId="{434EBA61-FA86-4D9A-957F-93E69455EB9A}" srcOrd="0" destOrd="0" presId="urn:microsoft.com/office/officeart/2005/8/layout/hList1"/>
    <dgm:cxn modelId="{72BF2D74-EAC7-430B-8A01-DDF58B3ABEEB}" type="presParOf" srcId="{434EBA61-FA86-4D9A-957F-93E69455EB9A}" destId="{400208A5-4CB1-446A-B8B0-C94692CF8617}" srcOrd="0" destOrd="0" presId="urn:microsoft.com/office/officeart/2005/8/layout/hList1"/>
    <dgm:cxn modelId="{E855A2D2-3EA0-473F-9246-254E5D29872D}" type="presParOf" srcId="{434EBA61-FA86-4D9A-957F-93E69455EB9A}" destId="{9ABE6C26-E748-4799-A75B-A7D332DF24F9}" srcOrd="1" destOrd="0" presId="urn:microsoft.com/office/officeart/2005/8/layout/hList1"/>
    <dgm:cxn modelId="{F1642BB5-BB09-4062-84F3-B4622A38B3DB}" type="presParOf" srcId="{5B78CC6D-A743-4FDC-A253-56DE0E838270}" destId="{741CEAC4-63D8-4162-A5DB-BA9D6A381969}" srcOrd="1" destOrd="0" presId="urn:microsoft.com/office/officeart/2005/8/layout/hList1"/>
    <dgm:cxn modelId="{16A0E12E-C430-4D8B-89F8-D30CF35C0197}" type="presParOf" srcId="{5B78CC6D-A743-4FDC-A253-56DE0E838270}" destId="{FA929169-0392-4BD7-AE3B-413499BF02FC}" srcOrd="2" destOrd="0" presId="urn:microsoft.com/office/officeart/2005/8/layout/hList1"/>
    <dgm:cxn modelId="{AAA8CB0F-58EA-455D-A977-93DA4B629465}" type="presParOf" srcId="{FA929169-0392-4BD7-AE3B-413499BF02FC}" destId="{DBD53C5B-3F67-4FF8-80B4-DBBAA1A6A5E6}" srcOrd="0" destOrd="0" presId="urn:microsoft.com/office/officeart/2005/8/layout/hList1"/>
    <dgm:cxn modelId="{AA5163EE-FE36-4FE4-BA21-4EC8E1637DBA}" type="presParOf" srcId="{FA929169-0392-4BD7-AE3B-413499BF02FC}" destId="{C2ABDBF7-F9E3-4495-A106-C19C06217DA3}" srcOrd="1" destOrd="0" presId="urn:microsoft.com/office/officeart/2005/8/layout/hList1"/>
    <dgm:cxn modelId="{D6ACCF37-51AA-4604-B7BB-28E691F6C9E3}" type="presParOf" srcId="{5B78CC6D-A743-4FDC-A253-56DE0E838270}" destId="{777A188D-66C1-4CD0-B12E-CF19464D270E}" srcOrd="3" destOrd="0" presId="urn:microsoft.com/office/officeart/2005/8/layout/hList1"/>
    <dgm:cxn modelId="{D6EBE08F-7322-414F-BC79-6F3812D3C6F5}" type="presParOf" srcId="{5B78CC6D-A743-4FDC-A253-56DE0E838270}" destId="{DD780E40-F2F3-411A-8B21-5590A11A34A6}" srcOrd="4" destOrd="0" presId="urn:microsoft.com/office/officeart/2005/8/layout/hList1"/>
    <dgm:cxn modelId="{40286904-8172-424B-9400-5E0BA2360EEB}" type="presParOf" srcId="{DD780E40-F2F3-411A-8B21-5590A11A34A6}" destId="{AF6EC2C6-E62C-4956-9D47-A65B68CB5C0A}" srcOrd="0" destOrd="0" presId="urn:microsoft.com/office/officeart/2005/8/layout/hList1"/>
    <dgm:cxn modelId="{206EE598-BE2A-4A39-8027-0CE830753D2A}" type="presParOf" srcId="{DD780E40-F2F3-411A-8B21-5590A11A34A6}" destId="{C5BB8E9C-6B8E-46E9-AE87-126A9DACC45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E6CA6-9EE1-4E53-818A-A6A734DB1E73}">
      <dsp:nvSpPr>
        <dsp:cNvPr id="0" name=""/>
        <dsp:cNvSpPr/>
      </dsp:nvSpPr>
      <dsp:spPr>
        <a:xfrm>
          <a:off x="-5813263" y="-896635"/>
          <a:ext cx="6974870" cy="6974870"/>
        </a:xfrm>
        <a:prstGeom prst="blockArc">
          <a:avLst>
            <a:gd name="adj1" fmla="val 18900000"/>
            <a:gd name="adj2" fmla="val 2700000"/>
            <a:gd name="adj3" fmla="val 31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B90509-3FA2-4929-AD86-55A67ED8DDA9}">
      <dsp:nvSpPr>
        <dsp:cNvPr id="0" name=""/>
        <dsp:cNvSpPr/>
      </dsp:nvSpPr>
      <dsp:spPr>
        <a:xfrm>
          <a:off x="952507" y="740243"/>
          <a:ext cx="10192984" cy="148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72" tIns="165100" rIns="165100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6500" kern="1200" dirty="0"/>
            <a:t>解析環境を</a:t>
          </a:r>
          <a:r>
            <a:rPr kumimoji="1" lang="en-US" altLang="ja-JP" sz="6500" kern="1200" dirty="0"/>
            <a:t>snapshot</a:t>
          </a:r>
          <a:r>
            <a:rPr kumimoji="1" lang="ja-JP" altLang="en-US" sz="6500" kern="1200" dirty="0"/>
            <a:t>する</a:t>
          </a:r>
        </a:p>
      </dsp:txBody>
      <dsp:txXfrm>
        <a:off x="952507" y="740243"/>
        <a:ext cx="10192984" cy="1480279"/>
      </dsp:txXfrm>
    </dsp:sp>
    <dsp:sp modelId="{5CF148B5-3347-478E-89AF-2CEF2B273C0C}">
      <dsp:nvSpPr>
        <dsp:cNvPr id="0" name=""/>
        <dsp:cNvSpPr/>
      </dsp:nvSpPr>
      <dsp:spPr>
        <a:xfrm>
          <a:off x="27332" y="555208"/>
          <a:ext cx="1850349" cy="18503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DB5AC-B64A-4491-943C-5CD55806F7A8}">
      <dsp:nvSpPr>
        <dsp:cNvPr id="0" name=""/>
        <dsp:cNvSpPr/>
      </dsp:nvSpPr>
      <dsp:spPr>
        <a:xfrm>
          <a:off x="952507" y="2961077"/>
          <a:ext cx="10192984" cy="148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72" tIns="165100" rIns="165100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6500" kern="1200" dirty="0"/>
            <a:t>外部の解析環境を再現</a:t>
          </a:r>
        </a:p>
      </dsp:txBody>
      <dsp:txXfrm>
        <a:off x="952507" y="2961077"/>
        <a:ext cx="10192984" cy="1480279"/>
      </dsp:txXfrm>
    </dsp:sp>
    <dsp:sp modelId="{1F911511-97C0-4EF8-9DEB-D3D39EE68F18}">
      <dsp:nvSpPr>
        <dsp:cNvPr id="0" name=""/>
        <dsp:cNvSpPr/>
      </dsp:nvSpPr>
      <dsp:spPr>
        <a:xfrm>
          <a:off x="27332" y="2776042"/>
          <a:ext cx="1850349" cy="18503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E6CA6-9EE1-4E53-818A-A6A734DB1E73}">
      <dsp:nvSpPr>
        <dsp:cNvPr id="0" name=""/>
        <dsp:cNvSpPr/>
      </dsp:nvSpPr>
      <dsp:spPr>
        <a:xfrm>
          <a:off x="-5813263" y="-896635"/>
          <a:ext cx="6974870" cy="6974870"/>
        </a:xfrm>
        <a:prstGeom prst="blockArc">
          <a:avLst>
            <a:gd name="adj1" fmla="val 18900000"/>
            <a:gd name="adj2" fmla="val 2700000"/>
            <a:gd name="adj3" fmla="val 31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B90509-3FA2-4929-AD86-55A67ED8DDA9}">
      <dsp:nvSpPr>
        <dsp:cNvPr id="0" name=""/>
        <dsp:cNvSpPr/>
      </dsp:nvSpPr>
      <dsp:spPr>
        <a:xfrm>
          <a:off x="952507" y="740243"/>
          <a:ext cx="10192984" cy="148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72" tIns="132080" rIns="132080" bIns="13208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5200" kern="1200" dirty="0"/>
            <a:t>個人の解析環境を</a:t>
          </a:r>
          <a:r>
            <a:rPr kumimoji="1" lang="en-US" altLang="ja-JP" sz="5200" kern="1200" dirty="0"/>
            <a:t>snapshot</a:t>
          </a:r>
          <a:r>
            <a:rPr kumimoji="1" lang="ja-JP" altLang="en-US" sz="5200" kern="1200" dirty="0"/>
            <a:t>する</a:t>
          </a:r>
        </a:p>
      </dsp:txBody>
      <dsp:txXfrm>
        <a:off x="952507" y="740243"/>
        <a:ext cx="10192984" cy="1480279"/>
      </dsp:txXfrm>
    </dsp:sp>
    <dsp:sp modelId="{5CF148B5-3347-478E-89AF-2CEF2B273C0C}">
      <dsp:nvSpPr>
        <dsp:cNvPr id="0" name=""/>
        <dsp:cNvSpPr/>
      </dsp:nvSpPr>
      <dsp:spPr>
        <a:xfrm>
          <a:off x="27332" y="555208"/>
          <a:ext cx="1850349" cy="18503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DB5AC-B64A-4491-943C-5CD55806F7A8}">
      <dsp:nvSpPr>
        <dsp:cNvPr id="0" name=""/>
        <dsp:cNvSpPr/>
      </dsp:nvSpPr>
      <dsp:spPr>
        <a:xfrm>
          <a:off x="952507" y="2961077"/>
          <a:ext cx="10192984" cy="148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72" tIns="132080" rIns="132080" bIns="13208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5200" kern="1200" dirty="0"/>
            <a:t>外部の解析環境を再現</a:t>
          </a:r>
        </a:p>
      </dsp:txBody>
      <dsp:txXfrm>
        <a:off x="952507" y="2961077"/>
        <a:ext cx="10192984" cy="1480279"/>
      </dsp:txXfrm>
    </dsp:sp>
    <dsp:sp modelId="{1F911511-97C0-4EF8-9DEB-D3D39EE68F18}">
      <dsp:nvSpPr>
        <dsp:cNvPr id="0" name=""/>
        <dsp:cNvSpPr/>
      </dsp:nvSpPr>
      <dsp:spPr>
        <a:xfrm>
          <a:off x="27332" y="2776042"/>
          <a:ext cx="1850349" cy="18503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208A5-4CB1-446A-B8B0-C94692CF8617}">
      <dsp:nvSpPr>
        <dsp:cNvPr id="0" name=""/>
        <dsp:cNvSpPr/>
      </dsp:nvSpPr>
      <dsp:spPr>
        <a:xfrm>
          <a:off x="3491" y="49875"/>
          <a:ext cx="340422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restore()</a:t>
          </a:r>
          <a:r>
            <a:rPr lang="ja-JP" altLang="en-US" sz="2300" kern="1200" dirty="0"/>
            <a:t>失敗の本質</a:t>
          </a:r>
          <a:endParaRPr kumimoji="1" lang="ja-JP" altLang="en-US" sz="2300" kern="1200" dirty="0"/>
        </a:p>
      </dsp:txBody>
      <dsp:txXfrm>
        <a:off x="3491" y="49875"/>
        <a:ext cx="3404220" cy="662400"/>
      </dsp:txXfrm>
    </dsp:sp>
    <dsp:sp modelId="{9ABE6C26-E748-4799-A75B-A7D332DF24F9}">
      <dsp:nvSpPr>
        <dsp:cNvPr id="0" name=""/>
        <dsp:cNvSpPr/>
      </dsp:nvSpPr>
      <dsp:spPr>
        <a:xfrm>
          <a:off x="3491" y="712275"/>
          <a:ext cx="3404220" cy="4419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ja-JP" sz="2300" kern="1200" dirty="0" err="1">
              <a:solidFill>
                <a:srgbClr val="0000FF"/>
              </a:solidFill>
            </a:rPr>
            <a:t>renv</a:t>
          </a:r>
          <a:r>
            <a:rPr lang="en-US" altLang="ja-JP" sz="2300" kern="1200" dirty="0">
              <a:solidFill>
                <a:srgbClr val="0000FF"/>
              </a:solidFill>
            </a:rPr>
            <a:t>::restore() </a:t>
          </a:r>
          <a:r>
            <a:rPr lang="en-US" altLang="ja-JP" sz="2300" kern="1200" dirty="0"/>
            <a:t>= Package install</a:t>
          </a:r>
          <a:r>
            <a:rPr lang="ja-JP" altLang="en-US" sz="2300" kern="1200" dirty="0"/>
            <a:t>処理 </a:t>
          </a:r>
          <a:endParaRPr kumimoji="1" lang="ja-JP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kern="1200" dirty="0"/>
            <a:t>環境不整合で簡単に失敗</a:t>
          </a:r>
          <a:r>
            <a:rPr lang="en-US" altLang="ja-JP" sz="2300" kern="1200" dirty="0"/>
            <a:t>…</a:t>
          </a:r>
          <a:endParaRPr lang="ja-JP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R version 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/>
            <a:t>OS / system dependencies 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ja-JP" sz="2300" kern="1200" dirty="0"/>
            <a:t>Binary</a:t>
          </a:r>
          <a:r>
            <a:rPr lang="ja-JP" altLang="en-US" sz="2300" kern="1200" dirty="0"/>
            <a:t>有無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b="0" kern="1200" dirty="0">
              <a:solidFill>
                <a:srgbClr val="FF0000"/>
              </a:solidFill>
            </a:rPr>
            <a:t> 「</a:t>
          </a:r>
          <a:r>
            <a:rPr lang="en-US" altLang="ja-JP" sz="2300" b="0" kern="1200" dirty="0">
              <a:solidFill>
                <a:srgbClr val="FF0000"/>
              </a:solidFill>
            </a:rPr>
            <a:t>restore</a:t>
          </a:r>
          <a:r>
            <a:rPr lang="ja-JP" altLang="en-US" sz="2300" b="0" kern="1200" dirty="0">
              <a:solidFill>
                <a:srgbClr val="FF0000"/>
              </a:solidFill>
            </a:rPr>
            <a:t>だけ押す」は</a:t>
          </a:r>
          <a:r>
            <a:rPr lang="en-US" altLang="ja-JP" sz="2300" b="0" kern="1200" dirty="0">
              <a:solidFill>
                <a:srgbClr val="FF0000"/>
              </a:solidFill>
            </a:rPr>
            <a:t>NG </a:t>
          </a:r>
          <a:r>
            <a:rPr lang="ja-JP" altLang="en-US" sz="2300" b="0" kern="1200" dirty="0"/>
            <a:t>→ 環境評価が必要</a:t>
          </a:r>
        </a:p>
      </dsp:txBody>
      <dsp:txXfrm>
        <a:off x="3491" y="712275"/>
        <a:ext cx="3404220" cy="4419449"/>
      </dsp:txXfrm>
    </dsp:sp>
    <dsp:sp modelId="{DBD53C5B-3F67-4FF8-80B4-DBBAA1A6A5E6}">
      <dsp:nvSpPr>
        <dsp:cNvPr id="0" name=""/>
        <dsp:cNvSpPr/>
      </dsp:nvSpPr>
      <dsp:spPr>
        <a:xfrm>
          <a:off x="3884302" y="49875"/>
          <a:ext cx="340422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300" kern="1200" dirty="0" err="1"/>
            <a:t>renv</a:t>
          </a:r>
          <a:r>
            <a:rPr lang="ja-JP" altLang="en-US" sz="2300" kern="1200" dirty="0"/>
            <a:t>の守備範囲の限界</a:t>
          </a:r>
          <a:endParaRPr kumimoji="1" lang="ja-JP" altLang="en-US" sz="2300" kern="1200" dirty="0"/>
        </a:p>
      </dsp:txBody>
      <dsp:txXfrm>
        <a:off x="3884302" y="49875"/>
        <a:ext cx="3404220" cy="662400"/>
      </dsp:txXfrm>
    </dsp:sp>
    <dsp:sp modelId="{C2ABDBF7-F9E3-4495-A106-C19C06217DA3}">
      <dsp:nvSpPr>
        <dsp:cNvPr id="0" name=""/>
        <dsp:cNvSpPr/>
      </dsp:nvSpPr>
      <dsp:spPr>
        <a:xfrm>
          <a:off x="3884302" y="712275"/>
          <a:ext cx="3404220" cy="4419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kern="1200" dirty="0"/>
            <a:t>再現性の範囲： </a:t>
          </a:r>
          <a:endParaRPr kumimoji="1" lang="ja-JP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kern="1200" dirty="0"/>
            <a:t>✅ </a:t>
          </a:r>
          <a:r>
            <a:rPr lang="en-US" altLang="ja-JP" sz="2300" kern="1200" dirty="0"/>
            <a:t>P</a:t>
          </a:r>
          <a:r>
            <a:rPr lang="en-US" sz="2300" kern="1200" dirty="0"/>
            <a:t>ackage version 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kern="1200" dirty="0"/>
            <a:t>❌ </a:t>
          </a:r>
          <a:r>
            <a:rPr lang="en-US" sz="2300" kern="1200" dirty="0"/>
            <a:t>R / OS / system dependencies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kern="1200" dirty="0"/>
            <a:t>完全再現ではない</a:t>
          </a:r>
          <a:br>
            <a:rPr lang="ja-JP" altLang="en-US" sz="2300" kern="1200" dirty="0"/>
          </a:br>
          <a:r>
            <a:rPr lang="ja-JP" altLang="en-US" sz="2300" kern="1200" dirty="0"/>
            <a:t>→ 必要に応じて </a:t>
          </a:r>
          <a:r>
            <a:rPr lang="en-US" altLang="ja-JP" sz="2300" kern="1200" dirty="0"/>
            <a:t>Docker </a:t>
          </a:r>
          <a:r>
            <a:rPr lang="ja-JP" altLang="en-US" sz="2300" kern="1200" dirty="0"/>
            <a:t>等</a:t>
          </a:r>
          <a:endParaRPr lang="en-US" sz="2300" kern="1200" dirty="0"/>
        </a:p>
      </dsp:txBody>
      <dsp:txXfrm>
        <a:off x="3884302" y="712275"/>
        <a:ext cx="3404220" cy="4419449"/>
      </dsp:txXfrm>
    </dsp:sp>
    <dsp:sp modelId="{AF6EC2C6-E62C-4956-9D47-A65B68CB5C0A}">
      <dsp:nvSpPr>
        <dsp:cNvPr id="0" name=""/>
        <dsp:cNvSpPr/>
      </dsp:nvSpPr>
      <dsp:spPr>
        <a:xfrm>
          <a:off x="7765113" y="49875"/>
          <a:ext cx="340422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300" kern="1200" dirty="0"/>
            <a:t>よくある落とし穴</a:t>
          </a:r>
          <a:endParaRPr kumimoji="1" lang="ja-JP" altLang="en-US" sz="2300" kern="1200" dirty="0"/>
        </a:p>
      </dsp:txBody>
      <dsp:txXfrm>
        <a:off x="7765113" y="49875"/>
        <a:ext cx="3404220" cy="662400"/>
      </dsp:txXfrm>
    </dsp:sp>
    <dsp:sp modelId="{C5BB8E9C-6B8E-46E9-AE87-126A9DACC45A}">
      <dsp:nvSpPr>
        <dsp:cNvPr id="0" name=""/>
        <dsp:cNvSpPr/>
      </dsp:nvSpPr>
      <dsp:spPr>
        <a:xfrm>
          <a:off x="7765113" y="712275"/>
          <a:ext cx="3404220" cy="4419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ja-JP" altLang="en-US" sz="2300" kern="1200" dirty="0"/>
            <a:t>新</a:t>
          </a:r>
          <a:r>
            <a:rPr lang="en-US" sz="2300" kern="1200" dirty="0"/>
            <a:t>R × </a:t>
          </a:r>
          <a:r>
            <a:rPr lang="ja-JP" altLang="en-US" sz="2300" kern="1200" dirty="0"/>
            <a:t>古い</a:t>
          </a:r>
          <a:r>
            <a:rPr lang="en-US" altLang="ja-JP" sz="2300" kern="1200" dirty="0"/>
            <a:t>P</a:t>
          </a:r>
          <a:r>
            <a:rPr lang="en-US" sz="2300" kern="1200" dirty="0"/>
            <a:t>ackage（</a:t>
          </a:r>
          <a:r>
            <a:rPr lang="ja-JP" altLang="en-US" sz="2300" kern="1200" dirty="0"/>
            <a:t>上三角領域）＝不安定 </a:t>
          </a:r>
          <a:endParaRPr kumimoji="1" lang="ja-JP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ja-JP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ja-JP" sz="2300" kern="1200" dirty="0"/>
            <a:t>Binary</a:t>
          </a:r>
          <a:r>
            <a:rPr lang="ja-JP" altLang="en-US" sz="2300" kern="1200" dirty="0"/>
            <a:t>が存在しない</a:t>
          </a:r>
          <a:br>
            <a:rPr lang="ja-JP" altLang="en-US" sz="2300" kern="1200" dirty="0"/>
          </a:br>
          <a:r>
            <a:rPr lang="ja-JP" altLang="en-US" sz="2300" kern="1200" dirty="0"/>
            <a:t>→ </a:t>
          </a:r>
          <a:r>
            <a:rPr lang="en-US" altLang="ja-JP" sz="2300" kern="1200" dirty="0"/>
            <a:t>S</a:t>
          </a:r>
          <a:r>
            <a:rPr lang="en-US" sz="2300" kern="1200" dirty="0"/>
            <a:t>ource install → </a:t>
          </a:r>
          <a:r>
            <a:rPr lang="ja-JP" altLang="en-US" sz="2300" kern="1200" dirty="0"/>
            <a:t>失敗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ja-JP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b="1" kern="1200" dirty="0" err="1"/>
            <a:t>lockfile</a:t>
          </a:r>
          <a:r>
            <a:rPr lang="ja-JP" altLang="en-US" sz="2300" b="1" kern="1200" dirty="0"/>
            <a:t>と</a:t>
          </a:r>
          <a:r>
            <a:rPr lang="en-US" sz="2300" b="1" kern="1200" dirty="0"/>
            <a:t>R version</a:t>
          </a:r>
          <a:r>
            <a:rPr lang="ja-JP" altLang="en-US" sz="2300" b="1" kern="1200" dirty="0"/>
            <a:t>の不整合が主因</a:t>
          </a:r>
          <a:endParaRPr lang="ja-JP" altLang="en-US" sz="2300" kern="1200" dirty="0"/>
        </a:p>
      </dsp:txBody>
      <dsp:txXfrm>
        <a:off x="7765113" y="712275"/>
        <a:ext cx="3404220" cy="4419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fld id="{442BAA3F-557D-4B17-AE9E-1755FE9972D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6408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BAA3F-557D-4B17-AE9E-1755FE9972DC}" type="slidenum">
              <a:rPr lang="en-US" altLang="ja-JP" smtClean="0"/>
              <a:pPr/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86402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BAA3F-557D-4B17-AE9E-1755FE9972DC}" type="slidenum">
              <a:rPr lang="en-US" altLang="ja-JP" smtClean="0"/>
              <a:pPr/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31284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BAA3F-557D-4B17-AE9E-1755FE9972DC}" type="slidenum">
              <a:rPr lang="en-US" altLang="ja-JP" smtClean="0"/>
              <a:pPr/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7692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3" name="AutoShape 31"/>
          <p:cNvSpPr>
            <a:spLocks noChangeArrowheads="1"/>
          </p:cNvSpPr>
          <p:nvPr/>
        </p:nvSpPr>
        <p:spPr bwMode="auto">
          <a:xfrm rot="5400000">
            <a:off x="506414" y="2305580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4" name="AutoShape 32"/>
          <p:cNvSpPr>
            <a:spLocks noChangeArrowheads="1"/>
          </p:cNvSpPr>
          <p:nvPr/>
        </p:nvSpPr>
        <p:spPr bwMode="auto">
          <a:xfrm rot="5400000">
            <a:off x="511704" y="3349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5" name="AutoShape 33"/>
          <p:cNvSpPr>
            <a:spLocks noChangeArrowheads="1"/>
          </p:cNvSpPr>
          <p:nvPr/>
        </p:nvSpPr>
        <p:spPr bwMode="auto">
          <a:xfrm rot="5400000">
            <a:off x="289455" y="47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6" name="AutoShape 34"/>
          <p:cNvSpPr>
            <a:spLocks noChangeArrowheads="1"/>
          </p:cNvSpPr>
          <p:nvPr/>
        </p:nvSpPr>
        <p:spPr bwMode="auto">
          <a:xfrm rot="5400000">
            <a:off x="216430" y="665693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7" name="AutoShape 35"/>
          <p:cNvSpPr>
            <a:spLocks noChangeArrowheads="1"/>
          </p:cNvSpPr>
          <p:nvPr/>
        </p:nvSpPr>
        <p:spPr bwMode="auto">
          <a:xfrm rot="5400000">
            <a:off x="511704" y="9985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8" name="AutoShape 36"/>
          <p:cNvSpPr>
            <a:spLocks noChangeArrowheads="1"/>
          </p:cNvSpPr>
          <p:nvPr/>
        </p:nvSpPr>
        <p:spPr bwMode="auto">
          <a:xfrm rot="5400000">
            <a:off x="804069" y="1328474"/>
            <a:ext cx="442913" cy="510117"/>
          </a:xfrm>
          <a:prstGeom prst="hexagon">
            <a:avLst>
              <a:gd name="adj" fmla="val 28942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9" name="AutoShape 37"/>
          <p:cNvSpPr>
            <a:spLocks noChangeArrowheads="1"/>
          </p:cNvSpPr>
          <p:nvPr/>
        </p:nvSpPr>
        <p:spPr bwMode="auto">
          <a:xfrm rot="5400000">
            <a:off x="511704" y="1660526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1" name="AutoShape 39"/>
          <p:cNvSpPr>
            <a:spLocks noChangeArrowheads="1"/>
          </p:cNvSpPr>
          <p:nvPr/>
        </p:nvSpPr>
        <p:spPr bwMode="auto">
          <a:xfrm rot="5400000">
            <a:off x="234422" y="1968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2" name="AutoShape 40"/>
          <p:cNvSpPr>
            <a:spLocks noChangeArrowheads="1"/>
          </p:cNvSpPr>
          <p:nvPr/>
        </p:nvSpPr>
        <p:spPr bwMode="auto">
          <a:xfrm rot="5400000">
            <a:off x="776288" y="2646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3" name="AutoShape 41"/>
          <p:cNvSpPr>
            <a:spLocks noChangeArrowheads="1"/>
          </p:cNvSpPr>
          <p:nvPr/>
        </p:nvSpPr>
        <p:spPr bwMode="auto">
          <a:xfrm rot="5400000">
            <a:off x="505355" y="2984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4" name="AutoShape 42"/>
          <p:cNvSpPr>
            <a:spLocks noChangeArrowheads="1"/>
          </p:cNvSpPr>
          <p:nvPr/>
        </p:nvSpPr>
        <p:spPr bwMode="auto">
          <a:xfrm rot="5400000">
            <a:off x="234422" y="33226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5" name="AutoShape 43"/>
          <p:cNvSpPr>
            <a:spLocks noChangeArrowheads="1"/>
          </p:cNvSpPr>
          <p:nvPr/>
        </p:nvSpPr>
        <p:spPr bwMode="auto">
          <a:xfrm rot="5400000">
            <a:off x="505620" y="3660511"/>
            <a:ext cx="442912" cy="510116"/>
          </a:xfrm>
          <a:prstGeom prst="hexagon">
            <a:avLst>
              <a:gd name="adj" fmla="val 28942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6" name="AutoShape 44"/>
          <p:cNvSpPr>
            <a:spLocks noChangeArrowheads="1"/>
          </p:cNvSpPr>
          <p:nvPr/>
        </p:nvSpPr>
        <p:spPr bwMode="auto">
          <a:xfrm rot="5400000">
            <a:off x="234422" y="4000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7" name="AutoShape 45"/>
          <p:cNvSpPr>
            <a:spLocks noChangeArrowheads="1"/>
          </p:cNvSpPr>
          <p:nvPr/>
        </p:nvSpPr>
        <p:spPr bwMode="auto">
          <a:xfrm rot="5400000">
            <a:off x="505355" y="43386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9" name="AutoShape 47"/>
          <p:cNvSpPr>
            <a:spLocks noChangeArrowheads="1"/>
          </p:cNvSpPr>
          <p:nvPr/>
        </p:nvSpPr>
        <p:spPr bwMode="auto">
          <a:xfrm rot="5400000">
            <a:off x="234422" y="4676776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0" name="AutoShape 48"/>
          <p:cNvSpPr>
            <a:spLocks noChangeArrowheads="1"/>
          </p:cNvSpPr>
          <p:nvPr/>
        </p:nvSpPr>
        <p:spPr bwMode="auto">
          <a:xfrm rot="5400000">
            <a:off x="506414" y="5015443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1" name="AutoShape 49"/>
          <p:cNvSpPr>
            <a:spLocks noChangeArrowheads="1"/>
          </p:cNvSpPr>
          <p:nvPr/>
        </p:nvSpPr>
        <p:spPr bwMode="auto">
          <a:xfrm rot="5400000">
            <a:off x="777347" y="5353580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3" name="AutoShape 51"/>
          <p:cNvSpPr>
            <a:spLocks noChangeArrowheads="1"/>
          </p:cNvSpPr>
          <p:nvPr/>
        </p:nvSpPr>
        <p:spPr bwMode="auto">
          <a:xfrm rot="5400000">
            <a:off x="236538" y="53387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4" name="AutoShape 52"/>
          <p:cNvSpPr>
            <a:spLocks noChangeArrowheads="1"/>
          </p:cNvSpPr>
          <p:nvPr/>
        </p:nvSpPr>
        <p:spPr bwMode="auto">
          <a:xfrm rot="5400000">
            <a:off x="490538" y="5694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5" name="AutoShape 53"/>
          <p:cNvSpPr>
            <a:spLocks noChangeArrowheads="1"/>
          </p:cNvSpPr>
          <p:nvPr/>
        </p:nvSpPr>
        <p:spPr bwMode="auto">
          <a:xfrm rot="5400000">
            <a:off x="236538" y="60372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6" name="AutoShape 54"/>
          <p:cNvSpPr>
            <a:spLocks noChangeArrowheads="1"/>
          </p:cNvSpPr>
          <p:nvPr/>
        </p:nvSpPr>
        <p:spPr bwMode="auto">
          <a:xfrm rot="5400000">
            <a:off x="542396" y="6369580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930400" y="6553200"/>
            <a:ext cx="2336800" cy="457200"/>
          </a:xfrm>
        </p:spPr>
        <p:txBody>
          <a:bodyPr/>
          <a:lstStyle>
            <a:lvl1pPr algn="ctr">
              <a:defRPr kumimoji="1" b="0">
                <a:solidFill>
                  <a:schemeClr val="tx1"/>
                </a:solidFill>
                <a:effectLst/>
                <a:latin typeface="+mn-lt"/>
                <a:ea typeface="+mn-ea"/>
              </a:defRPr>
            </a:lvl1pPr>
          </a:lstStyle>
          <a:p>
            <a:endParaRPr lang="en-US" altLang="ja-JP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20118" y="6553200"/>
            <a:ext cx="355176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ja-JP"/>
          </a:p>
        </p:txBody>
      </p:sp>
      <p:sp>
        <p:nvSpPr>
          <p:cNvPr id="8221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1274236" y="1752600"/>
            <a:ext cx="968163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4400" i="0"/>
            </a:lvl1pPr>
          </a:lstStyle>
          <a:p>
            <a:pPr lvl="0"/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8222" name="Rectangle 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4235" y="4038600"/>
            <a:ext cx="9679513" cy="7620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en-US" altLang="ja-JP" noProof="0"/>
              <a:t>Click to edit Master subtitle style</a:t>
            </a:r>
            <a:endParaRPr lang="ja-JP" altLang="en-US" noProof="0" dirty="0"/>
          </a:p>
        </p:txBody>
      </p:sp>
      <p:sp>
        <p:nvSpPr>
          <p:cNvPr id="8248" name="AutoShape 56"/>
          <p:cNvSpPr>
            <a:spLocks noChangeArrowheads="1"/>
          </p:cNvSpPr>
          <p:nvPr/>
        </p:nvSpPr>
        <p:spPr bwMode="auto">
          <a:xfrm rot="5400000">
            <a:off x="11295063" y="6369580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9" name="AutoShape 57"/>
          <p:cNvSpPr>
            <a:spLocks noChangeArrowheads="1"/>
          </p:cNvSpPr>
          <p:nvPr/>
        </p:nvSpPr>
        <p:spPr bwMode="auto">
          <a:xfrm rot="5400000">
            <a:off x="11024130" y="6023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0" name="AutoShape 58"/>
          <p:cNvSpPr>
            <a:spLocks noChangeArrowheads="1"/>
          </p:cNvSpPr>
          <p:nvPr/>
        </p:nvSpPr>
        <p:spPr bwMode="auto">
          <a:xfrm rot="5400000">
            <a:off x="11294004" y="56816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1" name="AutoShape 59"/>
          <p:cNvSpPr>
            <a:spLocks noChangeArrowheads="1"/>
          </p:cNvSpPr>
          <p:nvPr/>
        </p:nvSpPr>
        <p:spPr bwMode="auto">
          <a:xfrm rot="5400000">
            <a:off x="11006138" y="53292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2" name="AutoShape 60"/>
          <p:cNvSpPr>
            <a:spLocks noChangeArrowheads="1"/>
          </p:cNvSpPr>
          <p:nvPr/>
        </p:nvSpPr>
        <p:spPr bwMode="auto">
          <a:xfrm rot="5400000">
            <a:off x="11260138" y="49704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3" name="AutoShape 61"/>
          <p:cNvSpPr>
            <a:spLocks noChangeArrowheads="1"/>
          </p:cNvSpPr>
          <p:nvPr/>
        </p:nvSpPr>
        <p:spPr bwMode="auto">
          <a:xfrm rot="5400000">
            <a:off x="10989204" y="46275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4" name="AutoShape 62"/>
          <p:cNvSpPr>
            <a:spLocks noChangeArrowheads="1"/>
          </p:cNvSpPr>
          <p:nvPr/>
        </p:nvSpPr>
        <p:spPr bwMode="auto">
          <a:xfrm rot="5400000">
            <a:off x="11277071" y="4297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5" name="AutoShape 63"/>
          <p:cNvSpPr>
            <a:spLocks noChangeArrowheads="1"/>
          </p:cNvSpPr>
          <p:nvPr/>
        </p:nvSpPr>
        <p:spPr bwMode="auto">
          <a:xfrm rot="5400000">
            <a:off x="11564938" y="39544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6" name="AutoShape 64"/>
          <p:cNvSpPr>
            <a:spLocks noChangeArrowheads="1"/>
          </p:cNvSpPr>
          <p:nvPr/>
        </p:nvSpPr>
        <p:spPr bwMode="auto">
          <a:xfrm rot="5400000">
            <a:off x="11278130" y="3610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7" name="AutoShape 65"/>
          <p:cNvSpPr>
            <a:spLocks noChangeArrowheads="1"/>
          </p:cNvSpPr>
          <p:nvPr/>
        </p:nvSpPr>
        <p:spPr bwMode="auto">
          <a:xfrm rot="5400000">
            <a:off x="11565996" y="6023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0370120" cy="533400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B20E4E-3F95-4221-AFE5-FD1FD9CC344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7354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B327E7-9605-4B1F-A86B-23630CCB1D7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9562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10117" y="1219200"/>
            <a:ext cx="5484283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1" y="1219200"/>
            <a:ext cx="5484284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724435-5351-4F85-AB21-E011B281C3F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713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91942" y="0"/>
            <a:ext cx="10400602" cy="90872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BBB600-0FC1-4824-A895-1F4A3020CA1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6198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B6CAD0-26EA-44DC-A34E-525D1C843D8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2003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B969C8-B00C-423B-B7C2-865033CB3CD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492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970866"/>
            <a:ext cx="4011084" cy="5263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970866"/>
            <a:ext cx="6815667" cy="52174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97247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517061-3919-4886-BB04-892603DCDF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2218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1052735"/>
            <a:ext cx="7315200" cy="3674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75D8CF-DD1E-4EAB-BC58-2A87F58CC84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7430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210B1D-38D9-4389-8774-02EB9DE2EE2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055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40800" y="980728"/>
            <a:ext cx="2844800" cy="5420072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06400" y="980728"/>
            <a:ext cx="8331200" cy="5420072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B424A9-2B98-46EE-806E-1DC4FA4740D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7424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Gulim" pitchFamily="34" charset="-127"/>
              </a:defRPr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4742" y="6477401"/>
            <a:ext cx="547044" cy="280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kumimoji="0" sz="14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Gulim" pitchFamily="34" charset="-127"/>
              </a:defRPr>
            </a:lvl1pPr>
          </a:lstStyle>
          <a:p>
            <a:fld id="{9E14BAE2-246D-40C8-99B9-BF4FC5F3B658}" type="slidenum">
              <a:rPr lang="en-US" altLang="ja-JP"/>
              <a:pPr/>
              <a:t>‹#›</a:t>
            </a:fld>
            <a:endParaRPr lang="en-US" altLang="ja-JP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381000"/>
            <a:ext cx="1066443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0118" y="1219200"/>
            <a:ext cx="1117176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第</a:t>
            </a:r>
            <a:r>
              <a:rPr lang="en-US" altLang="ja-JP"/>
              <a:t>1</a:t>
            </a:r>
            <a:r>
              <a:rPr lang="ja-JP" altLang="en-US"/>
              <a:t>レベル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95" name="AutoShape 27"/>
          <p:cNvSpPr>
            <a:spLocks noChangeArrowheads="1"/>
          </p:cNvSpPr>
          <p:nvPr/>
        </p:nvSpPr>
        <p:spPr bwMode="auto">
          <a:xfrm rot="5400000">
            <a:off x="11664034" y="56759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198" name="AutoShape 30"/>
          <p:cNvSpPr>
            <a:spLocks noChangeArrowheads="1"/>
          </p:cNvSpPr>
          <p:nvPr/>
        </p:nvSpPr>
        <p:spPr bwMode="auto">
          <a:xfrm rot="5400000">
            <a:off x="11376167" y="60188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199" name="AutoShape 31"/>
          <p:cNvSpPr>
            <a:spLocks noChangeArrowheads="1"/>
          </p:cNvSpPr>
          <p:nvPr/>
        </p:nvSpPr>
        <p:spPr bwMode="auto">
          <a:xfrm rot="5400000">
            <a:off x="11647100" y="63617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0" y="914400"/>
            <a:ext cx="10972800" cy="0"/>
          </a:xfrm>
          <a:prstGeom prst="line">
            <a:avLst/>
          </a:prstGeom>
          <a:noFill/>
          <a:ln w="57150">
            <a:solidFill>
              <a:srgbClr val="99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2400"/>
          </a:p>
        </p:txBody>
      </p:sp>
      <p:sp>
        <p:nvSpPr>
          <p:cNvPr id="7201" name="AutoShape 33"/>
          <p:cNvSpPr>
            <a:spLocks noChangeArrowheads="1"/>
          </p:cNvSpPr>
          <p:nvPr/>
        </p:nvSpPr>
        <p:spPr bwMode="auto">
          <a:xfrm rot="5400000">
            <a:off x="11105234" y="63617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pic>
        <p:nvPicPr>
          <p:cNvPr id="2" name="Picture 8" descr="r, プロジェクト, 公式, ロゴ アイコン">
            <a:extLst>
              <a:ext uri="{FF2B5EF4-FFF2-40B4-BE49-F238E27FC236}">
                <a16:creationId xmlns:a16="http://schemas.microsoft.com/office/drawing/2014/main" id="{3F953B1D-7264-EC08-50C5-D076F1702F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2152" y="20561"/>
            <a:ext cx="1106412" cy="85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Font typeface="Wingdings" pitchFamily="2" charset="2"/>
        <a:defRPr kumimoji="1" sz="28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pitchFamily="2" charset="2"/>
        <a:defRPr kumimoji="1" sz="24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FFFF"/>
        </a:buClr>
        <a:buFont typeface="Wingdings" pitchFamily="2" charset="2"/>
        <a:defRPr kumimoji="1" sz="20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rgbClr val="4D4D4D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rconsortium.github.io/submissions-pilot3-adam/main/articles/adrg_website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bimblog.house/category/production/" TargetMode="Externa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r-consortium_expanded-fda-ectd-file-format-support-for-activity-7403821546881953792-4Nq-?utm_source=share&amp;utm_medium=member_desktop&amp;rcm=ACoAABUR7bQBLr0DU8NexPc4CCWKzuafzSJCPg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2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274234" y="3554583"/>
            <a:ext cx="9681630" cy="1143000"/>
          </a:xfrm>
        </p:spPr>
        <p:txBody>
          <a:bodyPr/>
          <a:lstStyle/>
          <a:p>
            <a:r>
              <a:rPr lang="ja-JP" altLang="en-US" dirty="0"/>
              <a:t>試してみよう</a:t>
            </a:r>
            <a:r>
              <a:rPr lang="en-US" altLang="ja-JP" dirty="0"/>
              <a:t>{</a:t>
            </a:r>
            <a:r>
              <a:rPr lang="en-US" altLang="ja-JP" dirty="0" err="1"/>
              <a:t>renv</a:t>
            </a:r>
            <a:r>
              <a:rPr lang="en-US" altLang="ja-JP" dirty="0"/>
              <a:t>}!</a:t>
            </a:r>
            <a:endParaRPr lang="ja-JP" altLang="ja-JP" dirty="0"/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1902582" y="5013176"/>
            <a:ext cx="8424936" cy="762000"/>
          </a:xfrm>
        </p:spPr>
        <p:txBody>
          <a:bodyPr/>
          <a:lstStyle/>
          <a:p>
            <a:r>
              <a:rPr lang="en-US" altLang="ja-JP" dirty="0"/>
              <a:t>R</a:t>
            </a:r>
            <a:r>
              <a:rPr lang="ja-JP" altLang="en-US" dirty="0"/>
              <a:t> </a:t>
            </a:r>
            <a:r>
              <a:rPr lang="en-US" altLang="ja-JP" dirty="0"/>
              <a:t>with Pharma Lab #1</a:t>
            </a:r>
          </a:p>
          <a:p>
            <a:r>
              <a:rPr lang="ja-JP" altLang="en-US" dirty="0"/>
              <a:t>中嶋 優一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103915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2FB45E-7992-B88D-9430-2E5B453C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CD85ED-B265-E8C3-C117-6EC105D03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WHY: </a:t>
            </a:r>
            <a:r>
              <a:rPr lang="ja-JP" altLang="en-US" dirty="0"/>
              <a:t>背景と課題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WHAT: 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とは？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HOW: 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利用方法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Challenge: 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利用における課題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677CBD-D4BC-526D-2072-3D330FC129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361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12F9-BF96-52D0-8F3E-C91C1237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WHY: </a:t>
            </a:r>
            <a:r>
              <a:rPr lang="ja-JP" altLang="en-US" dirty="0"/>
              <a:t>背景と課題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27EE7-FDEC-3AFF-E927-D11CDED37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/>
            <a:r>
              <a:rPr kumimoji="1" lang="en-US" altLang="ja-JP" dirty="0"/>
              <a:t>R</a:t>
            </a:r>
            <a:r>
              <a:rPr kumimoji="1" lang="ja-JP" altLang="en-US" dirty="0"/>
              <a:t>を実務で利用する上で重要なポイント</a:t>
            </a:r>
            <a:endParaRPr kumimoji="1" lang="en-US" altLang="ja-JP" dirty="0"/>
          </a:p>
          <a:p>
            <a:pPr marL="0" indent="0" algn="ctr"/>
            <a:r>
              <a:rPr lang="en-US" altLang="ja-JP" b="1" dirty="0"/>
              <a:t>ART model </a:t>
            </a:r>
            <a:r>
              <a:rPr lang="en-US" altLang="ja-JP" dirty="0"/>
              <a:t>from MSA Framework (</a:t>
            </a:r>
            <a:r>
              <a:rPr lang="en-US" altLang="ja-JP" dirty="0" err="1"/>
              <a:t>TransCelerate</a:t>
            </a:r>
            <a:r>
              <a:rPr lang="en-US" altLang="ja-JP" dirty="0"/>
              <a:t>)</a:t>
            </a:r>
          </a:p>
          <a:p>
            <a:pPr marL="0" indent="0" algn="ctr"/>
            <a:endParaRPr kumimoji="1" lang="en-US" altLang="ja-JP" dirty="0"/>
          </a:p>
          <a:p>
            <a:pPr marL="0" indent="0" algn="ctr"/>
            <a:endParaRPr lang="en-US" altLang="ja-JP" dirty="0"/>
          </a:p>
          <a:p>
            <a:pPr marL="0" indent="0" algn="ctr"/>
            <a:endParaRPr kumimoji="1" lang="en-US" altLang="ja-JP" dirty="0"/>
          </a:p>
          <a:p>
            <a:pPr marL="0" indent="0" algn="ctr"/>
            <a:endParaRPr lang="en-US" altLang="ja-JP" dirty="0"/>
          </a:p>
          <a:p>
            <a:pPr marL="0" indent="0" algn="ctr"/>
            <a:endParaRPr kumimoji="1" lang="en-US" altLang="ja-JP" dirty="0"/>
          </a:p>
          <a:p>
            <a:pPr marL="0" indent="0" algn="ctr"/>
            <a:endParaRPr lang="en-US" altLang="ja-JP" dirty="0"/>
          </a:p>
          <a:p>
            <a:pPr marL="0" indent="0" algn="ctr"/>
            <a:r>
              <a:rPr kumimoji="1" lang="en-US" altLang="ja-JP" dirty="0"/>
              <a:t>“</a:t>
            </a:r>
            <a:r>
              <a:rPr kumimoji="1" lang="en-US" altLang="ja-JP" dirty="0" err="1"/>
              <a:t>GxP</a:t>
            </a:r>
            <a:r>
              <a:rPr kumimoji="1" lang="en-US" altLang="ja-JP" dirty="0"/>
              <a:t> compliant”</a:t>
            </a:r>
            <a:r>
              <a:rPr kumimoji="1" lang="ja-JP" altLang="en-US" dirty="0"/>
              <a:t>である</a:t>
            </a:r>
            <a:endParaRPr kumimoji="1" lang="en-US" altLang="ja-JP" dirty="0"/>
          </a:p>
          <a:p>
            <a:pPr marL="0" indent="0" algn="ctr"/>
            <a:endParaRPr lang="en-US" altLang="ja-JP" dirty="0"/>
          </a:p>
          <a:p>
            <a:pPr marL="0" indent="0" algn="ctr"/>
            <a:endParaRPr kumimoji="1" lang="en-US" altLang="ja-JP" dirty="0"/>
          </a:p>
          <a:p>
            <a:pPr marL="0" indent="0" algn="ctr"/>
            <a:endParaRPr lang="en-US" altLang="ja-JP" dirty="0"/>
          </a:p>
          <a:p>
            <a:pPr marL="0" indent="0" algn="ctr"/>
            <a:endParaRPr kumimoji="1" lang="en-US" altLang="ja-JP" dirty="0"/>
          </a:p>
          <a:p>
            <a:pPr marL="0" indent="0" algn="ctr"/>
            <a:endParaRPr lang="en-US" altLang="ja-JP" dirty="0"/>
          </a:p>
          <a:p>
            <a:pPr marL="0" indent="0" algn="ctr"/>
            <a:endParaRPr kumimoji="1"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8C4A4-F0A0-9A04-5870-5B8D54D5B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3</a:t>
            </a:fld>
            <a:endParaRPr lang="en-US" altLang="ja-JP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C8803E-B873-B593-D83A-8DEF1E1CB38D}"/>
              </a:ext>
            </a:extLst>
          </p:cNvPr>
          <p:cNvSpPr/>
          <p:nvPr/>
        </p:nvSpPr>
        <p:spPr>
          <a:xfrm>
            <a:off x="1631504" y="2921203"/>
            <a:ext cx="2376264" cy="1368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Accuracy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2D5693-B1E2-1EAF-390E-97A0D6C6943F}"/>
              </a:ext>
            </a:extLst>
          </p:cNvPr>
          <p:cNvSpPr/>
          <p:nvPr/>
        </p:nvSpPr>
        <p:spPr>
          <a:xfrm>
            <a:off x="8256240" y="2921203"/>
            <a:ext cx="2376264" cy="1368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Traceability</a:t>
            </a:r>
            <a:endParaRPr kumimoji="1" lang="ja-JP" alt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A92412-608D-79EB-BE46-9915F920EDD7}"/>
              </a:ext>
            </a:extLst>
          </p:cNvPr>
          <p:cNvSpPr/>
          <p:nvPr/>
        </p:nvSpPr>
        <p:spPr>
          <a:xfrm>
            <a:off x="4943872" y="2921203"/>
            <a:ext cx="2376264" cy="1368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Reproducibility</a:t>
            </a:r>
            <a:endParaRPr kumimoji="1" lang="ja-JP" alt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16838E7-1BC4-E258-272F-718F40973E78}"/>
              </a:ext>
            </a:extLst>
          </p:cNvPr>
          <p:cNvSpPr/>
          <p:nvPr/>
        </p:nvSpPr>
        <p:spPr>
          <a:xfrm rot="10800000">
            <a:off x="5807968" y="4594155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55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929E-867B-B777-E01A-F5A40C45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WHY: </a:t>
            </a:r>
            <a:r>
              <a:rPr lang="ja-JP" altLang="en-US" dirty="0"/>
              <a:t>背景と課題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52FA-3BF0-5AD9-513B-B93210BA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b="1" dirty="0">
                <a:solidFill>
                  <a:srgbClr val="FF0000"/>
                </a:solidFill>
              </a:rPr>
              <a:t>Open-Source </a:t>
            </a:r>
            <a:r>
              <a:rPr lang="en-US" altLang="ja-JP" b="1" dirty="0">
                <a:solidFill>
                  <a:srgbClr val="FF0000"/>
                </a:solidFill>
                <a:sym typeface="Wingdings" panose="05000000000000000000" pitchFamily="2" charset="2"/>
              </a:rPr>
              <a:t> Community</a:t>
            </a:r>
            <a:r>
              <a:rPr lang="ja-JP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の形成</a:t>
            </a:r>
            <a:endParaRPr lang="en-US" altLang="ja-JP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/>
              <a:t>業界の課題に対して、複数企業</a:t>
            </a:r>
            <a:r>
              <a:rPr lang="en-US" altLang="ja-JP" dirty="0"/>
              <a:t>/</a:t>
            </a:r>
            <a:r>
              <a:rPr lang="ja-JP" altLang="en-US" dirty="0"/>
              <a:t>担当者で解決案（</a:t>
            </a:r>
            <a:r>
              <a:rPr lang="en-US" altLang="ja-JP" dirty="0"/>
              <a:t>Package</a:t>
            </a:r>
            <a:r>
              <a:rPr lang="ja-JP" altLang="en-US" dirty="0"/>
              <a:t>など）を作成する機会が増えている。一方で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ja-JP" altLang="en-US" dirty="0"/>
              <a:t>「</a:t>
            </a:r>
            <a:r>
              <a:rPr lang="en-US" altLang="ja-JP" dirty="0"/>
              <a:t>Package</a:t>
            </a:r>
            <a:r>
              <a:rPr lang="ja-JP" altLang="en-US" dirty="0"/>
              <a:t>のバージョンの違い」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ja-JP" altLang="en-US" dirty="0"/>
              <a:t>「動いていたコードが動かない」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ja-JP" altLang="en-US" dirty="0"/>
              <a:t>「他環境で再現できない」</a:t>
            </a:r>
            <a:endParaRPr lang="en-US" altLang="ja-JP" dirty="0"/>
          </a:p>
          <a:p>
            <a:pPr marL="0" indent="0"/>
            <a:r>
              <a:rPr lang="ja-JP" altLang="en-US" dirty="0"/>
              <a:t>　　のような問題がある。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/>
              <a:t>特に</a:t>
            </a:r>
            <a:r>
              <a:rPr lang="en-US" altLang="ja-JP" dirty="0"/>
              <a:t>Reproducibility</a:t>
            </a:r>
            <a:r>
              <a:rPr lang="ja-JP" altLang="en-US" dirty="0"/>
              <a:t>（再現性）の担保は、承認申請業務においても重要な課題である。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FBA7-1851-8D0C-6181-66904E441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635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EB51-E2EB-4FF1-8D6A-6DD7E47D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WHAT: {</a:t>
            </a:r>
            <a:r>
              <a:rPr kumimoji="1" lang="en-US" altLang="ja-JP" dirty="0" err="1"/>
              <a:t>renv</a:t>
            </a:r>
            <a:r>
              <a:rPr kumimoji="1" lang="en-US" altLang="ja-JP" dirty="0"/>
              <a:t>}</a:t>
            </a:r>
            <a:r>
              <a:rPr kumimoji="1" lang="ja-JP" altLang="en-US" dirty="0"/>
              <a:t>とは？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0DD0-7485-E5EE-8FEA-522BB8028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18" y="1219200"/>
            <a:ext cx="11171767" cy="220486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{</a:t>
            </a:r>
            <a:r>
              <a:rPr lang="en-US" altLang="ja-JP" dirty="0" err="1"/>
              <a:t>renv</a:t>
            </a:r>
            <a:r>
              <a:rPr lang="en-US" altLang="ja-JP" dirty="0"/>
              <a:t>} = R</a:t>
            </a:r>
            <a:r>
              <a:rPr lang="ja-JP" altLang="en-US" dirty="0"/>
              <a:t>のプロジェクト単位の</a:t>
            </a:r>
            <a:r>
              <a:rPr lang="en-US" altLang="ja-JP" dirty="0"/>
              <a:t>Package</a:t>
            </a:r>
            <a:r>
              <a:rPr lang="ja-JP" altLang="en-US" dirty="0"/>
              <a:t>管理ツール。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/>
              <a:t>最新</a:t>
            </a:r>
            <a:r>
              <a:rPr lang="en-US" altLang="ja-JP" dirty="0"/>
              <a:t>version</a:t>
            </a:r>
            <a:r>
              <a:rPr lang="ja-JP" altLang="en-US" dirty="0"/>
              <a:t>は</a:t>
            </a:r>
            <a:r>
              <a:rPr lang="en-US" altLang="ja-JP" dirty="0"/>
              <a:t>1.1.8 (as of March 2026)</a:t>
            </a:r>
            <a:r>
              <a:rPr lang="ja-JP" altLang="en-US" dirty="0"/>
              <a:t>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/>
              <a:t>プロジェクトごとに独立したライブラリ環境を作成。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Package</a:t>
            </a:r>
            <a:r>
              <a:rPr lang="ja-JP" altLang="en-US" dirty="0"/>
              <a:t>のバージョンを固定・管理。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C6EE7-EBDD-FC90-3064-B8BEBE0B68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5</a:t>
            </a:fld>
            <a:endParaRPr lang="en-US" altLang="ja-JP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3AEE84B-D81F-54BF-624F-B88AD3089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9878" y="991001"/>
            <a:ext cx="2204864" cy="22048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1D0FC9-46A2-C220-B24D-E3B41C962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3573016"/>
            <a:ext cx="4248743" cy="261021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06405B4-603C-22DF-8266-71E30E7BE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54787"/>
              </p:ext>
            </p:extLst>
          </p:nvPr>
        </p:nvGraphicFramePr>
        <p:xfrm>
          <a:off x="5303912" y="3573016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220952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32852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3527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コマンド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役割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41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初期化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>
                          <a:solidFill>
                            <a:srgbClr val="FF0000"/>
                          </a:solidFill>
                        </a:rPr>
                        <a:t>init</a:t>
                      </a:r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()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環境設定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820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追加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install()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Package</a:t>
                      </a: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追加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851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update()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Package</a:t>
                      </a:r>
                      <a:r>
                        <a:rPr kumimoji="1" lang="ja-JP" altLang="en-US" dirty="0"/>
                        <a:t>更新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5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記録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>
                          <a:solidFill>
                            <a:srgbClr val="FF0000"/>
                          </a:solidFill>
                        </a:rPr>
                        <a:t>snapshopt</a:t>
                      </a:r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()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環境を保存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75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status()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差分確認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7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再現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restore()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環境を再現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623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74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D648-623E-EC81-AC9D-123649AE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WHAT: 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とは？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F176-4F50-743F-DEE1-EE6D2ACB2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Library</a:t>
            </a:r>
            <a:r>
              <a:rPr lang="ja-JP" altLang="en-US" dirty="0"/>
              <a:t>と</a:t>
            </a:r>
            <a:r>
              <a:rPr lang="en-US" altLang="ja-JP" dirty="0"/>
              <a:t>Repository</a:t>
            </a:r>
            <a:r>
              <a:rPr lang="ja-JP" altLang="en-US" dirty="0"/>
              <a:t>の違いについて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ja-JP" u="sng" dirty="0"/>
              <a:t>Library</a:t>
            </a:r>
            <a:r>
              <a:rPr lang="en-US" altLang="ja-JP" dirty="0"/>
              <a:t>: </a:t>
            </a:r>
            <a:r>
              <a:rPr lang="ja-JP" altLang="en-US" dirty="0"/>
              <a:t>インストールされた</a:t>
            </a:r>
            <a:r>
              <a:rPr lang="en-US" altLang="ja-JP" dirty="0"/>
              <a:t>Package</a:t>
            </a:r>
            <a:r>
              <a:rPr lang="ja-JP" altLang="en-US" dirty="0"/>
              <a:t>を含むディレクトリ（フォルダ）</a:t>
            </a:r>
            <a:endParaRPr lang="en-US" altLang="ja-JP" dirty="0"/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ja-JP" dirty="0"/>
              <a:t>library(</a:t>
            </a:r>
            <a:r>
              <a:rPr lang="en-US" altLang="ja-JP" dirty="0" err="1"/>
              <a:t>dplyr</a:t>
            </a:r>
            <a:r>
              <a:rPr lang="en-US" altLang="ja-JP" dirty="0"/>
              <a:t>) </a:t>
            </a:r>
            <a:r>
              <a:rPr lang="en-US" altLang="ja-JP" dirty="0">
                <a:sym typeface="Wingdings" panose="05000000000000000000" pitchFamily="2" charset="2"/>
              </a:rPr>
              <a:t> </a:t>
            </a:r>
            <a:r>
              <a:rPr lang="en-US" altLang="ja-JP" dirty="0" err="1">
                <a:sym typeface="Wingdings" panose="05000000000000000000" pitchFamily="2" charset="2"/>
              </a:rPr>
              <a:t>dplyr</a:t>
            </a:r>
            <a:r>
              <a:rPr lang="ja-JP" altLang="en-US" dirty="0">
                <a:sym typeface="Wingdings" panose="05000000000000000000" pitchFamily="2" charset="2"/>
              </a:rPr>
              <a:t>のライブラリをロードしているのではなく、</a:t>
            </a:r>
            <a:r>
              <a:rPr lang="en-US" altLang="ja-JP" dirty="0" err="1">
                <a:sym typeface="Wingdings" panose="05000000000000000000" pitchFamily="2" charset="2"/>
              </a:rPr>
              <a:t>dplyr</a:t>
            </a:r>
            <a:r>
              <a:rPr lang="ja-JP" altLang="en-US" dirty="0">
                <a:sym typeface="Wingdings" panose="05000000000000000000" pitchFamily="2" charset="2"/>
              </a:rPr>
              <a:t>の</a:t>
            </a:r>
            <a:r>
              <a:rPr lang="en-US" altLang="ja-JP" dirty="0">
                <a:sym typeface="Wingdings" panose="05000000000000000000" pitchFamily="2" charset="2"/>
              </a:rPr>
              <a:t>Package</a:t>
            </a:r>
            <a:r>
              <a:rPr lang="ja-JP" altLang="en-US" dirty="0">
                <a:sym typeface="Wingdings" panose="05000000000000000000" pitchFamily="2" charset="2"/>
              </a:rPr>
              <a:t>をロードしている。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endParaRPr lang="en-US" altLang="ja-JP" u="sng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ja-JP" u="sng" dirty="0"/>
              <a:t>Repository</a:t>
            </a:r>
            <a:r>
              <a:rPr lang="en-US" altLang="ja-JP" dirty="0"/>
              <a:t>: CRAN</a:t>
            </a:r>
            <a:r>
              <a:rPr lang="ja-JP" altLang="en-US" dirty="0"/>
              <a:t>の様な</a:t>
            </a:r>
            <a:r>
              <a:rPr lang="en-US" altLang="ja-JP" dirty="0"/>
              <a:t>Package</a:t>
            </a:r>
            <a:r>
              <a:rPr lang="ja-JP" altLang="en-US" dirty="0"/>
              <a:t>のソースとなるもの。その他</a:t>
            </a:r>
            <a:r>
              <a:rPr lang="en-US" altLang="ja-JP" dirty="0"/>
              <a:t>Posit Public Package Manager, </a:t>
            </a:r>
            <a:r>
              <a:rPr lang="ja-JP" altLang="en-US" dirty="0"/>
              <a:t>組織内</a:t>
            </a:r>
            <a:r>
              <a:rPr lang="en-US" altLang="ja-JP" dirty="0"/>
              <a:t>GitHub, </a:t>
            </a:r>
            <a:r>
              <a:rPr lang="ja-JP" altLang="en-US" dirty="0"/>
              <a:t>など</a:t>
            </a:r>
            <a:endParaRPr lang="en-US" altLang="ja-JP" dirty="0"/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ja-JP" dirty="0" err="1"/>
              <a:t>install.packages</a:t>
            </a:r>
            <a:r>
              <a:rPr lang="en-US" altLang="ja-JP" dirty="0"/>
              <a:t>() </a:t>
            </a:r>
            <a:r>
              <a:rPr lang="en-US" altLang="ja-JP" dirty="0">
                <a:sym typeface="Wingdings" panose="05000000000000000000" pitchFamily="2" charset="2"/>
              </a:rPr>
              <a:t> </a:t>
            </a:r>
            <a:r>
              <a:rPr lang="ja-JP" altLang="en-US" dirty="0">
                <a:sym typeface="Wingdings" panose="05000000000000000000" pitchFamily="2" charset="2"/>
              </a:rPr>
              <a:t>リポジトリから</a:t>
            </a:r>
            <a:r>
              <a:rPr lang="en-US" altLang="ja-JP" dirty="0">
                <a:sym typeface="Wingdings" panose="05000000000000000000" pitchFamily="2" charset="2"/>
              </a:rPr>
              <a:t>Package</a:t>
            </a:r>
            <a:r>
              <a:rPr lang="ja-JP" altLang="en-US" dirty="0">
                <a:sym typeface="Wingdings" panose="05000000000000000000" pitchFamily="2" charset="2"/>
              </a:rPr>
              <a:t>を取得し、ライブラリに配置することを意味する。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AD20D-A6DE-9D57-9B4E-54E0D5B99B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0955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4EBE-B86E-A7E7-D902-99F2A283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HOW: 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利用方法</a:t>
            </a:r>
            <a:endParaRPr kumimoji="1" lang="ja-JP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477F86-9651-68B2-8895-3EB12B41A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692191"/>
              </p:ext>
            </p:extLst>
          </p:nvPr>
        </p:nvGraphicFramePr>
        <p:xfrm>
          <a:off x="509588" y="1219200"/>
          <a:ext cx="1117282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EFA45-B491-26DA-FF5C-9A27D9C38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0149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26F8-F447-98F2-F0DD-732B77AC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 altLang="en-US" dirty="0"/>
              <a:t>解析環境を</a:t>
            </a:r>
            <a:r>
              <a:rPr lang="en-US" altLang="ja-JP" dirty="0"/>
              <a:t>snapshot</a:t>
            </a:r>
            <a:r>
              <a:rPr lang="ja-JP" altLang="en-US" dirty="0"/>
              <a:t>する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3FC55-0849-AD5F-B05F-8A8F94DCC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19" y="1219200"/>
            <a:ext cx="8826241" cy="5181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新規</a:t>
            </a:r>
            <a:r>
              <a:rPr kumimoji="1" lang="en-US" altLang="ja-JP" dirty="0"/>
              <a:t>Project</a:t>
            </a:r>
            <a:r>
              <a:rPr kumimoji="1" lang="ja-JP" altLang="en-US" dirty="0"/>
              <a:t>を作成する</a:t>
            </a:r>
            <a:endParaRPr kumimoji="1"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kumimoji="1" lang="en-US" altLang="ja-JP" dirty="0"/>
              <a:t>“New</a:t>
            </a:r>
            <a:r>
              <a:rPr lang="ja-JP" altLang="en-US" dirty="0"/>
              <a:t> </a:t>
            </a:r>
            <a:r>
              <a:rPr lang="en-US" altLang="ja-JP" dirty="0"/>
              <a:t>Directory”</a:t>
            </a:r>
            <a:r>
              <a:rPr lang="ja-JP" altLang="en-US" dirty="0"/>
              <a:t> </a:t>
            </a:r>
            <a:r>
              <a:rPr lang="en-US" altLang="ja-JP" dirty="0">
                <a:sym typeface="Wingdings" panose="05000000000000000000" pitchFamily="2" charset="2"/>
              </a:rPr>
              <a:t></a:t>
            </a:r>
            <a:r>
              <a:rPr lang="ja-JP" altLang="en-US" dirty="0">
                <a:sym typeface="Wingdings" panose="05000000000000000000" pitchFamily="2" charset="2"/>
              </a:rPr>
              <a:t> </a:t>
            </a:r>
            <a:r>
              <a:rPr lang="en-US" altLang="ja-JP" dirty="0">
                <a:sym typeface="Wingdings" panose="05000000000000000000" pitchFamily="2" charset="2"/>
              </a:rPr>
              <a:t>“New Project”  “Create New Project</a:t>
            </a:r>
            <a:r>
              <a:rPr kumimoji="1" lang="en-US" altLang="ja-JP" dirty="0"/>
              <a:t>“</a:t>
            </a:r>
            <a:r>
              <a:rPr kumimoji="1" lang="ja-JP" altLang="en-US" dirty="0"/>
              <a:t>で</a:t>
            </a:r>
            <a:r>
              <a:rPr lang="en-US" altLang="ja-JP" dirty="0"/>
              <a:t>“</a:t>
            </a:r>
            <a:r>
              <a:rPr kumimoji="1" lang="en-US" altLang="ja-JP" dirty="0"/>
              <a:t>Use </a:t>
            </a:r>
            <a:r>
              <a:rPr kumimoji="1" lang="en-US" altLang="ja-JP" dirty="0" err="1"/>
              <a:t>renv</a:t>
            </a:r>
            <a:r>
              <a:rPr kumimoji="1" lang="en-US" altLang="ja-JP" dirty="0"/>
              <a:t> with this project”</a:t>
            </a:r>
            <a:r>
              <a:rPr kumimoji="1" lang="ja-JP" altLang="en-US" dirty="0"/>
              <a:t>を選択</a:t>
            </a:r>
            <a:endParaRPr kumimoji="1"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59023-83EA-1E21-6B38-FBF4F6C7F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8</a:t>
            </a:fld>
            <a:endParaRPr lang="en-US" altLang="ja-JP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C56073-F1E1-EA25-5DAA-53DE2C58F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" y="2929536"/>
            <a:ext cx="3724232" cy="1476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FDDE5A-2C8F-FE23-ADCA-902B7D07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991" y="2750758"/>
            <a:ext cx="3850600" cy="288482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442F74-69B0-23B7-29D7-374542CC9CB3}"/>
              </a:ext>
            </a:extLst>
          </p:cNvPr>
          <p:cNvSpPr txBox="1">
            <a:spLocks/>
          </p:cNvSpPr>
          <p:nvPr/>
        </p:nvSpPr>
        <p:spPr bwMode="auto">
          <a:xfrm>
            <a:off x="6806462" y="5692731"/>
            <a:ext cx="4875419" cy="367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itchFamily="2" charset="2"/>
              <a:defRPr kumimoji="1" sz="28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Font typeface="Wingdings" pitchFamily="2" charset="2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FFFF"/>
              </a:buClr>
              <a:buFont typeface="Wingdings" pitchFamily="2" charset="2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US" altLang="ja-JP" kern="0" dirty="0" err="1"/>
              <a:t>renv.lock</a:t>
            </a:r>
            <a:r>
              <a:rPr lang="ja-JP" altLang="en-US" kern="0" dirty="0"/>
              <a:t>ファイル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6EF7A2-89FC-1060-B66E-EB8130D43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24" y="5042534"/>
            <a:ext cx="4012264" cy="1674948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49E0289-8F56-C576-074E-DD2320173ACE}"/>
              </a:ext>
            </a:extLst>
          </p:cNvPr>
          <p:cNvSpPr/>
          <p:nvPr/>
        </p:nvSpPr>
        <p:spPr>
          <a:xfrm rot="10800000">
            <a:off x="1847528" y="4609981"/>
            <a:ext cx="432048" cy="32230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1D2044-F6C0-EDA0-861C-8829E5322290}"/>
              </a:ext>
            </a:extLst>
          </p:cNvPr>
          <p:cNvSpPr/>
          <p:nvPr/>
        </p:nvSpPr>
        <p:spPr>
          <a:xfrm>
            <a:off x="1075624" y="6493101"/>
            <a:ext cx="1131944" cy="1597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7F41466-4125-638D-509D-49D0308C335F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2207568" y="4193168"/>
            <a:ext cx="5060423" cy="2379800"/>
          </a:xfrm>
          <a:prstGeom prst="bentConnector3">
            <a:avLst>
              <a:gd name="adj1" fmla="val 7113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3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EE7E-7F55-059C-0B0E-C930A9D1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解析環境を</a:t>
            </a:r>
            <a:r>
              <a:rPr lang="en-US" altLang="ja-JP" dirty="0"/>
              <a:t>snapshot</a:t>
            </a:r>
            <a:r>
              <a:rPr lang="ja-JP" altLang="en-US" dirty="0"/>
              <a:t>する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03233-84F7-4DB6-44CC-656E1CB4A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kumimoji="1" lang="en-US" altLang="ja-JP" dirty="0"/>
              <a:t>Project library</a:t>
            </a:r>
            <a:r>
              <a:rPr kumimoji="1" lang="ja-JP" altLang="en-US" dirty="0"/>
              <a:t>にいくつかの</a:t>
            </a:r>
            <a:r>
              <a:rPr kumimoji="1" lang="en-US" altLang="ja-JP" dirty="0"/>
              <a:t>Package</a:t>
            </a:r>
            <a:r>
              <a:rPr kumimoji="1" lang="ja-JP" altLang="en-US" dirty="0"/>
              <a:t>を</a:t>
            </a:r>
            <a:r>
              <a:rPr lang="ja-JP" altLang="en-US" dirty="0"/>
              <a:t>新規</a:t>
            </a:r>
            <a:r>
              <a:rPr kumimoji="1" lang="en-US" altLang="ja-JP" dirty="0"/>
              <a:t>install</a:t>
            </a:r>
            <a:r>
              <a:rPr kumimoji="1" lang="ja-JP" altLang="en-US" dirty="0"/>
              <a:t>する</a:t>
            </a:r>
            <a:r>
              <a:rPr kumimoji="1" lang="en-US" altLang="ja-JP" dirty="0"/>
              <a:t> 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rgbClr val="0000FF"/>
                </a:solidFill>
              </a:rPr>
              <a:t>&gt; </a:t>
            </a:r>
            <a:r>
              <a:rPr lang="en-US" altLang="ja-JP" dirty="0" err="1">
                <a:solidFill>
                  <a:srgbClr val="0000FF"/>
                </a:solidFill>
              </a:rPr>
              <a:t>install.packages</a:t>
            </a:r>
            <a:r>
              <a:rPr lang="en-US" altLang="ja-JP" dirty="0">
                <a:solidFill>
                  <a:srgbClr val="0000FF"/>
                </a:solidFill>
              </a:rPr>
              <a:t>(c("admiral", "</a:t>
            </a:r>
            <a:r>
              <a:rPr lang="en-US" altLang="ja-JP" dirty="0" err="1">
                <a:solidFill>
                  <a:srgbClr val="0000FF"/>
                </a:solidFill>
              </a:rPr>
              <a:t>tidyverse</a:t>
            </a:r>
            <a:r>
              <a:rPr lang="en-US" altLang="ja-JP" dirty="0">
                <a:solidFill>
                  <a:srgbClr val="0000FF"/>
                </a:solidFill>
              </a:rPr>
              <a:t>"))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F1D34-AF63-EDE2-0403-42166DFC4B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9</a:t>
            </a:fld>
            <a:endParaRPr lang="en-US" altLang="ja-JP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B9A7C4-7102-3685-8DE8-F3310621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2492896"/>
            <a:ext cx="4973652" cy="3053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DDEC117-8B96-CB90-8BA4-CD32C7779827}"/>
              </a:ext>
            </a:extLst>
          </p:cNvPr>
          <p:cNvSpPr/>
          <p:nvPr/>
        </p:nvSpPr>
        <p:spPr>
          <a:xfrm rot="5400000">
            <a:off x="5382564" y="3703043"/>
            <a:ext cx="648071" cy="53203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23C358-A9E5-D4A4-E23F-8231B6FAC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195" y="2409320"/>
            <a:ext cx="5912221" cy="2901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77EDEF-0FF8-F7CC-ADE5-8F1CB80BA136}"/>
              </a:ext>
            </a:extLst>
          </p:cNvPr>
          <p:cNvSpPr/>
          <p:nvPr/>
        </p:nvSpPr>
        <p:spPr>
          <a:xfrm>
            <a:off x="191344" y="2485222"/>
            <a:ext cx="5045660" cy="3677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D53A62-8C0B-BF63-EA0E-97A1AECAD35B}"/>
              </a:ext>
            </a:extLst>
          </p:cNvPr>
          <p:cNvSpPr/>
          <p:nvPr/>
        </p:nvSpPr>
        <p:spPr>
          <a:xfrm>
            <a:off x="6107953" y="2545559"/>
            <a:ext cx="5468742" cy="28418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17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C51D3-A39F-D635-573C-A1621D4C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7B15-9CFF-3396-7CCB-62076841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解析環境を</a:t>
            </a:r>
            <a:r>
              <a:rPr lang="en-US" altLang="ja-JP" dirty="0"/>
              <a:t>snapshot</a:t>
            </a:r>
            <a:r>
              <a:rPr lang="ja-JP" altLang="en-US" dirty="0"/>
              <a:t>する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F51ED-F6D6-F24C-E8D6-DD6A1169B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19" y="1219200"/>
            <a:ext cx="5441865" cy="51816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ja-JP" sz="2400" dirty="0">
                <a:solidFill>
                  <a:srgbClr val="0000FF"/>
                </a:solidFill>
              </a:rPr>
              <a:t>&gt;</a:t>
            </a:r>
            <a:r>
              <a:rPr lang="en-US" altLang="ja-JP" sz="2400" dirty="0" err="1">
                <a:solidFill>
                  <a:srgbClr val="0000FF"/>
                </a:solidFill>
              </a:rPr>
              <a:t>renv</a:t>
            </a:r>
            <a:r>
              <a:rPr lang="en-US" altLang="ja-JP" sz="2400" dirty="0">
                <a:solidFill>
                  <a:srgbClr val="0000FF"/>
                </a:solidFill>
              </a:rPr>
              <a:t>::status()</a:t>
            </a:r>
            <a:r>
              <a:rPr lang="ja-JP" altLang="en-US" sz="2400" dirty="0"/>
              <a:t>により、</a:t>
            </a:r>
            <a:r>
              <a:rPr lang="en-US" altLang="ja-JP" sz="2400" dirty="0" err="1"/>
              <a:t>renv.lock</a:t>
            </a:r>
            <a:r>
              <a:rPr lang="ja-JP" altLang="en-US" sz="2400" dirty="0"/>
              <a:t>との差分を確認する</a:t>
            </a:r>
            <a:endParaRPr lang="en-US" altLang="ja-JP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5912B-B1BA-1DBA-2C74-267EDB7068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10</a:t>
            </a:fld>
            <a:endParaRPr lang="en-US" altLang="ja-J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88D9C5-2E38-B715-3482-04C17BD23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96" y="2515117"/>
            <a:ext cx="3505235" cy="4242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1403E2-BF89-7499-4C55-67930802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63" y="2515117"/>
            <a:ext cx="4652775" cy="2477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99144-13A2-1BCC-E739-4ED6052604B4}"/>
              </a:ext>
            </a:extLst>
          </p:cNvPr>
          <p:cNvSpPr txBox="1">
            <a:spLocks/>
          </p:cNvSpPr>
          <p:nvPr/>
        </p:nvSpPr>
        <p:spPr bwMode="auto">
          <a:xfrm>
            <a:off x="6122877" y="1219200"/>
            <a:ext cx="5441865" cy="1489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itchFamily="2" charset="2"/>
              <a:defRPr kumimoji="1" sz="28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Font typeface="Wingdings" pitchFamily="2" charset="2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FFFF"/>
              </a:buClr>
              <a:buFont typeface="Wingdings" pitchFamily="2" charset="2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ja-JP" altLang="en-US" sz="2400" kern="0" dirty="0"/>
              <a:t>追加した</a:t>
            </a:r>
            <a:r>
              <a:rPr lang="en-US" altLang="ja-JP" sz="2400" kern="0" dirty="0"/>
              <a:t>Package</a:t>
            </a:r>
            <a:r>
              <a:rPr lang="ja-JP" altLang="en-US" sz="2400" kern="0" dirty="0"/>
              <a:t>を</a:t>
            </a:r>
            <a:r>
              <a:rPr lang="en-US" altLang="ja-JP" sz="2400" kern="0" dirty="0"/>
              <a:t>snapshot</a:t>
            </a:r>
            <a:r>
              <a:rPr lang="ja-JP" altLang="en-US" sz="2400" kern="0" dirty="0"/>
              <a:t>し、</a:t>
            </a:r>
            <a:r>
              <a:rPr lang="en-US" altLang="ja-JP" sz="2400" kern="0" dirty="0" err="1"/>
              <a:t>renv.lock</a:t>
            </a:r>
            <a:r>
              <a:rPr lang="ja-JP" altLang="en-US" sz="2400" kern="0" dirty="0"/>
              <a:t>ファイルを更新する</a:t>
            </a:r>
            <a:endParaRPr lang="en-US" altLang="ja-JP" sz="2400" kern="0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US" altLang="ja-JP" sz="2000" kern="0" dirty="0">
                <a:solidFill>
                  <a:srgbClr val="0000FF"/>
                </a:solidFill>
              </a:rPr>
              <a:t>&gt;</a:t>
            </a:r>
            <a:r>
              <a:rPr lang="en-US" altLang="ja-JP" sz="2000" kern="0" dirty="0" err="1">
                <a:solidFill>
                  <a:srgbClr val="0000FF"/>
                </a:solidFill>
              </a:rPr>
              <a:t>renv</a:t>
            </a:r>
            <a:r>
              <a:rPr lang="en-US" altLang="ja-JP" sz="2000" kern="0" dirty="0">
                <a:solidFill>
                  <a:srgbClr val="0000FF"/>
                </a:solidFill>
              </a:rPr>
              <a:t>::snapshot()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ja-JP" sz="2000" kern="0" dirty="0"/>
          </a:p>
        </p:txBody>
      </p:sp>
    </p:spTree>
    <p:extLst>
      <p:ext uri="{BB962C8B-B14F-4D97-AF65-F5344CB8AC3E}">
        <p14:creationId xmlns:p14="http://schemas.microsoft.com/office/powerpoint/2010/main" val="277073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822A-D11B-4F4A-CE0A-1D6FB61D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9CFE-1574-FECC-E5EC-BD9DA401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How to use</a:t>
            </a:r>
            <a:endParaRPr kumimoji="1" lang="ja-JP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6CC480-DBF8-F92B-B592-EDBC63F819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9588" y="1219200"/>
          <a:ext cx="1117282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2B1EA-8B6C-DACA-81F4-31991D7E45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281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6E1B-AC55-709F-3D39-7ED3E7CC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 altLang="en-US" dirty="0"/>
              <a:t>外部の解析環境を再現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02BE-9019-FEB1-48E4-524C3BFDF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16" y="1196752"/>
            <a:ext cx="11171767" cy="51816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dirty="0"/>
              <a:t>R consortium pilot 3</a:t>
            </a:r>
            <a:r>
              <a:rPr lang="ja-JP" altLang="en-US" dirty="0"/>
              <a:t>の解析環境を再現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ja-JP" altLang="en-US" dirty="0"/>
              <a:t>手順は</a:t>
            </a:r>
            <a:r>
              <a:rPr lang="en-US" altLang="ja-JP" dirty="0">
                <a:hlinkClick r:id="rId2"/>
              </a:rPr>
              <a:t>ADRG Appendix 1 : Pilot 3 Installation and Usage</a:t>
            </a:r>
            <a:r>
              <a:rPr lang="ja-JP" altLang="en-US" dirty="0"/>
              <a:t>に準ずる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9BF06-E02E-E7D3-ECDE-0B1718318B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12</a:t>
            </a:fld>
            <a:endParaRPr lang="en-US" altLang="ja-JP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F9C92C-4E1A-8754-ADBE-2F44D2EFF2AC}"/>
              </a:ext>
            </a:extLst>
          </p:cNvPr>
          <p:cNvSpPr/>
          <p:nvPr/>
        </p:nvSpPr>
        <p:spPr>
          <a:xfrm>
            <a:off x="1127448" y="2348880"/>
            <a:ext cx="7627372" cy="5760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Core Analysis Repository</a:t>
            </a:r>
            <a:endParaRPr kumimoji="1" lang="ja-JP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AA038-C680-FE8A-EF96-6B3F51D7031C}"/>
              </a:ext>
            </a:extLst>
          </p:cNvPr>
          <p:cNvSpPr/>
          <p:nvPr/>
        </p:nvSpPr>
        <p:spPr>
          <a:xfrm>
            <a:off x="1127448" y="3023993"/>
            <a:ext cx="7627373" cy="35053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 err="1">
                <a:solidFill>
                  <a:schemeClr val="tx1"/>
                </a:solidFill>
              </a:rPr>
              <a:t>adam</a:t>
            </a:r>
            <a:r>
              <a:rPr lang="en-US" altLang="ja-JP" sz="1800" b="1" dirty="0">
                <a:solidFill>
                  <a:schemeClr val="tx1"/>
                </a:solidFill>
              </a:rPr>
              <a:t>/</a:t>
            </a:r>
            <a:r>
              <a:rPr lang="en-US" altLang="ja-JP" sz="1800" dirty="0">
                <a:solidFill>
                  <a:schemeClr val="tx1"/>
                </a:solidFill>
              </a:rPr>
              <a:t>: Original CDISC </a:t>
            </a:r>
            <a:r>
              <a:rPr lang="en-US" altLang="ja-JP" sz="1800" dirty="0" err="1">
                <a:solidFill>
                  <a:schemeClr val="tx1"/>
                </a:solidFill>
              </a:rPr>
              <a:t>ADaM</a:t>
            </a:r>
            <a:r>
              <a:rPr lang="en-US" altLang="ja-JP" sz="1800" dirty="0">
                <a:solidFill>
                  <a:schemeClr val="tx1"/>
                </a:solidFill>
              </a:rPr>
              <a:t> Pilot data created in SAS used for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>
                <a:solidFill>
                  <a:schemeClr val="tx1"/>
                </a:solidFill>
              </a:rPr>
              <a:t>submission/</a:t>
            </a:r>
            <a:r>
              <a:rPr lang="en-US" altLang="ja-JP" sz="1800" b="1" dirty="0" err="1">
                <a:solidFill>
                  <a:schemeClr val="tx1"/>
                </a:solidFill>
              </a:rPr>
              <a:t>adam</a:t>
            </a:r>
            <a:r>
              <a:rPr lang="en-US" altLang="ja-JP" sz="1800" dirty="0">
                <a:solidFill>
                  <a:schemeClr val="tx1"/>
                </a:solidFill>
              </a:rPr>
              <a:t>: R generated </a:t>
            </a:r>
            <a:r>
              <a:rPr lang="en-US" altLang="ja-JP" sz="1800" dirty="0" err="1">
                <a:solidFill>
                  <a:schemeClr val="tx1"/>
                </a:solidFill>
              </a:rPr>
              <a:t>ADaM</a:t>
            </a:r>
            <a:r>
              <a:rPr lang="en-US" altLang="ja-JP" sz="1800" dirty="0">
                <a:solidFill>
                  <a:schemeClr val="tx1"/>
                </a:solidFill>
              </a:rPr>
              <a:t>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>
                <a:solidFill>
                  <a:schemeClr val="tx1"/>
                </a:solidFill>
              </a:rPr>
              <a:t>submission/output</a:t>
            </a:r>
            <a:r>
              <a:rPr lang="en-US" altLang="ja-JP" sz="1800" dirty="0">
                <a:solidFill>
                  <a:schemeClr val="tx1"/>
                </a:solidFill>
              </a:rPr>
              <a:t>: R generated TLFs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>
                <a:solidFill>
                  <a:schemeClr val="tx1"/>
                </a:solidFill>
              </a:rPr>
              <a:t>submission/programs</a:t>
            </a:r>
            <a:r>
              <a:rPr lang="en-US" altLang="ja-JP" sz="1800" dirty="0">
                <a:solidFill>
                  <a:schemeClr val="tx1"/>
                </a:solidFill>
              </a:rPr>
              <a:t>: Production and QC programs for </a:t>
            </a:r>
            <a:r>
              <a:rPr lang="en-US" altLang="ja-JP" sz="1800" dirty="0" err="1">
                <a:solidFill>
                  <a:schemeClr val="tx1"/>
                </a:solidFill>
              </a:rPr>
              <a:t>ADaMS</a:t>
            </a:r>
            <a:endParaRPr lang="en-US" altLang="ja-JP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>
                <a:solidFill>
                  <a:schemeClr val="tx1"/>
                </a:solidFill>
              </a:rPr>
              <a:t>submission/</a:t>
            </a:r>
            <a:r>
              <a:rPr lang="en-US" altLang="ja-JP" sz="1800" b="1" dirty="0" err="1">
                <a:solidFill>
                  <a:schemeClr val="tx1"/>
                </a:solidFill>
              </a:rPr>
              <a:t>sdtm</a:t>
            </a:r>
            <a:r>
              <a:rPr lang="en-US" altLang="ja-JP" sz="1800" dirty="0" err="1">
                <a:solidFill>
                  <a:schemeClr val="tx1"/>
                </a:solidFill>
              </a:rPr>
              <a:t>:Original</a:t>
            </a:r>
            <a:r>
              <a:rPr lang="en-US" altLang="ja-JP" sz="1800" dirty="0">
                <a:solidFill>
                  <a:schemeClr val="tx1"/>
                </a:solidFill>
              </a:rPr>
              <a:t> CDISC SDTM Pilot data created in 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>
                <a:solidFill>
                  <a:schemeClr val="tx1"/>
                </a:solidFill>
              </a:rPr>
              <a:t>.</a:t>
            </a:r>
            <a:r>
              <a:rPr lang="en-US" altLang="ja-JP" sz="1800" b="1" dirty="0" err="1">
                <a:solidFill>
                  <a:schemeClr val="tx1"/>
                </a:solidFill>
              </a:rPr>
              <a:t>Rprofile</a:t>
            </a:r>
            <a:r>
              <a:rPr lang="en-US" altLang="ja-JP" sz="1800" dirty="0">
                <a:solidFill>
                  <a:schemeClr val="tx1"/>
                </a:solidFill>
              </a:rPr>
              <a:t>: Project startup file to set up environment,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 err="1">
                <a:solidFill>
                  <a:srgbClr val="FF0000"/>
                </a:solidFill>
              </a:rPr>
              <a:t>renv.lock</a:t>
            </a:r>
            <a:r>
              <a:rPr lang="en-US" altLang="ja-JP" sz="1800" dirty="0">
                <a:solidFill>
                  <a:schemeClr val="tx1"/>
                </a:solidFill>
              </a:rPr>
              <a:t>: Locks in the versions of R packages and version of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b="1" dirty="0">
                <a:solidFill>
                  <a:schemeClr val="tx1"/>
                </a:solidFill>
              </a:rPr>
              <a:t>vignettes/</a:t>
            </a:r>
            <a:r>
              <a:rPr lang="en-US" altLang="ja-JP" sz="1800" dirty="0">
                <a:solidFill>
                  <a:schemeClr val="tx1"/>
                </a:solidFill>
              </a:rPr>
              <a:t>: Markdown files that render TLFs and Datasets for Website</a:t>
            </a:r>
          </a:p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69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3509-0C7F-F410-6361-0D3D0402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外部の解析環境を再現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6878F-2518-4446-165F-CB8C7FDE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RStudio</a:t>
            </a:r>
            <a:r>
              <a:rPr kumimoji="1" lang="ja-JP" altLang="en-US" dirty="0"/>
              <a:t>において新規</a:t>
            </a:r>
            <a:r>
              <a:rPr kumimoji="1" lang="en-US" altLang="ja-JP" dirty="0"/>
              <a:t>Project</a:t>
            </a:r>
            <a:r>
              <a:rPr kumimoji="1" lang="ja-JP" altLang="en-US" dirty="0"/>
              <a:t>の作成</a:t>
            </a:r>
            <a:r>
              <a:rPr kumimoji="1" lang="en-US" altLang="ja-JP" dirty="0"/>
              <a:t>, Git Repository</a:t>
            </a:r>
            <a:r>
              <a:rPr kumimoji="1" lang="ja-JP" altLang="en-US" dirty="0"/>
              <a:t>を</a:t>
            </a:r>
            <a:r>
              <a:rPr kumimoji="1" lang="en-US" altLang="ja-JP" dirty="0"/>
              <a:t>Clone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US" altLang="ja-JP" dirty="0"/>
              <a:t>Create Project </a:t>
            </a:r>
            <a:r>
              <a:rPr lang="en-US" altLang="ja-JP" dirty="0">
                <a:sym typeface="Wingdings" panose="05000000000000000000" pitchFamily="2" charset="2"/>
              </a:rPr>
              <a:t> Version Control  Git</a:t>
            </a:r>
          </a:p>
          <a:p>
            <a:pPr marL="514350" indent="-514350">
              <a:buFont typeface="+mj-lt"/>
              <a:buAutoNum type="arabicPeriod"/>
            </a:pPr>
            <a:endParaRPr kumimoji="1" lang="en-US" altLang="ja-JP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kumimoji="1" lang="en-US" altLang="ja-JP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kumimoji="1" lang="en-US" altLang="ja-JP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>
                <a:sym typeface="Wingdings" panose="05000000000000000000" pitchFamily="2" charset="2"/>
              </a:rPr>
              <a:t>{</a:t>
            </a:r>
            <a:r>
              <a:rPr kumimoji="1" lang="en-US" altLang="ja-JP" dirty="0" err="1">
                <a:sym typeface="Wingdings" panose="05000000000000000000" pitchFamily="2" charset="2"/>
              </a:rPr>
              <a:t>renv</a:t>
            </a:r>
            <a:r>
              <a:rPr kumimoji="1" lang="en-US" altLang="ja-JP" dirty="0">
                <a:sym typeface="Wingdings" panose="05000000000000000000" pitchFamily="2" charset="2"/>
              </a:rPr>
              <a:t>}</a:t>
            </a:r>
            <a:r>
              <a:rPr kumimoji="1" lang="ja-JP" altLang="en-US" dirty="0">
                <a:sym typeface="Wingdings" panose="05000000000000000000" pitchFamily="2" charset="2"/>
              </a:rPr>
              <a:t>の</a:t>
            </a:r>
            <a:r>
              <a:rPr kumimoji="1" lang="en-US" altLang="ja-JP" dirty="0">
                <a:sym typeface="Wingdings" panose="05000000000000000000" pitchFamily="2" charset="2"/>
              </a:rPr>
              <a:t>install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kumimoji="1" lang="en-US" altLang="ja-JP" dirty="0">
                <a:solidFill>
                  <a:srgbClr val="0000FF"/>
                </a:solidFill>
                <a:sym typeface="Wingdings" panose="05000000000000000000" pitchFamily="2" charset="2"/>
              </a:rPr>
              <a:t>&gt; </a:t>
            </a:r>
            <a:r>
              <a:rPr kumimoji="1" lang="en-US" altLang="ja-JP" dirty="0" err="1">
                <a:solidFill>
                  <a:srgbClr val="0000FF"/>
                </a:solidFill>
                <a:sym typeface="Wingdings" panose="05000000000000000000" pitchFamily="2" charset="2"/>
              </a:rPr>
              <a:t>install.packages</a:t>
            </a:r>
            <a:r>
              <a:rPr kumimoji="1" lang="en-US" altLang="ja-JP" dirty="0">
                <a:solidFill>
                  <a:srgbClr val="0000FF"/>
                </a:solidFill>
                <a:sym typeface="Wingdings" panose="05000000000000000000" pitchFamily="2" charset="2"/>
              </a:rPr>
              <a:t>("remotes")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kumimoji="1" lang="en-US" altLang="ja-JP" dirty="0">
                <a:solidFill>
                  <a:srgbClr val="0000FF"/>
                </a:solidFill>
                <a:sym typeface="Wingdings" panose="05000000000000000000" pitchFamily="2" charset="2"/>
              </a:rPr>
              <a:t>&gt; remotes::</a:t>
            </a:r>
            <a:r>
              <a:rPr kumimoji="1" lang="en-US" altLang="ja-JP" dirty="0" err="1">
                <a:solidFill>
                  <a:srgbClr val="0000FF"/>
                </a:solidFill>
                <a:sym typeface="Wingdings" panose="05000000000000000000" pitchFamily="2" charset="2"/>
              </a:rPr>
              <a:t>install_version</a:t>
            </a:r>
            <a:r>
              <a:rPr kumimoji="1" lang="en-US" altLang="ja-JP" dirty="0">
                <a:solidFill>
                  <a:srgbClr val="0000FF"/>
                </a:solidFill>
                <a:sym typeface="Wingdings" panose="05000000000000000000" pitchFamily="2" charset="2"/>
              </a:rPr>
              <a:t>("</a:t>
            </a:r>
            <a:r>
              <a:rPr kumimoji="1" lang="en-US" altLang="ja-JP" dirty="0" err="1">
                <a:solidFill>
                  <a:srgbClr val="0000FF"/>
                </a:solidFill>
                <a:sym typeface="Wingdings" panose="05000000000000000000" pitchFamily="2" charset="2"/>
              </a:rPr>
              <a:t>renv</a:t>
            </a:r>
            <a:r>
              <a:rPr kumimoji="1" lang="en-US" altLang="ja-JP" dirty="0">
                <a:solidFill>
                  <a:srgbClr val="0000FF"/>
                </a:solidFill>
                <a:sym typeface="Wingdings" panose="05000000000000000000" pitchFamily="2" charset="2"/>
              </a:rPr>
              <a:t>", version = "0.17.0")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44353-2FFD-A278-93E4-39F22519C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13</a:t>
            </a:fld>
            <a:endParaRPr lang="en-US" altLang="ja-JP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58D941-ED0D-BAC0-C897-9875A4B8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2192099"/>
            <a:ext cx="3459455" cy="24738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0B28F10-9824-EA6C-BE2D-1973728DE4BB}"/>
              </a:ext>
            </a:extLst>
          </p:cNvPr>
          <p:cNvSpPr/>
          <p:nvPr/>
        </p:nvSpPr>
        <p:spPr>
          <a:xfrm rot="5400000">
            <a:off x="5879976" y="2924944"/>
            <a:ext cx="648072" cy="533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2957BB-DB3A-633C-138A-95CB57CE4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59" y="2298705"/>
            <a:ext cx="3972479" cy="2362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0514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9C57D-7E40-2A3B-3667-1C64AC50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0AA3-2902-DE64-96A5-C5BE3E12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外部の解析環境を再現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CBF8A-FB3F-C491-529A-229DD1B30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19" y="1219200"/>
            <a:ext cx="5369858" cy="51816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ja-JP" sz="2400" dirty="0">
                <a:sym typeface="Wingdings" panose="05000000000000000000" pitchFamily="2" charset="2"/>
              </a:rPr>
              <a:t>~rconsortiumpilot3/analysis/</a:t>
            </a:r>
            <a:r>
              <a:rPr lang="en-US" altLang="ja-JP" sz="2400" dirty="0" err="1">
                <a:sym typeface="Wingdings" panose="05000000000000000000" pitchFamily="2" charset="2"/>
              </a:rPr>
              <a:t>adam</a:t>
            </a:r>
            <a:r>
              <a:rPr lang="en-US" altLang="ja-JP" sz="2400" dirty="0">
                <a:sym typeface="Wingdings" panose="05000000000000000000" pitchFamily="2" charset="2"/>
              </a:rPr>
              <a:t>/programs</a:t>
            </a:r>
            <a:r>
              <a:rPr lang="ja-JP" altLang="en-US" sz="2400" dirty="0">
                <a:sym typeface="Wingdings" panose="05000000000000000000" pitchFamily="2" charset="2"/>
              </a:rPr>
              <a:t>の直下にある</a:t>
            </a:r>
            <a:r>
              <a:rPr lang="en-US" altLang="ja-JP" sz="2400" dirty="0">
                <a:sym typeface="Wingdings" panose="05000000000000000000" pitchFamily="2" charset="2"/>
              </a:rPr>
              <a:t>”renv-lock.txt”</a:t>
            </a:r>
            <a:r>
              <a:rPr lang="ja-JP" altLang="en-US" sz="2400" dirty="0">
                <a:sym typeface="Wingdings" panose="05000000000000000000" pitchFamily="2" charset="2"/>
              </a:rPr>
              <a:t>を</a:t>
            </a:r>
            <a:r>
              <a:rPr lang="en-US" altLang="ja-JP" sz="2400" dirty="0">
                <a:sym typeface="Wingdings" panose="05000000000000000000" pitchFamily="2" charset="2"/>
              </a:rPr>
              <a:t>Project</a:t>
            </a:r>
            <a:r>
              <a:rPr lang="ja-JP" altLang="en-US" sz="2400" dirty="0">
                <a:sym typeface="Wingdings" panose="05000000000000000000" pitchFamily="2" charset="2"/>
              </a:rPr>
              <a:t>直下に移動、ファイル名を</a:t>
            </a:r>
            <a:r>
              <a:rPr lang="en-US" altLang="ja-JP" sz="2400" dirty="0">
                <a:sym typeface="Wingdings" panose="05000000000000000000" pitchFamily="2" charset="2"/>
              </a:rPr>
              <a:t>”</a:t>
            </a:r>
            <a:r>
              <a:rPr lang="en-US" altLang="ja-JP" sz="2400" dirty="0" err="1">
                <a:sym typeface="Wingdings" panose="05000000000000000000" pitchFamily="2" charset="2"/>
              </a:rPr>
              <a:t>renv.lock</a:t>
            </a:r>
            <a:r>
              <a:rPr lang="en-US" altLang="ja-JP" sz="2400" dirty="0">
                <a:sym typeface="Wingdings" panose="05000000000000000000" pitchFamily="2" charset="2"/>
              </a:rPr>
              <a:t>”</a:t>
            </a:r>
            <a:r>
              <a:rPr lang="ja-JP" altLang="en-US" sz="2400" dirty="0">
                <a:sym typeface="Wingdings" panose="05000000000000000000" pitchFamily="2" charset="2"/>
              </a:rPr>
              <a:t>に変更</a:t>
            </a:r>
            <a:endParaRPr kumimoji="1" lang="ja-JP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640D8-9322-E551-07C1-DB975927CF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14</a:t>
            </a:fld>
            <a:endParaRPr lang="en-US" altLang="ja-JP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140BF-3239-0FBD-1250-E94FA3A0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81" y="3029988"/>
            <a:ext cx="4353533" cy="340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76DC9F-51D3-EED6-DA73-75888D8CBEE1}"/>
              </a:ext>
            </a:extLst>
          </p:cNvPr>
          <p:cNvSpPr txBox="1">
            <a:spLocks/>
          </p:cNvSpPr>
          <p:nvPr/>
        </p:nvSpPr>
        <p:spPr bwMode="auto">
          <a:xfrm>
            <a:off x="6312023" y="1202457"/>
            <a:ext cx="5369858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itchFamily="2" charset="2"/>
              <a:defRPr kumimoji="1" sz="28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Font typeface="Wingdings" pitchFamily="2" charset="2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FFFF"/>
              </a:buClr>
              <a:buFont typeface="Wingdings" pitchFamily="2" charset="2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6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altLang="ja-JP" sz="2400" dirty="0"/>
              <a:t>Session</a:t>
            </a:r>
            <a:r>
              <a:rPr lang="ja-JP" altLang="en-US" sz="2400" dirty="0"/>
              <a:t>を</a:t>
            </a:r>
            <a:r>
              <a:rPr lang="en-US" altLang="ja-JP" sz="2400" dirty="0"/>
              <a:t>restart</a:t>
            </a:r>
            <a:r>
              <a:rPr lang="ja-JP" altLang="en-US" sz="2400" dirty="0"/>
              <a:t>し、</a:t>
            </a:r>
            <a:r>
              <a:rPr lang="en-US" altLang="ja-JP" sz="2400" dirty="0" err="1">
                <a:solidFill>
                  <a:srgbClr val="0000FF"/>
                </a:solidFill>
              </a:rPr>
              <a:t>renv</a:t>
            </a:r>
            <a:r>
              <a:rPr lang="en-US" altLang="ja-JP" sz="2400" dirty="0">
                <a:solidFill>
                  <a:srgbClr val="0000FF"/>
                </a:solidFill>
              </a:rPr>
              <a:t>::</a:t>
            </a:r>
            <a:r>
              <a:rPr lang="en-US" altLang="ja-JP" sz="2400" dirty="0" err="1">
                <a:solidFill>
                  <a:srgbClr val="0000FF"/>
                </a:solidFill>
              </a:rPr>
              <a:t>init</a:t>
            </a:r>
            <a:r>
              <a:rPr lang="ja-JP" altLang="en-US" sz="2400" dirty="0">
                <a:solidFill>
                  <a:srgbClr val="0000FF"/>
                </a:solidFill>
              </a:rPr>
              <a:t>（）</a:t>
            </a:r>
            <a:r>
              <a:rPr lang="ja-JP" altLang="en-US" sz="2400" dirty="0"/>
              <a:t>を実行</a:t>
            </a:r>
            <a:endParaRPr lang="en-US" altLang="ja-JP" sz="2400" dirty="0"/>
          </a:p>
          <a:p>
            <a:pPr marL="514350" indent="-514350">
              <a:buFont typeface="+mj-lt"/>
              <a:buAutoNum type="arabicPeriod" startAt="4"/>
            </a:pPr>
            <a:endParaRPr lang="en-US" altLang="ja-JP" sz="2400" dirty="0"/>
          </a:p>
          <a:p>
            <a:pPr marL="514350" indent="-514350">
              <a:buFont typeface="+mj-lt"/>
              <a:buAutoNum type="arabicPeriod" startAt="4"/>
            </a:pPr>
            <a:endParaRPr lang="en-US" altLang="ja-JP" sz="2400" dirty="0"/>
          </a:p>
          <a:p>
            <a:pPr marL="514350" indent="-514350">
              <a:buFont typeface="+mj-lt"/>
              <a:buAutoNum type="arabicPeriod" startAt="4"/>
            </a:pPr>
            <a:endParaRPr lang="en-US" altLang="ja-JP" sz="2400" dirty="0"/>
          </a:p>
          <a:p>
            <a:pPr marL="514350" indent="-514350">
              <a:buFont typeface="+mj-lt"/>
              <a:buAutoNum type="arabicPeriod" startAt="4"/>
            </a:pPr>
            <a:r>
              <a:rPr lang="en-US" altLang="ja-JP" sz="2400" dirty="0" err="1">
                <a:solidFill>
                  <a:srgbClr val="0000FF"/>
                </a:solidFill>
              </a:rPr>
              <a:t>renv</a:t>
            </a:r>
            <a:r>
              <a:rPr lang="en-US" altLang="ja-JP" sz="2400" dirty="0">
                <a:solidFill>
                  <a:srgbClr val="0000FF"/>
                </a:solidFill>
              </a:rPr>
              <a:t>::restore()</a:t>
            </a:r>
            <a:r>
              <a:rPr lang="ja-JP" altLang="en-US" sz="2400" dirty="0"/>
              <a:t>により、</a:t>
            </a:r>
            <a:r>
              <a:rPr lang="en-US" altLang="ja-JP" sz="2400" dirty="0"/>
              <a:t>lock</a:t>
            </a:r>
            <a:r>
              <a:rPr lang="ja-JP" altLang="en-US" sz="2400" dirty="0"/>
              <a:t>ファイルの</a:t>
            </a:r>
            <a:r>
              <a:rPr lang="en-US" altLang="ja-JP" sz="2400" dirty="0"/>
              <a:t>package</a:t>
            </a:r>
            <a:r>
              <a:rPr lang="ja-JP" altLang="en-US" sz="2400" dirty="0"/>
              <a:t>群を再現させる</a:t>
            </a:r>
            <a:endParaRPr lang="en-US" altLang="ja-JP" sz="2400" dirty="0"/>
          </a:p>
          <a:p>
            <a:pPr marL="514350" indent="-514350">
              <a:buFont typeface="+mj-lt"/>
              <a:buAutoNum type="arabicPeriod" startAt="4"/>
            </a:pPr>
            <a:r>
              <a:rPr lang="en-US" altLang="ja-JP" sz="2400" dirty="0" err="1">
                <a:solidFill>
                  <a:srgbClr val="0000FF"/>
                </a:solidFill>
              </a:rPr>
              <a:t>renv</a:t>
            </a:r>
            <a:r>
              <a:rPr lang="en-US" altLang="ja-JP" sz="2400" dirty="0">
                <a:solidFill>
                  <a:srgbClr val="0000FF"/>
                </a:solidFill>
              </a:rPr>
              <a:t>::status()</a:t>
            </a:r>
            <a:r>
              <a:rPr lang="ja-JP" altLang="en-US" sz="2400" dirty="0"/>
              <a:t>で再現された</a:t>
            </a:r>
            <a:r>
              <a:rPr lang="en-US" altLang="ja-JP" sz="2400" dirty="0"/>
              <a:t>package</a:t>
            </a:r>
            <a:r>
              <a:rPr lang="ja-JP" altLang="en-US" sz="2400" dirty="0"/>
              <a:t>と</a:t>
            </a:r>
            <a:r>
              <a:rPr lang="en-US" altLang="ja-JP" sz="2400" dirty="0"/>
              <a:t>lock</a:t>
            </a:r>
            <a:r>
              <a:rPr lang="ja-JP" altLang="en-US" sz="2400" dirty="0"/>
              <a:t>ファイル内の</a:t>
            </a:r>
            <a:r>
              <a:rPr lang="en-US" altLang="ja-JP" sz="2400" dirty="0"/>
              <a:t>package</a:t>
            </a:r>
            <a:r>
              <a:rPr lang="ja-JP" altLang="en-US" sz="2400" dirty="0"/>
              <a:t>を比較する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56C8D1-15E2-611A-6FB1-8D07A936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125" y="2060848"/>
            <a:ext cx="4801270" cy="1238423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5A057AE4-14DC-DDEC-6235-E492090C8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657330" y="5145634"/>
            <a:ext cx="5463116" cy="123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0835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83C0-E6DC-0CBD-20AD-7341ED07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外部の解析環境を再現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15131-B39A-A738-7025-33CC57307D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US" altLang="ja-JP" sz="2400" dirty="0"/>
              <a:t>{pilot3utils}</a:t>
            </a:r>
            <a:r>
              <a:rPr lang="ja-JP" altLang="en-US" sz="2400" dirty="0"/>
              <a:t>は</a:t>
            </a:r>
            <a:r>
              <a:rPr lang="en-US" altLang="ja-JP" sz="2400" dirty="0"/>
              <a:t>zip</a:t>
            </a:r>
            <a:r>
              <a:rPr lang="ja-JP" altLang="en-US" sz="2400" dirty="0"/>
              <a:t>ファイルとして存在しているので、</a:t>
            </a:r>
            <a:r>
              <a:rPr lang="en-US" altLang="ja-JP" sz="2400" dirty="0"/>
              <a:t>package manager</a:t>
            </a:r>
            <a:r>
              <a:rPr lang="ja-JP" altLang="en-US" sz="2400" dirty="0"/>
              <a:t>から</a:t>
            </a:r>
            <a:r>
              <a:rPr lang="en-US" altLang="ja-JP" sz="2400" dirty="0"/>
              <a:t>zip</a:t>
            </a:r>
            <a:r>
              <a:rPr lang="ja-JP" altLang="en-US" sz="2400" dirty="0"/>
              <a:t>ファイルを</a:t>
            </a:r>
            <a:r>
              <a:rPr lang="en-US" altLang="ja-JP" sz="2400" dirty="0"/>
              <a:t>install</a:t>
            </a:r>
            <a:endParaRPr kumimoji="1" lang="ja-JP" alt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C02D3-4C30-620F-6704-0E799F0A08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altLang="ja-JP" sz="2400" dirty="0" err="1"/>
              <a:t>a</a:t>
            </a:r>
            <a:r>
              <a:rPr kumimoji="1" lang="en-US" altLang="ja-JP" sz="2400" dirty="0" err="1"/>
              <a:t>dsl.r</a:t>
            </a:r>
            <a:r>
              <a:rPr kumimoji="1" lang="ja-JP" altLang="en-US" sz="2400" dirty="0"/>
              <a:t>を実行し、</a:t>
            </a:r>
            <a:r>
              <a:rPr kumimoji="1" lang="en-US" altLang="ja-JP" sz="2400" dirty="0"/>
              <a:t>Error</a:t>
            </a:r>
            <a:r>
              <a:rPr lang="ja-JP" altLang="en-US" sz="2400" dirty="0"/>
              <a:t>無く動くかを確認</a:t>
            </a:r>
            <a:endParaRPr lang="en-US" altLang="ja-JP" sz="2400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kumimoji="1" lang="en-US" altLang="ja-JP" sz="2000" dirty="0" err="1"/>
              <a:t>sdtm</a:t>
            </a:r>
            <a:r>
              <a:rPr kumimoji="1" lang="ja-JP" altLang="en-US" sz="2000" dirty="0"/>
              <a:t>への</a:t>
            </a:r>
            <a:r>
              <a:rPr kumimoji="1" lang="en-US" altLang="ja-JP" sz="2000" dirty="0"/>
              <a:t>path</a:t>
            </a:r>
            <a:r>
              <a:rPr kumimoji="1" lang="ja-JP" altLang="en-US" sz="2000" dirty="0"/>
              <a:t>は設定</a:t>
            </a:r>
            <a:r>
              <a:rPr kumimoji="1" lang="ja-JP" altLang="en-US" sz="2000"/>
              <a:t>が必要</a:t>
            </a:r>
            <a:r>
              <a:rPr lang="ja-JP" altLang="en-US" sz="2000" dirty="0"/>
              <a:t>。</a:t>
            </a:r>
            <a:endParaRPr kumimoji="1" lang="en-US" altLang="ja-JP" sz="2000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kumimoji="1" lang="ja-JP" alt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339E8-50FF-2F10-E5BD-1736AE566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724435-5351-4F85-AB21-E011B281C3F4}" type="slidenum">
              <a:rPr lang="en-US" altLang="ja-JP" smtClean="0"/>
              <a:pPr/>
              <a:t>15</a:t>
            </a:fld>
            <a:endParaRPr lang="en-US" altLang="ja-J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7AB7DC-DADC-02D8-B084-EF356AF2D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924944"/>
            <a:ext cx="3705742" cy="2619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35B2D6-5E64-50CF-F75C-0DA195E5D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808" y="2132856"/>
            <a:ext cx="5592790" cy="5175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D2D744-D318-3581-4CB8-8803DC7C1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44072" y="2862267"/>
            <a:ext cx="4564930" cy="3425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5CC558-D5B7-5431-21B8-434B5D803A18}"/>
              </a:ext>
            </a:extLst>
          </p:cNvPr>
          <p:cNvSpPr txBox="1"/>
          <p:nvPr/>
        </p:nvSpPr>
        <p:spPr>
          <a:xfrm>
            <a:off x="6744072" y="6359625"/>
            <a:ext cx="4564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>
                <a:hlinkClick r:id="rId5" tooltip="https://bimblog.house/category/production/"/>
              </a:rPr>
              <a:t>This Photo</a:t>
            </a:r>
            <a:r>
              <a:rPr lang="ja-JP" altLang="en-US" sz="900"/>
              <a:t> by Unknown Author is licensed under </a:t>
            </a:r>
            <a:r>
              <a:rPr lang="ja-JP" altLang="en-US" sz="900">
                <a:hlinkClick r:id="rId6" tooltip="https://creativecommons.org/licenses/by-nc-sa/3.0/"/>
              </a:rPr>
              <a:t>CC BY-SA-NC</a:t>
            </a:r>
            <a:endParaRPr lang="ja-JP" altLang="en-US" sz="900"/>
          </a:p>
        </p:txBody>
      </p:sp>
    </p:spTree>
    <p:extLst>
      <p:ext uri="{BB962C8B-B14F-4D97-AF65-F5344CB8AC3E}">
        <p14:creationId xmlns:p14="http://schemas.microsoft.com/office/powerpoint/2010/main" val="3523017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5AC3-F526-9C4B-B6D8-F506FC83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Challenge: {</a:t>
            </a:r>
            <a:r>
              <a:rPr kumimoji="1"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利用における課題</a:t>
            </a:r>
            <a:endParaRPr kumimoji="1" lang="ja-JP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7B23F9-7D60-799F-8CB2-CEEB532A0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1568893"/>
              </p:ext>
            </p:extLst>
          </p:nvPr>
        </p:nvGraphicFramePr>
        <p:xfrm>
          <a:off x="348118" y="1053059"/>
          <a:ext cx="1117282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B5445-876A-34B9-A6ED-2BF7467285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16</a:t>
            </a:fld>
            <a:endParaRPr lang="en-US" altLang="ja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6A1BD-E3F8-F776-7F3C-778084B64A8C}"/>
              </a:ext>
            </a:extLst>
          </p:cNvPr>
          <p:cNvSpPr txBox="1"/>
          <p:nvPr/>
        </p:nvSpPr>
        <p:spPr>
          <a:xfrm>
            <a:off x="377259" y="6215390"/>
            <a:ext cx="11143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* R</a:t>
            </a:r>
            <a:r>
              <a:rPr kumimoji="1" lang="ja-JP" altLang="en-US" sz="1400" dirty="0"/>
              <a:t>の</a:t>
            </a:r>
            <a:r>
              <a:rPr kumimoji="1" lang="en-US" altLang="ja-JP" sz="1400" dirty="0"/>
              <a:t>Package install</a:t>
            </a:r>
            <a:r>
              <a:rPr kumimoji="1" lang="ja-JP" altLang="en-US" sz="1400" dirty="0"/>
              <a:t>形式には</a:t>
            </a:r>
            <a:r>
              <a:rPr kumimoji="1" lang="en-US" altLang="ja-JP" sz="1400" dirty="0"/>
              <a:t>2</a:t>
            </a:r>
            <a:r>
              <a:rPr kumimoji="1" lang="ja-JP" altLang="en-US" sz="1400" dirty="0"/>
              <a:t>種類あり、</a:t>
            </a:r>
            <a:r>
              <a:rPr lang="ja-JP" altLang="en-US" sz="1400" dirty="0"/>
              <a:t>①コンパイル済みの </a:t>
            </a:r>
            <a:r>
              <a:rPr kumimoji="1" lang="en-US" altLang="ja-JP" sz="1400" b="1" u="sng" dirty="0"/>
              <a:t>Binary</a:t>
            </a:r>
            <a:r>
              <a:rPr lang="ja-JP" altLang="en-US" sz="1400" dirty="0"/>
              <a:t>形式</a:t>
            </a:r>
            <a:r>
              <a:rPr kumimoji="1" lang="en-US" altLang="ja-JP" sz="1400" dirty="0"/>
              <a:t> / </a:t>
            </a:r>
            <a:r>
              <a:rPr kumimoji="1" lang="ja-JP" altLang="en-US" sz="1400" dirty="0"/>
              <a:t>② 各個人の</a:t>
            </a:r>
            <a:r>
              <a:rPr kumimoji="1" lang="en-US" altLang="ja-JP" sz="1400" dirty="0"/>
              <a:t>PC</a:t>
            </a:r>
            <a:r>
              <a:rPr kumimoji="1" lang="ja-JP" altLang="en-US" sz="1400" dirty="0"/>
              <a:t>でコンパイル（</a:t>
            </a:r>
            <a:r>
              <a:rPr kumimoji="1" lang="en-US" altLang="ja-JP" sz="1400" dirty="0" err="1"/>
              <a:t>Rtools</a:t>
            </a:r>
            <a:r>
              <a:rPr kumimoji="1" lang="ja-JP" altLang="en-US" sz="1400" dirty="0"/>
              <a:t>など）が必要な</a:t>
            </a:r>
            <a:r>
              <a:rPr kumimoji="1" lang="en-US" altLang="ja-JP" sz="1400" b="1" u="sng" dirty="0"/>
              <a:t>Source</a:t>
            </a:r>
            <a:r>
              <a:rPr kumimoji="1" lang="ja-JP" altLang="en-US" sz="1400" dirty="0"/>
              <a:t>形式フが存在する。後者は</a:t>
            </a:r>
            <a:r>
              <a:rPr kumimoji="1" lang="en-US" altLang="ja-JP" sz="1400" dirty="0"/>
              <a:t>OS, R version</a:t>
            </a:r>
            <a:r>
              <a:rPr kumimoji="1" lang="ja-JP" altLang="en-US" sz="1400" dirty="0"/>
              <a:t>に依存するため、</a:t>
            </a:r>
            <a:r>
              <a:rPr kumimoji="1" lang="en-US" altLang="ja-JP" sz="1400" dirty="0"/>
              <a:t>restore</a:t>
            </a:r>
            <a:r>
              <a:rPr kumimoji="1" lang="ja-JP" altLang="en-US" sz="1400" dirty="0"/>
              <a:t>が失敗する主因となる。</a:t>
            </a:r>
          </a:p>
        </p:txBody>
      </p:sp>
    </p:spTree>
    <p:extLst>
      <p:ext uri="{BB962C8B-B14F-4D97-AF65-F5344CB8AC3E}">
        <p14:creationId xmlns:p14="http://schemas.microsoft.com/office/powerpoint/2010/main" val="2484678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DDAA-2F89-75B6-9F74-FAF5B937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Summary: </a:t>
            </a:r>
            <a:r>
              <a:rPr lang="ja-JP" altLang="en-US" dirty="0"/>
              <a:t>承認申請時における</a:t>
            </a:r>
            <a:r>
              <a:rPr lang="en-US" altLang="ja-JP" dirty="0"/>
              <a:t>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利用の考察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25ADF-02A4-5E6C-11B8-89FC6F6C6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/>
              <a:t>解析に関する情報は</a:t>
            </a:r>
            <a:r>
              <a:rPr kumimoji="1" lang="en-US" altLang="ja-JP" dirty="0"/>
              <a:t>ADRG</a:t>
            </a:r>
            <a:r>
              <a:rPr kumimoji="1" lang="ja-JP" altLang="en-US" dirty="0"/>
              <a:t>に記載</a:t>
            </a:r>
            <a:endParaRPr kumimoji="1" lang="en-US" altLang="ja-JP" dirty="0"/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ja-JP" dirty="0"/>
              <a:t>OS version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altLang="ja-JP" dirty="0"/>
              <a:t>R version</a:t>
            </a:r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ja-JP" dirty="0"/>
              <a:t>R package version &amp; Description </a:t>
            </a:r>
            <a:r>
              <a:rPr kumimoji="1" lang="en-US" altLang="ja-JP" dirty="0">
                <a:sym typeface="Wingdings" panose="05000000000000000000" pitchFamily="2" charset="2"/>
              </a:rPr>
              <a:t> </a:t>
            </a:r>
            <a:r>
              <a:rPr kumimoji="1" lang="en-US" altLang="ja-JP" dirty="0" err="1">
                <a:sym typeface="Wingdings" panose="05000000000000000000" pitchFamily="2" charset="2"/>
              </a:rPr>
              <a:t>renv.lockfile</a:t>
            </a:r>
            <a:r>
              <a:rPr kumimoji="1" lang="ja-JP" altLang="en-US" dirty="0">
                <a:sym typeface="Wingdings" panose="05000000000000000000" pitchFamily="2" charset="2"/>
              </a:rPr>
              <a:t>と生成</a:t>
            </a:r>
            <a:r>
              <a:rPr kumimoji="1" lang="en-US" altLang="ja-JP" dirty="0">
                <a:sym typeface="Wingdings" panose="05000000000000000000" pitchFamily="2" charset="2"/>
              </a:rPr>
              <a:t>AI</a:t>
            </a:r>
            <a:r>
              <a:rPr kumimoji="1" lang="ja-JP" altLang="en-US" dirty="0">
                <a:sym typeface="Wingdings" panose="05000000000000000000" pitchFamily="2" charset="2"/>
              </a:rPr>
              <a:t>の活用を</a:t>
            </a:r>
            <a:r>
              <a:rPr kumimoji="1" lang="en-US" altLang="ja-JP" dirty="0">
                <a:sym typeface="Wingdings" panose="05000000000000000000" pitchFamily="2" charset="2"/>
              </a:rPr>
              <a:t>!!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altLang="ja-JP" dirty="0"/>
              <a:t>+ </a:t>
            </a:r>
            <a:r>
              <a:rPr lang="ja-JP" altLang="en-US" dirty="0"/>
              <a:t>社内で作成された</a:t>
            </a:r>
            <a:r>
              <a:rPr lang="en-US" altLang="ja-JP" dirty="0"/>
              <a:t>Package</a:t>
            </a:r>
            <a:r>
              <a:rPr lang="ja-JP" altLang="en-US" dirty="0"/>
              <a:t>を提出する場合、</a:t>
            </a:r>
            <a:r>
              <a:rPr lang="en-US" altLang="ja-JP" dirty="0"/>
              <a:t>Install</a:t>
            </a:r>
            <a:r>
              <a:rPr lang="ja-JP" altLang="en-US" dirty="0"/>
              <a:t>方法についても説明があった方がよい。</a:t>
            </a:r>
            <a:endParaRPr kumimoji="1" lang="en-US" altLang="ja-JP" dirty="0"/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kumimoji="1" lang="en-US" altLang="ja-JP" dirty="0" err="1"/>
              <a:t>renv.lock</a:t>
            </a:r>
            <a:r>
              <a:rPr kumimoji="1" lang="ja-JP" altLang="en-US" dirty="0"/>
              <a:t>ファイル自体を提出し、その説明を</a:t>
            </a:r>
            <a:r>
              <a:rPr kumimoji="1" lang="en-US" altLang="ja-JP" dirty="0"/>
              <a:t>ADRG</a:t>
            </a:r>
            <a:r>
              <a:rPr kumimoji="1" lang="ja-JP" altLang="en-US" dirty="0"/>
              <a:t>に含めることも有用。</a:t>
            </a:r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dirty="0"/>
              <a:t>FDA</a:t>
            </a:r>
            <a:r>
              <a:rPr kumimoji="1" lang="ja-JP" altLang="en-US" dirty="0"/>
              <a:t>では</a:t>
            </a:r>
            <a:r>
              <a:rPr lang="en-US" altLang="ja-JP" dirty="0"/>
              <a:t>R Submission</a:t>
            </a:r>
            <a:r>
              <a:rPr lang="ja-JP" altLang="en-US" dirty="0"/>
              <a:t>を</a:t>
            </a:r>
            <a:r>
              <a:rPr lang="en-US" altLang="ja-JP" dirty="0"/>
              <a:t>Support</a:t>
            </a:r>
            <a:r>
              <a:rPr lang="ja-JP" altLang="en-US" dirty="0"/>
              <a:t>するため、追加の</a:t>
            </a:r>
            <a:r>
              <a:rPr lang="en-US" altLang="ja-JP" dirty="0"/>
              <a:t>Format</a:t>
            </a:r>
            <a:r>
              <a:rPr lang="ja-JP" altLang="en-US" dirty="0"/>
              <a:t>受け入れを開始</a:t>
            </a:r>
            <a:r>
              <a:rPr lang="en-US" altLang="ja-JP" dirty="0"/>
              <a:t>(eCTD Technical Conformance Guide, August 25, 2025</a:t>
            </a:r>
            <a:r>
              <a:rPr lang="ja-JP" altLang="en-US" dirty="0"/>
              <a:t>）</a:t>
            </a:r>
            <a:endParaRPr lang="en-US" altLang="ja-JP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ja-JP" dirty="0"/>
              <a:t>.</a:t>
            </a:r>
            <a:r>
              <a:rPr lang="en-US" altLang="ja-JP" dirty="0" err="1"/>
              <a:t>rds</a:t>
            </a:r>
            <a:r>
              <a:rPr lang="en-US" altLang="ja-JP" dirty="0"/>
              <a:t>, .</a:t>
            </a:r>
            <a:r>
              <a:rPr lang="en-US" altLang="ja-JP" dirty="0" err="1"/>
              <a:t>rdb</a:t>
            </a:r>
            <a:r>
              <a:rPr lang="en-US" altLang="ja-JP" dirty="0"/>
              <a:t>, .</a:t>
            </a:r>
            <a:r>
              <a:rPr lang="en-US" altLang="ja-JP" dirty="0" err="1"/>
              <a:t>rdx</a:t>
            </a:r>
            <a:r>
              <a:rPr lang="en-US" altLang="ja-JP" dirty="0"/>
              <a:t>, .</a:t>
            </a:r>
            <a:r>
              <a:rPr lang="en-US" altLang="ja-JP" dirty="0" err="1"/>
              <a:t>rdata</a:t>
            </a:r>
            <a:r>
              <a:rPr lang="en-US" altLang="ja-JP" dirty="0"/>
              <a:t>/.</a:t>
            </a:r>
            <a:r>
              <a:rPr lang="en-US" altLang="ja-JP" dirty="0" err="1"/>
              <a:t>rda</a:t>
            </a:r>
            <a:r>
              <a:rPr lang="en-US" altLang="ja-JP" dirty="0"/>
              <a:t>, .md, .</a:t>
            </a:r>
            <a:r>
              <a:rPr lang="en-US" altLang="ja-JP" dirty="0" err="1"/>
              <a:t>rd</a:t>
            </a:r>
            <a:r>
              <a:rPr lang="en-US" altLang="ja-JP" dirty="0"/>
              <a:t>, .zip, .html </a:t>
            </a:r>
            <a:r>
              <a:rPr kumimoji="1" lang="en-US" altLang="ja-JP" dirty="0">
                <a:hlinkClick r:id="rId3"/>
              </a:rPr>
              <a:t>Post by R Consortium</a:t>
            </a:r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PMDA</a:t>
            </a:r>
            <a:r>
              <a:rPr lang="ja-JP" altLang="en-US" dirty="0"/>
              <a:t>は</a:t>
            </a:r>
            <a:r>
              <a:rPr lang="en-US" altLang="ja-JP" dirty="0"/>
              <a:t>Executable</a:t>
            </a:r>
            <a:r>
              <a:rPr lang="ja-JP" altLang="en-US" dirty="0"/>
              <a:t>である必要はないが、</a:t>
            </a:r>
            <a:r>
              <a:rPr lang="en-US" altLang="ja-JP" dirty="0"/>
              <a:t>CDE</a:t>
            </a:r>
            <a:r>
              <a:rPr lang="ja-JP" altLang="en-US" dirty="0"/>
              <a:t>（中国当局）は</a:t>
            </a:r>
            <a:r>
              <a:rPr lang="en-US" altLang="ja-JP" dirty="0"/>
              <a:t>Executable</a:t>
            </a:r>
            <a:r>
              <a:rPr lang="ja-JP" altLang="en-US" dirty="0"/>
              <a:t>である必要があるため、</a:t>
            </a:r>
            <a:r>
              <a:rPr lang="en-US" altLang="ja-JP" dirty="0"/>
              <a:t>Docker</a:t>
            </a:r>
            <a:r>
              <a:rPr lang="ja-JP" altLang="en-US" dirty="0"/>
              <a:t>などの</a:t>
            </a:r>
            <a:r>
              <a:rPr lang="en-US" altLang="ja-JP" dirty="0"/>
              <a:t>Solution</a:t>
            </a:r>
            <a:r>
              <a:rPr lang="ja-JP" altLang="en-US" dirty="0"/>
              <a:t>なども検討が必要 </a:t>
            </a:r>
            <a:r>
              <a:rPr lang="en-US" altLang="ja-JP" dirty="0">
                <a:sym typeface="Wingdings" panose="05000000000000000000" pitchFamily="2" charset="2"/>
              </a:rPr>
              <a:t>(R Consortium pilot 4)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8D566-CF3A-AB2F-BDB9-2A4666070F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140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7A8C-2759-3631-10FA-3DDA8B3B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Summary: </a:t>
            </a:r>
            <a:r>
              <a:rPr kumimoji="1" lang="ja-JP" altLang="en-US" dirty="0"/>
              <a:t>まとめ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CB7E-B412-1B7D-D5FE-D73AF4EBC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{</a:t>
            </a:r>
            <a:r>
              <a:rPr lang="en-US" altLang="ja-JP" dirty="0" err="1"/>
              <a:t>renv</a:t>
            </a:r>
            <a:r>
              <a:rPr lang="en-US" altLang="ja-JP" dirty="0"/>
              <a:t>}</a:t>
            </a:r>
            <a:r>
              <a:rPr lang="ja-JP" altLang="en-US" dirty="0"/>
              <a:t>は</a:t>
            </a:r>
            <a:r>
              <a:rPr lang="en-US" altLang="ja-JP" dirty="0"/>
              <a:t>R package</a:t>
            </a:r>
            <a:r>
              <a:rPr lang="ja-JP" altLang="en-US" dirty="0"/>
              <a:t>管理ツールである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Restore</a:t>
            </a:r>
            <a:r>
              <a:rPr lang="ja-JP" altLang="en-US" dirty="0"/>
              <a:t>は単なる</a:t>
            </a:r>
            <a:r>
              <a:rPr lang="en-US" altLang="ja-JP" dirty="0"/>
              <a:t>package install</a:t>
            </a:r>
            <a:r>
              <a:rPr lang="ja-JP" altLang="en-US" dirty="0"/>
              <a:t>処理であり、解析環境との不整合は考慮していない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/>
              <a:t>実務ベストプラクティス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ja-JP" dirty="0"/>
              <a:t>restore</a:t>
            </a:r>
            <a:r>
              <a:rPr lang="ja-JP" altLang="en-US" dirty="0"/>
              <a:t>前に環境確認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ja-JP" dirty="0"/>
              <a:t>freeze</a:t>
            </a:r>
            <a:r>
              <a:rPr lang="ja-JP" altLang="en-US" dirty="0"/>
              <a:t>するなら</a:t>
            </a:r>
            <a:r>
              <a:rPr lang="en-US" altLang="ja-JP" b="1" dirty="0"/>
              <a:t>R version</a:t>
            </a:r>
            <a:r>
              <a:rPr lang="ja-JP" altLang="en-US" b="1" dirty="0"/>
              <a:t>も固定</a:t>
            </a:r>
            <a:r>
              <a:rPr lang="ja-JP" altLang="en-US" dirty="0"/>
              <a:t>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ja-JP" altLang="en-US" dirty="0"/>
              <a:t>長期プロジェクトは定期更新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ja-JP" altLang="en-US" dirty="0"/>
              <a:t>再現性が重要なら：→ </a:t>
            </a:r>
            <a:r>
              <a:rPr lang="en-US" altLang="ja-JP" dirty="0" err="1"/>
              <a:t>renv</a:t>
            </a:r>
            <a:r>
              <a:rPr lang="en-US" altLang="ja-JP" dirty="0"/>
              <a:t> + Docker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{</a:t>
            </a:r>
            <a:r>
              <a:rPr lang="en-US" altLang="ja-JP" dirty="0" err="1"/>
              <a:t>renv</a:t>
            </a:r>
            <a:r>
              <a:rPr lang="en-US" altLang="ja-JP"/>
              <a:t>}=RENV </a:t>
            </a:r>
            <a:r>
              <a:rPr lang="en-US" altLang="ja-JP" dirty="0"/>
              <a:t>stands for “</a:t>
            </a:r>
            <a:r>
              <a:rPr lang="en-US" altLang="ja-JP" b="1" dirty="0">
                <a:solidFill>
                  <a:srgbClr val="FF0000"/>
                </a:solidFill>
              </a:rPr>
              <a:t>R</a:t>
            </a:r>
            <a:r>
              <a:rPr lang="en-US" altLang="ja-JP" dirty="0"/>
              <a:t>eproducibility, </a:t>
            </a:r>
            <a:r>
              <a:rPr lang="en-US" altLang="ja-JP" b="1" dirty="0">
                <a:solidFill>
                  <a:srgbClr val="FF0000"/>
                </a:solidFill>
              </a:rPr>
              <a:t>E</a:t>
            </a:r>
            <a:r>
              <a:rPr lang="en-US" altLang="ja-JP" dirty="0"/>
              <a:t>ventually… </a:t>
            </a:r>
            <a:r>
              <a:rPr lang="en-US" altLang="ja-JP" b="1" dirty="0">
                <a:solidFill>
                  <a:srgbClr val="FF0000"/>
                </a:solidFill>
              </a:rPr>
              <a:t>N</a:t>
            </a:r>
            <a:r>
              <a:rPr lang="en-US" altLang="ja-JP" dirty="0"/>
              <a:t>ot </a:t>
            </a:r>
            <a:r>
              <a:rPr lang="en-US" altLang="ja-JP" b="1" dirty="0">
                <a:solidFill>
                  <a:srgbClr val="FF0000"/>
                </a:solidFill>
              </a:rPr>
              <a:t>V</a:t>
            </a:r>
            <a:r>
              <a:rPr lang="en-US" altLang="ja-JP" dirty="0"/>
              <a:t>ery easy”.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FBA3-6CD1-DB47-C384-A0783517D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359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BA2D-711B-948A-9FB0-0EDAA6E4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最後に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955D1-0921-42E2-BF3C-C2E149DB4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PharmaSUG Japan 2026</a:t>
            </a:r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/>
              <a:t>現在「演題」（締め切り</a:t>
            </a:r>
            <a:r>
              <a:rPr kumimoji="1" lang="en-US" altLang="ja-JP" dirty="0"/>
              <a:t>6/30</a:t>
            </a:r>
            <a:r>
              <a:rPr kumimoji="1" lang="ja-JP" altLang="en-US" dirty="0"/>
              <a:t>）とスポンサー募集中です！</a:t>
            </a:r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/>
              <a:t>参加登録は</a:t>
            </a:r>
            <a:r>
              <a:rPr lang="en-US" altLang="ja-JP" dirty="0"/>
              <a:t>6</a:t>
            </a:r>
            <a:r>
              <a:rPr lang="ja-JP" altLang="en-US" dirty="0"/>
              <a:t>月上旬を予定しております。</a:t>
            </a:r>
            <a:r>
              <a:rPr lang="ja-JP" altLang="en-US" sz="1400" dirty="0"/>
              <a:t>参加費はまぁまぁします</a:t>
            </a:r>
            <a:r>
              <a:rPr lang="en-US" altLang="ja-JP" sz="1400" dirty="0"/>
              <a:t>…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259FE-7F68-9C09-598A-BFE4C3841E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19</a:t>
            </a:fld>
            <a:endParaRPr lang="en-US" altLang="ja-JP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CD173-7272-95C7-6087-E7780D2DD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15" y="1916832"/>
            <a:ext cx="7954485" cy="1724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1E603B-3B5F-221C-DD02-A25C9DF94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4869160"/>
            <a:ext cx="3677163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71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サブタイトル 5"/>
          <p:cNvSpPr>
            <a:spLocks noGrp="1"/>
          </p:cNvSpPr>
          <p:nvPr>
            <p:ph type="subTitle" sz="quarter" idx="1"/>
          </p:nvPr>
        </p:nvSpPr>
        <p:spPr>
          <a:xfrm>
            <a:off x="2895600" y="5691336"/>
            <a:ext cx="6400800" cy="762000"/>
          </a:xfrm>
        </p:spPr>
        <p:txBody>
          <a:bodyPr/>
          <a:lstStyle/>
          <a:p>
            <a:r>
              <a:rPr lang="en-US" altLang="ja-JP" dirty="0"/>
              <a:t>- End of File -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8508840" y="9192"/>
            <a:ext cx="21602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26368105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ド雛形4">
  <a:themeElements>
    <a:clrScheme name="Office ​​テーマ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​​テーマ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​​テーマ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lide template 1.pptx" id="{C6CFCFAA-39D5-4A82-935E-77482BC5814E}" vid="{7790DC0B-3E1D-438A-A3F1-0BB0E665EA3A}"/>
    </a:ext>
  </a:ext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df3522f-8c42-44b0-bea3-7f162a60ea50}" enabled="1" method="Standard" siteId="{63982aff-fb6c-4c22-973b-70e4acfb63e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 template 1</Template>
  <TotalTime>1632</TotalTime>
  <Words>1286</Words>
  <Application>Microsoft Office PowerPoint</Application>
  <PresentationFormat>Widescreen</PresentationFormat>
  <Paragraphs>195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ＭＳ Ｐゴシック</vt:lpstr>
      <vt:lpstr>Arial</vt:lpstr>
      <vt:lpstr>Century Gothic</vt:lpstr>
      <vt:lpstr>Times</vt:lpstr>
      <vt:lpstr>Times New Roman</vt:lpstr>
      <vt:lpstr>Wingdings</vt:lpstr>
      <vt:lpstr>スライド雛形4</vt:lpstr>
      <vt:lpstr>試してみよう{renv}!</vt:lpstr>
      <vt:lpstr>Agenda</vt:lpstr>
      <vt:lpstr>WHY: 背景と課題</vt:lpstr>
      <vt:lpstr>WHY: 背景と課題</vt:lpstr>
      <vt:lpstr>WHAT: {renv}とは？</vt:lpstr>
      <vt:lpstr>WHAT: {renv}とは？</vt:lpstr>
      <vt:lpstr>HOW: {renv}利用方法</vt:lpstr>
      <vt:lpstr>解析環境をsnapshotする</vt:lpstr>
      <vt:lpstr>解析環境をsnapshotする</vt:lpstr>
      <vt:lpstr>解析環境をsnapshotする</vt:lpstr>
      <vt:lpstr>How to use</vt:lpstr>
      <vt:lpstr>外部の解析環境を再現</vt:lpstr>
      <vt:lpstr>外部の解析環境を再現</vt:lpstr>
      <vt:lpstr>外部の解析環境を再現</vt:lpstr>
      <vt:lpstr>外部の解析環境を再現</vt:lpstr>
      <vt:lpstr>Challenge: {renv}利用における課題</vt:lpstr>
      <vt:lpstr>Summary: 承認申請時における{renv}利用の考察</vt:lpstr>
      <vt:lpstr>Summary: まとめ</vt:lpstr>
      <vt:lpstr>最後に…</vt:lpstr>
      <vt:lpstr>PowerPoint Presentation</vt:lpstr>
    </vt:vector>
  </TitlesOfParts>
  <Company>GlaxoSmithKline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Yuichi Nakajima</dc:creator>
  <cp:lastModifiedBy>Yuichi Nakajima</cp:lastModifiedBy>
  <cp:revision>1</cp:revision>
  <dcterms:created xsi:type="dcterms:W3CDTF">2026-03-24T00:01:06Z</dcterms:created>
  <dcterms:modified xsi:type="dcterms:W3CDTF">2026-03-26T09:19:07Z</dcterms:modified>
</cp:coreProperties>
</file>