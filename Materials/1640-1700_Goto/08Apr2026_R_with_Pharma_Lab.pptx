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43"/>
  </p:notesMasterIdLst>
  <p:sldIdLst>
    <p:sldId id="256" r:id="rId5"/>
    <p:sldId id="258" r:id="rId6"/>
    <p:sldId id="267" r:id="rId7"/>
    <p:sldId id="277" r:id="rId8"/>
    <p:sldId id="259" r:id="rId9"/>
    <p:sldId id="294" r:id="rId10"/>
    <p:sldId id="261" r:id="rId11"/>
    <p:sldId id="262" r:id="rId12"/>
    <p:sldId id="280" r:id="rId13"/>
    <p:sldId id="293" r:id="rId14"/>
    <p:sldId id="282" r:id="rId15"/>
    <p:sldId id="283" r:id="rId16"/>
    <p:sldId id="292" r:id="rId17"/>
    <p:sldId id="285" r:id="rId18"/>
    <p:sldId id="269" r:id="rId19"/>
    <p:sldId id="263" r:id="rId20"/>
    <p:sldId id="296" r:id="rId21"/>
    <p:sldId id="297" r:id="rId22"/>
    <p:sldId id="298" r:id="rId23"/>
    <p:sldId id="299" r:id="rId24"/>
    <p:sldId id="300" r:id="rId25"/>
    <p:sldId id="301" r:id="rId26"/>
    <p:sldId id="302" r:id="rId27"/>
    <p:sldId id="303" r:id="rId28"/>
    <p:sldId id="312" r:id="rId29"/>
    <p:sldId id="270" r:id="rId30"/>
    <p:sldId id="308" r:id="rId31"/>
    <p:sldId id="304" r:id="rId32"/>
    <p:sldId id="305" r:id="rId33"/>
    <p:sldId id="306" r:id="rId34"/>
    <p:sldId id="307" r:id="rId35"/>
    <p:sldId id="310" r:id="rId36"/>
    <p:sldId id="309" r:id="rId37"/>
    <p:sldId id="272" r:id="rId38"/>
    <p:sldId id="311" r:id="rId39"/>
    <p:sldId id="260" r:id="rId40"/>
    <p:sldId id="264" r:id="rId41"/>
    <p:sldId id="274"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8B0"/>
    <a:srgbClr val="FFA3A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C40E44-04BE-416C-A009-4F41DAD4B121}" v="8" dt="2026-04-03T02:35:55.4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3017" autoAdjust="0"/>
  </p:normalViewPr>
  <p:slideViewPr>
    <p:cSldViewPr snapToGrid="0">
      <p:cViewPr varScale="1">
        <p:scale>
          <a:sx n="61" d="100"/>
          <a:sy n="61" d="100"/>
        </p:scale>
        <p:origin x="2478" y="28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to Shunsuke" userId="129927c5-953e-4c56-bf1c-bf65a9796978" providerId="ADAL" clId="{8FD34E34-B40C-45C9-ABBF-C1B5D0E6E312}"/>
    <pc:docChg chg="undo redo custSel addSld delSld modSld sldOrd">
      <pc:chgData name="Goto Shunsuke" userId="129927c5-953e-4c56-bf1c-bf65a9796978" providerId="ADAL" clId="{8FD34E34-B40C-45C9-ABBF-C1B5D0E6E312}" dt="2026-04-03T02:37:09.614" v="15964" actId="1076"/>
      <pc:docMkLst>
        <pc:docMk/>
      </pc:docMkLst>
      <pc:sldChg chg="modSp mod modNotesTx">
        <pc:chgData name="Goto Shunsuke" userId="129927c5-953e-4c56-bf1c-bf65a9796978" providerId="ADAL" clId="{8FD34E34-B40C-45C9-ABBF-C1B5D0E6E312}" dt="2026-03-30T09:57:59.923" v="15688" actId="20577"/>
        <pc:sldMkLst>
          <pc:docMk/>
          <pc:sldMk cId="2089644750" sldId="258"/>
        </pc:sldMkLst>
        <pc:spChg chg="mod">
          <ac:chgData name="Goto Shunsuke" userId="129927c5-953e-4c56-bf1c-bf65a9796978" providerId="ADAL" clId="{8FD34E34-B40C-45C9-ABBF-C1B5D0E6E312}" dt="2026-03-30T09:57:59.923" v="15688" actId="20577"/>
          <ac:spMkLst>
            <pc:docMk/>
            <pc:sldMk cId="2089644750" sldId="258"/>
            <ac:spMk id="2" creationId="{E028CB83-353F-E94E-D13E-892D0FFEF954}"/>
          </ac:spMkLst>
        </pc:spChg>
        <pc:spChg chg="mod">
          <ac:chgData name="Goto Shunsuke" userId="129927c5-953e-4c56-bf1c-bf65a9796978" providerId="ADAL" clId="{8FD34E34-B40C-45C9-ABBF-C1B5D0E6E312}" dt="2026-03-24T04:44:42.068" v="13030" actId="20577"/>
          <ac:spMkLst>
            <pc:docMk/>
            <pc:sldMk cId="2089644750" sldId="258"/>
            <ac:spMk id="5" creationId="{DA6E8144-ACB0-EBA6-795D-EAFD5F024291}"/>
          </ac:spMkLst>
        </pc:spChg>
        <pc:spChg chg="mod">
          <ac:chgData name="Goto Shunsuke" userId="129927c5-953e-4c56-bf1c-bf65a9796978" providerId="ADAL" clId="{8FD34E34-B40C-45C9-ABBF-C1B5D0E6E312}" dt="2026-03-24T04:53:06.530" v="13136" actId="20577"/>
          <ac:spMkLst>
            <pc:docMk/>
            <pc:sldMk cId="2089644750" sldId="258"/>
            <ac:spMk id="6" creationId="{FC496492-2631-60AB-E822-0EB100F7A122}"/>
          </ac:spMkLst>
        </pc:spChg>
      </pc:sldChg>
      <pc:sldChg chg="add">
        <pc:chgData name="Goto Shunsuke" userId="129927c5-953e-4c56-bf1c-bf65a9796978" providerId="ADAL" clId="{8FD34E34-B40C-45C9-ABBF-C1B5D0E6E312}" dt="2026-03-30T09:56:36.831" v="15600"/>
        <pc:sldMkLst>
          <pc:docMk/>
          <pc:sldMk cId="3062608193" sldId="260"/>
        </pc:sldMkLst>
      </pc:sldChg>
      <pc:sldChg chg="modSp add del mod">
        <pc:chgData name="Goto Shunsuke" userId="129927c5-953e-4c56-bf1c-bf65a9796978" providerId="ADAL" clId="{8FD34E34-B40C-45C9-ABBF-C1B5D0E6E312}" dt="2026-03-24T04:43:24.355" v="12987" actId="20577"/>
        <pc:sldMkLst>
          <pc:docMk/>
          <pc:sldMk cId="2286145451" sldId="261"/>
        </pc:sldMkLst>
        <pc:spChg chg="mod">
          <ac:chgData name="Goto Shunsuke" userId="129927c5-953e-4c56-bf1c-bf65a9796978" providerId="ADAL" clId="{8FD34E34-B40C-45C9-ABBF-C1B5D0E6E312}" dt="2026-03-24T04:43:24.355" v="12987" actId="20577"/>
          <ac:spMkLst>
            <pc:docMk/>
            <pc:sldMk cId="2286145451" sldId="261"/>
            <ac:spMk id="2" creationId="{5D404109-E5CC-58FD-E3D5-7D6FD79BF188}"/>
          </ac:spMkLst>
        </pc:spChg>
      </pc:sldChg>
      <pc:sldChg chg="addSp delSp modSp mod">
        <pc:chgData name="Goto Shunsuke" userId="129927c5-953e-4c56-bf1c-bf65a9796978" providerId="ADAL" clId="{8FD34E34-B40C-45C9-ABBF-C1B5D0E6E312}" dt="2026-03-30T09:22:05.406" v="15008" actId="1076"/>
        <pc:sldMkLst>
          <pc:docMk/>
          <pc:sldMk cId="1424682384" sldId="262"/>
        </pc:sldMkLst>
        <pc:picChg chg="add mod">
          <ac:chgData name="Goto Shunsuke" userId="129927c5-953e-4c56-bf1c-bf65a9796978" providerId="ADAL" clId="{8FD34E34-B40C-45C9-ABBF-C1B5D0E6E312}" dt="2026-03-30T09:22:05.406" v="15008" actId="1076"/>
          <ac:picMkLst>
            <pc:docMk/>
            <pc:sldMk cId="1424682384" sldId="262"/>
            <ac:picMk id="5" creationId="{3C6B5DD5-0C85-B735-4C60-BBAE1EA05F6B}"/>
          </ac:picMkLst>
        </pc:picChg>
      </pc:sldChg>
      <pc:sldChg chg="addSp delSp modSp mod modNotesTx">
        <pc:chgData name="Goto Shunsuke" userId="129927c5-953e-4c56-bf1c-bf65a9796978" providerId="ADAL" clId="{8FD34E34-B40C-45C9-ABBF-C1B5D0E6E312}" dt="2026-03-24T05:10:49.060" v="13216" actId="1076"/>
        <pc:sldMkLst>
          <pc:docMk/>
          <pc:sldMk cId="3249225230" sldId="263"/>
        </pc:sldMkLst>
        <pc:spChg chg="mod">
          <ac:chgData name="Goto Shunsuke" userId="129927c5-953e-4c56-bf1c-bf65a9796978" providerId="ADAL" clId="{8FD34E34-B40C-45C9-ABBF-C1B5D0E6E312}" dt="2026-03-24T05:10:41.910" v="13214" actId="6549"/>
          <ac:spMkLst>
            <pc:docMk/>
            <pc:sldMk cId="3249225230" sldId="263"/>
            <ac:spMk id="2" creationId="{FAB931DC-688C-5C48-209A-844A427062B7}"/>
          </ac:spMkLst>
        </pc:spChg>
        <pc:spChg chg="mod">
          <ac:chgData name="Goto Shunsuke" userId="129927c5-953e-4c56-bf1c-bf65a9796978" providerId="ADAL" clId="{8FD34E34-B40C-45C9-ABBF-C1B5D0E6E312}" dt="2026-03-24T05:09:21.679" v="13173" actId="20577"/>
          <ac:spMkLst>
            <pc:docMk/>
            <pc:sldMk cId="3249225230" sldId="263"/>
            <ac:spMk id="3" creationId="{012863EA-E95E-96EC-CE47-DD11F2948405}"/>
          </ac:spMkLst>
        </pc:spChg>
        <pc:picChg chg="add mod">
          <ac:chgData name="Goto Shunsuke" userId="129927c5-953e-4c56-bf1c-bf65a9796978" providerId="ADAL" clId="{8FD34E34-B40C-45C9-ABBF-C1B5D0E6E312}" dt="2026-03-24T05:10:49.060" v="13216" actId="1076"/>
          <ac:picMkLst>
            <pc:docMk/>
            <pc:sldMk cId="3249225230" sldId="263"/>
            <ac:picMk id="6" creationId="{948CAB46-8D4C-445E-0E77-7B140AD2D415}"/>
          </ac:picMkLst>
        </pc:picChg>
      </pc:sldChg>
      <pc:sldChg chg="add">
        <pc:chgData name="Goto Shunsuke" userId="129927c5-953e-4c56-bf1c-bf65a9796978" providerId="ADAL" clId="{8FD34E34-B40C-45C9-ABBF-C1B5D0E6E312}" dt="2026-03-30T09:55:58.270" v="15594"/>
        <pc:sldMkLst>
          <pc:docMk/>
          <pc:sldMk cId="11461295" sldId="264"/>
        </pc:sldMkLst>
      </pc:sldChg>
      <pc:sldChg chg="modSp mod">
        <pc:chgData name="Goto Shunsuke" userId="129927c5-953e-4c56-bf1c-bf65a9796978" providerId="ADAL" clId="{8FD34E34-B40C-45C9-ABBF-C1B5D0E6E312}" dt="2026-03-30T09:57:12.270" v="15619" actId="20577"/>
        <pc:sldMkLst>
          <pc:docMk/>
          <pc:sldMk cId="1868981238" sldId="267"/>
        </pc:sldMkLst>
        <pc:spChg chg="mod">
          <ac:chgData name="Goto Shunsuke" userId="129927c5-953e-4c56-bf1c-bf65a9796978" providerId="ADAL" clId="{8FD34E34-B40C-45C9-ABBF-C1B5D0E6E312}" dt="2026-03-30T09:57:12.270" v="15619" actId="20577"/>
          <ac:spMkLst>
            <pc:docMk/>
            <pc:sldMk cId="1868981238" sldId="267"/>
            <ac:spMk id="2" creationId="{9259A228-343C-E370-F0F0-883395C4A557}"/>
          </ac:spMkLst>
        </pc:spChg>
      </pc:sldChg>
      <pc:sldChg chg="modSp mod">
        <pc:chgData name="Goto Shunsuke" userId="129927c5-953e-4c56-bf1c-bf65a9796978" providerId="ADAL" clId="{8FD34E34-B40C-45C9-ABBF-C1B5D0E6E312}" dt="2026-03-24T05:10:22.054" v="13178" actId="20577"/>
        <pc:sldMkLst>
          <pc:docMk/>
          <pc:sldMk cId="861954694" sldId="269"/>
        </pc:sldMkLst>
        <pc:spChg chg="mod">
          <ac:chgData name="Goto Shunsuke" userId="129927c5-953e-4c56-bf1c-bf65a9796978" providerId="ADAL" clId="{8FD34E34-B40C-45C9-ABBF-C1B5D0E6E312}" dt="2026-03-24T05:10:22.054" v="13178" actId="20577"/>
          <ac:spMkLst>
            <pc:docMk/>
            <pc:sldMk cId="861954694" sldId="269"/>
            <ac:spMk id="2" creationId="{0888B3A3-FFE3-220C-EA9A-DE9A171E7C73}"/>
          </ac:spMkLst>
        </pc:spChg>
      </pc:sldChg>
      <pc:sldChg chg="addSp modSp mod modNotesTx">
        <pc:chgData name="Goto Shunsuke" userId="129927c5-953e-4c56-bf1c-bf65a9796978" providerId="ADAL" clId="{8FD34E34-B40C-45C9-ABBF-C1B5D0E6E312}" dt="2026-04-03T01:52:56.727" v="15872" actId="208"/>
        <pc:sldMkLst>
          <pc:docMk/>
          <pc:sldMk cId="184638871" sldId="270"/>
        </pc:sldMkLst>
        <pc:spChg chg="mod">
          <ac:chgData name="Goto Shunsuke" userId="129927c5-953e-4c56-bf1c-bf65a9796978" providerId="ADAL" clId="{8FD34E34-B40C-45C9-ABBF-C1B5D0E6E312}" dt="2026-03-24T08:53:53.630" v="13835" actId="20577"/>
          <ac:spMkLst>
            <pc:docMk/>
            <pc:sldMk cId="184638871" sldId="270"/>
            <ac:spMk id="2" creationId="{EEF8DEE6-486A-150A-4473-A84A59F5C545}"/>
          </ac:spMkLst>
        </pc:spChg>
        <pc:spChg chg="mod">
          <ac:chgData name="Goto Shunsuke" userId="129927c5-953e-4c56-bf1c-bf65a9796978" providerId="ADAL" clId="{8FD34E34-B40C-45C9-ABBF-C1B5D0E6E312}" dt="2026-03-30T09:16:50.300" v="14936" actId="20577"/>
          <ac:spMkLst>
            <pc:docMk/>
            <pc:sldMk cId="184638871" sldId="270"/>
            <ac:spMk id="3" creationId="{DBD1BABD-8EDD-600A-F2F5-AD69D8E5D9CA}"/>
          </ac:spMkLst>
        </pc:spChg>
        <pc:spChg chg="add mod">
          <ac:chgData name="Goto Shunsuke" userId="129927c5-953e-4c56-bf1c-bf65a9796978" providerId="ADAL" clId="{8FD34E34-B40C-45C9-ABBF-C1B5D0E6E312}" dt="2026-03-24T08:55:00.583" v="14044"/>
          <ac:spMkLst>
            <pc:docMk/>
            <pc:sldMk cId="184638871" sldId="270"/>
            <ac:spMk id="5" creationId="{69FC0D57-C3AB-0E37-BDE9-9A2BF942927F}"/>
          </ac:spMkLst>
        </pc:spChg>
        <pc:picChg chg="add mod">
          <ac:chgData name="Goto Shunsuke" userId="129927c5-953e-4c56-bf1c-bf65a9796978" providerId="ADAL" clId="{8FD34E34-B40C-45C9-ABBF-C1B5D0E6E312}" dt="2026-04-03T01:52:56.727" v="15872" actId="208"/>
          <ac:picMkLst>
            <pc:docMk/>
            <pc:sldMk cId="184638871" sldId="270"/>
            <ac:picMk id="7" creationId="{A77D9584-6BF3-1930-6AD3-B6C627CB99BB}"/>
          </ac:picMkLst>
        </pc:picChg>
      </pc:sldChg>
      <pc:sldChg chg="add">
        <pc:chgData name="Goto Shunsuke" userId="129927c5-953e-4c56-bf1c-bf65a9796978" providerId="ADAL" clId="{8FD34E34-B40C-45C9-ABBF-C1B5D0E6E312}" dt="2026-03-30T09:55:58.270" v="15594"/>
        <pc:sldMkLst>
          <pc:docMk/>
          <pc:sldMk cId="3952668094" sldId="274"/>
        </pc:sldMkLst>
      </pc:sldChg>
      <pc:sldChg chg="modSp mod">
        <pc:chgData name="Goto Shunsuke" userId="129927c5-953e-4c56-bf1c-bf65a9796978" providerId="ADAL" clId="{8FD34E34-B40C-45C9-ABBF-C1B5D0E6E312}" dt="2026-03-30T09:20:58.843" v="14998" actId="20577"/>
        <pc:sldMkLst>
          <pc:docMk/>
          <pc:sldMk cId="3773404927" sldId="277"/>
        </pc:sldMkLst>
        <pc:spChg chg="mod">
          <ac:chgData name="Goto Shunsuke" userId="129927c5-953e-4c56-bf1c-bf65a9796978" providerId="ADAL" clId="{8FD34E34-B40C-45C9-ABBF-C1B5D0E6E312}" dt="2026-03-30T09:20:58.843" v="14998" actId="20577"/>
          <ac:spMkLst>
            <pc:docMk/>
            <pc:sldMk cId="3773404927" sldId="277"/>
            <ac:spMk id="2" creationId="{69477D76-5183-1C26-25B6-7621468A0A54}"/>
          </ac:spMkLst>
        </pc:spChg>
      </pc:sldChg>
      <pc:sldChg chg="modNotesTx">
        <pc:chgData name="Goto Shunsuke" userId="129927c5-953e-4c56-bf1c-bf65a9796978" providerId="ADAL" clId="{8FD34E34-B40C-45C9-ABBF-C1B5D0E6E312}" dt="2026-04-03T00:40:38.845" v="15703" actId="20577"/>
        <pc:sldMkLst>
          <pc:docMk/>
          <pc:sldMk cId="1967937054" sldId="285"/>
        </pc:sldMkLst>
      </pc:sldChg>
      <pc:sldChg chg="addSp delSp modSp mod">
        <pc:chgData name="Goto Shunsuke" userId="129927c5-953e-4c56-bf1c-bf65a9796978" providerId="ADAL" clId="{8FD34E34-B40C-45C9-ABBF-C1B5D0E6E312}" dt="2026-03-30T09:23:28.082" v="15058" actId="20577"/>
        <pc:sldMkLst>
          <pc:docMk/>
          <pc:sldMk cId="1533173695" sldId="292"/>
        </pc:sldMkLst>
        <pc:spChg chg="mod">
          <ac:chgData name="Goto Shunsuke" userId="129927c5-953e-4c56-bf1c-bf65a9796978" providerId="ADAL" clId="{8FD34E34-B40C-45C9-ABBF-C1B5D0E6E312}" dt="2026-03-30T09:23:28.082" v="15058" actId="20577"/>
          <ac:spMkLst>
            <pc:docMk/>
            <pc:sldMk cId="1533173695" sldId="292"/>
            <ac:spMk id="6" creationId="{A50FF419-6651-5F85-8DD8-A7C4C761BAFD}"/>
          </ac:spMkLst>
        </pc:spChg>
      </pc:sldChg>
      <pc:sldChg chg="addSp delSp modSp add mod">
        <pc:chgData name="Goto Shunsuke" userId="129927c5-953e-4c56-bf1c-bf65a9796978" providerId="ADAL" clId="{8FD34E34-B40C-45C9-ABBF-C1B5D0E6E312}" dt="2026-03-24T04:43:13.927" v="12971" actId="1076"/>
        <pc:sldMkLst>
          <pc:docMk/>
          <pc:sldMk cId="2750921692" sldId="294"/>
        </pc:sldMkLst>
        <pc:picChg chg="mod">
          <ac:chgData name="Goto Shunsuke" userId="129927c5-953e-4c56-bf1c-bf65a9796978" providerId="ADAL" clId="{8FD34E34-B40C-45C9-ABBF-C1B5D0E6E312}" dt="2026-03-24T04:43:13.927" v="12971" actId="1076"/>
          <ac:picMkLst>
            <pc:docMk/>
            <pc:sldMk cId="2750921692" sldId="294"/>
            <ac:picMk id="7" creationId="{EFBEE1C2-AEFC-C926-CA94-79AC12CA62E6}"/>
          </ac:picMkLst>
        </pc:picChg>
      </pc:sldChg>
      <pc:sldChg chg="addSp delSp modSp add mod">
        <pc:chgData name="Goto Shunsuke" userId="129927c5-953e-4c56-bf1c-bf65a9796978" providerId="ADAL" clId="{8FD34E34-B40C-45C9-ABBF-C1B5D0E6E312}" dt="2026-03-24T07:06:00.049" v="13548" actId="20577"/>
        <pc:sldMkLst>
          <pc:docMk/>
          <pc:sldMk cId="3430267544" sldId="296"/>
        </pc:sldMkLst>
        <pc:spChg chg="mod">
          <ac:chgData name="Goto Shunsuke" userId="129927c5-953e-4c56-bf1c-bf65a9796978" providerId="ADAL" clId="{8FD34E34-B40C-45C9-ABBF-C1B5D0E6E312}" dt="2026-03-24T07:04:07.965" v="13479" actId="164"/>
          <ac:spMkLst>
            <pc:docMk/>
            <pc:sldMk cId="3430267544" sldId="296"/>
            <ac:spMk id="5" creationId="{E289DAE6-67DB-3F07-A553-2E823CFDB2C4}"/>
          </ac:spMkLst>
        </pc:spChg>
        <pc:spChg chg="mod">
          <ac:chgData name="Goto Shunsuke" userId="129927c5-953e-4c56-bf1c-bf65a9796978" providerId="ADAL" clId="{8FD34E34-B40C-45C9-ABBF-C1B5D0E6E312}" dt="2026-03-24T07:03:48.903" v="13474" actId="164"/>
          <ac:spMkLst>
            <pc:docMk/>
            <pc:sldMk cId="3430267544" sldId="296"/>
            <ac:spMk id="7" creationId="{FB42CD3B-AA8B-6DF6-BC41-8E22AC9F4D16}"/>
          </ac:spMkLst>
        </pc:spChg>
        <pc:spChg chg="mod">
          <ac:chgData name="Goto Shunsuke" userId="129927c5-953e-4c56-bf1c-bf65a9796978" providerId="ADAL" clId="{8FD34E34-B40C-45C9-ABBF-C1B5D0E6E312}" dt="2026-03-24T07:03:53.184" v="13475" actId="164"/>
          <ac:spMkLst>
            <pc:docMk/>
            <pc:sldMk cId="3430267544" sldId="296"/>
            <ac:spMk id="8" creationId="{1B7F1C93-3210-09D3-A47C-D96FBC2874F0}"/>
          </ac:spMkLst>
        </pc:spChg>
        <pc:spChg chg="mod">
          <ac:chgData name="Goto Shunsuke" userId="129927c5-953e-4c56-bf1c-bf65a9796978" providerId="ADAL" clId="{8FD34E34-B40C-45C9-ABBF-C1B5D0E6E312}" dt="2026-03-24T07:03:57.573" v="13476" actId="164"/>
          <ac:spMkLst>
            <pc:docMk/>
            <pc:sldMk cId="3430267544" sldId="296"/>
            <ac:spMk id="9" creationId="{6B79AA67-E670-8D88-067D-701AF9C525B0}"/>
          </ac:spMkLst>
        </pc:spChg>
        <pc:spChg chg="mod">
          <ac:chgData name="Goto Shunsuke" userId="129927c5-953e-4c56-bf1c-bf65a9796978" providerId="ADAL" clId="{8FD34E34-B40C-45C9-ABBF-C1B5D0E6E312}" dt="2026-03-24T07:04:07.965" v="13479" actId="164"/>
          <ac:spMkLst>
            <pc:docMk/>
            <pc:sldMk cId="3430267544" sldId="296"/>
            <ac:spMk id="10" creationId="{125F0623-37B2-4A40-484B-149EF97A66AF}"/>
          </ac:spMkLst>
        </pc:spChg>
        <pc:spChg chg="mod">
          <ac:chgData name="Goto Shunsuke" userId="129927c5-953e-4c56-bf1c-bf65a9796978" providerId="ADAL" clId="{8FD34E34-B40C-45C9-ABBF-C1B5D0E6E312}" dt="2026-03-24T07:06:00.049" v="13548" actId="20577"/>
          <ac:spMkLst>
            <pc:docMk/>
            <pc:sldMk cId="3430267544" sldId="296"/>
            <ac:spMk id="11" creationId="{09DA3730-4BC1-5083-0F25-324871CE46CC}"/>
          </ac:spMkLst>
        </pc:spChg>
        <pc:spChg chg="mod">
          <ac:chgData name="Goto Shunsuke" userId="129927c5-953e-4c56-bf1c-bf65a9796978" providerId="ADAL" clId="{8FD34E34-B40C-45C9-ABBF-C1B5D0E6E312}" dt="2026-03-24T07:03:53.184" v="13475" actId="164"/>
          <ac:spMkLst>
            <pc:docMk/>
            <pc:sldMk cId="3430267544" sldId="296"/>
            <ac:spMk id="12" creationId="{ADFCBD5F-589C-CE6F-E8AC-6EF74CE5B87B}"/>
          </ac:spMkLst>
        </pc:spChg>
        <pc:spChg chg="mod">
          <ac:chgData name="Goto Shunsuke" userId="129927c5-953e-4c56-bf1c-bf65a9796978" providerId="ADAL" clId="{8FD34E34-B40C-45C9-ABBF-C1B5D0E6E312}" dt="2026-03-24T07:03:57.573" v="13476" actId="164"/>
          <ac:spMkLst>
            <pc:docMk/>
            <pc:sldMk cId="3430267544" sldId="296"/>
            <ac:spMk id="13" creationId="{7B044352-10B2-A0C7-657B-A6DE74A37973}"/>
          </ac:spMkLst>
        </pc:spChg>
        <pc:grpChg chg="add mod">
          <ac:chgData name="Goto Shunsuke" userId="129927c5-953e-4c56-bf1c-bf65a9796978" providerId="ADAL" clId="{8FD34E34-B40C-45C9-ABBF-C1B5D0E6E312}" dt="2026-03-24T07:03:48.903" v="13474" actId="164"/>
          <ac:grpSpMkLst>
            <pc:docMk/>
            <pc:sldMk cId="3430267544" sldId="296"/>
            <ac:grpSpMk id="14" creationId="{62773AE2-AE7C-CCE4-FD23-3320D16316EF}"/>
          </ac:grpSpMkLst>
        </pc:grpChg>
        <pc:grpChg chg="add mod">
          <ac:chgData name="Goto Shunsuke" userId="129927c5-953e-4c56-bf1c-bf65a9796978" providerId="ADAL" clId="{8FD34E34-B40C-45C9-ABBF-C1B5D0E6E312}" dt="2026-03-24T07:03:53.184" v="13475" actId="164"/>
          <ac:grpSpMkLst>
            <pc:docMk/>
            <pc:sldMk cId="3430267544" sldId="296"/>
            <ac:grpSpMk id="16" creationId="{B2AEDE14-622C-0713-FDCB-98AF8CF70093}"/>
          </ac:grpSpMkLst>
        </pc:grpChg>
        <pc:grpChg chg="add del mod">
          <ac:chgData name="Goto Shunsuke" userId="129927c5-953e-4c56-bf1c-bf65a9796978" providerId="ADAL" clId="{8FD34E34-B40C-45C9-ABBF-C1B5D0E6E312}" dt="2026-03-24T07:04:02.455" v="13478" actId="478"/>
          <ac:grpSpMkLst>
            <pc:docMk/>
            <pc:sldMk cId="3430267544" sldId="296"/>
            <ac:grpSpMk id="17" creationId="{B115ACD1-B3CD-2FF9-4FD6-EBB64D5A15AF}"/>
          </ac:grpSpMkLst>
        </pc:grpChg>
        <pc:grpChg chg="add mod">
          <ac:chgData name="Goto Shunsuke" userId="129927c5-953e-4c56-bf1c-bf65a9796978" providerId="ADAL" clId="{8FD34E34-B40C-45C9-ABBF-C1B5D0E6E312}" dt="2026-03-24T07:04:07.965" v="13479" actId="164"/>
          <ac:grpSpMkLst>
            <pc:docMk/>
            <pc:sldMk cId="3430267544" sldId="296"/>
            <ac:grpSpMk id="19" creationId="{F7203DAF-A9A2-4973-1508-38E60C0EEB3E}"/>
          </ac:grpSpMkLst>
        </pc:grpChg>
        <pc:cxnChg chg="mod">
          <ac:chgData name="Goto Shunsuke" userId="129927c5-953e-4c56-bf1c-bf65a9796978" providerId="ADAL" clId="{8FD34E34-B40C-45C9-ABBF-C1B5D0E6E312}" dt="2026-03-24T07:04:07.965" v="13479" actId="164"/>
          <ac:cxnSpMkLst>
            <pc:docMk/>
            <pc:sldMk cId="3430267544" sldId="296"/>
            <ac:cxnSpMk id="15" creationId="{C20E55FF-58A8-0E3A-2BC2-5E135E2014D1}"/>
          </ac:cxnSpMkLst>
        </pc:cxnChg>
        <pc:cxnChg chg="mod">
          <ac:chgData name="Goto Shunsuke" userId="129927c5-953e-4c56-bf1c-bf65a9796978" providerId="ADAL" clId="{8FD34E34-B40C-45C9-ABBF-C1B5D0E6E312}" dt="2026-03-24T07:03:48.903" v="13474" actId="164"/>
          <ac:cxnSpMkLst>
            <pc:docMk/>
            <pc:sldMk cId="3430267544" sldId="296"/>
            <ac:cxnSpMk id="18" creationId="{67A0C462-ADAF-3AFF-47B0-BE05A4348ED4}"/>
          </ac:cxnSpMkLst>
        </pc:cxnChg>
        <pc:cxnChg chg="mod">
          <ac:chgData name="Goto Shunsuke" userId="129927c5-953e-4c56-bf1c-bf65a9796978" providerId="ADAL" clId="{8FD34E34-B40C-45C9-ABBF-C1B5D0E6E312}" dt="2026-03-24T07:03:53.184" v="13475" actId="164"/>
          <ac:cxnSpMkLst>
            <pc:docMk/>
            <pc:sldMk cId="3430267544" sldId="296"/>
            <ac:cxnSpMk id="21" creationId="{C9BFE828-6277-1A33-907F-5E8583131E16}"/>
          </ac:cxnSpMkLst>
        </pc:cxnChg>
        <pc:cxnChg chg="mod">
          <ac:chgData name="Goto Shunsuke" userId="129927c5-953e-4c56-bf1c-bf65a9796978" providerId="ADAL" clId="{8FD34E34-B40C-45C9-ABBF-C1B5D0E6E312}" dt="2026-03-24T07:04:02.455" v="13478" actId="478"/>
          <ac:cxnSpMkLst>
            <pc:docMk/>
            <pc:sldMk cId="3430267544" sldId="296"/>
            <ac:cxnSpMk id="24" creationId="{DD44C6CC-3BC8-D356-3F3A-26B166395500}"/>
          </ac:cxnSpMkLst>
        </pc:cxnChg>
      </pc:sldChg>
      <pc:sldChg chg="delSp modSp add mod">
        <pc:chgData name="Goto Shunsuke" userId="129927c5-953e-4c56-bf1c-bf65a9796978" providerId="ADAL" clId="{8FD34E34-B40C-45C9-ABBF-C1B5D0E6E312}" dt="2026-03-24T07:04:19.154" v="13482" actId="478"/>
        <pc:sldMkLst>
          <pc:docMk/>
          <pc:sldMk cId="1895732460" sldId="297"/>
        </pc:sldMkLst>
      </pc:sldChg>
      <pc:sldChg chg="addSp delSp modSp new mod">
        <pc:chgData name="Goto Shunsuke" userId="129927c5-953e-4c56-bf1c-bf65a9796978" providerId="ADAL" clId="{8FD34E34-B40C-45C9-ABBF-C1B5D0E6E312}" dt="2026-04-02T23:31:09.024" v="15692" actId="20577"/>
        <pc:sldMkLst>
          <pc:docMk/>
          <pc:sldMk cId="3101787348" sldId="298"/>
        </pc:sldMkLst>
        <pc:spChg chg="mod">
          <ac:chgData name="Goto Shunsuke" userId="129927c5-953e-4c56-bf1c-bf65a9796978" providerId="ADAL" clId="{8FD34E34-B40C-45C9-ABBF-C1B5D0E6E312}" dt="2026-03-24T07:04:58.381" v="13499" actId="20577"/>
          <ac:spMkLst>
            <pc:docMk/>
            <pc:sldMk cId="3101787348" sldId="298"/>
            <ac:spMk id="2" creationId="{9385368F-0742-54BD-63C9-5693B565717A}"/>
          </ac:spMkLst>
        </pc:spChg>
        <pc:spChg chg="add mod">
          <ac:chgData name="Goto Shunsuke" userId="129927c5-953e-4c56-bf1c-bf65a9796978" providerId="ADAL" clId="{8FD34E34-B40C-45C9-ABBF-C1B5D0E6E312}" dt="2026-03-24T07:04:52.612" v="13492" actId="20577"/>
          <ac:spMkLst>
            <pc:docMk/>
            <pc:sldMk cId="3101787348" sldId="298"/>
            <ac:spMk id="5" creationId="{3CF68B37-F3E1-BED7-535A-08A9E43CA0F5}"/>
          </ac:spMkLst>
        </pc:spChg>
        <pc:spChg chg="add mod">
          <ac:chgData name="Goto Shunsuke" userId="129927c5-953e-4c56-bf1c-bf65a9796978" providerId="ADAL" clId="{8FD34E34-B40C-45C9-ABBF-C1B5D0E6E312}" dt="2026-04-02T23:31:09.024" v="15692" actId="20577"/>
          <ac:spMkLst>
            <pc:docMk/>
            <pc:sldMk cId="3101787348" sldId="298"/>
            <ac:spMk id="7" creationId="{D75E976D-4BA9-AB2C-1369-2FBA0C8ED9DC}"/>
          </ac:spMkLst>
        </pc:spChg>
        <pc:spChg chg="add mod">
          <ac:chgData name="Goto Shunsuke" userId="129927c5-953e-4c56-bf1c-bf65a9796978" providerId="ADAL" clId="{8FD34E34-B40C-45C9-ABBF-C1B5D0E6E312}" dt="2026-03-24T07:31:01.166" v="13594" actId="1076"/>
          <ac:spMkLst>
            <pc:docMk/>
            <pc:sldMk cId="3101787348" sldId="298"/>
            <ac:spMk id="9" creationId="{80C412B8-39A8-A6DF-6AF8-00ED0EF61961}"/>
          </ac:spMkLst>
        </pc:spChg>
      </pc:sldChg>
      <pc:sldChg chg="addSp delSp modSp add mod">
        <pc:chgData name="Goto Shunsuke" userId="129927c5-953e-4c56-bf1c-bf65a9796978" providerId="ADAL" clId="{8FD34E34-B40C-45C9-ABBF-C1B5D0E6E312}" dt="2026-04-03T00:38:39.563" v="15701" actId="207"/>
        <pc:sldMkLst>
          <pc:docMk/>
          <pc:sldMk cId="1544165309" sldId="299"/>
        </pc:sldMkLst>
        <pc:spChg chg="mod">
          <ac:chgData name="Goto Shunsuke" userId="129927c5-953e-4c56-bf1c-bf65a9796978" providerId="ADAL" clId="{8FD34E34-B40C-45C9-ABBF-C1B5D0E6E312}" dt="2026-03-24T07:05:10.490" v="13507" actId="20577"/>
          <ac:spMkLst>
            <pc:docMk/>
            <pc:sldMk cId="1544165309" sldId="299"/>
            <ac:spMk id="2" creationId="{C3159F6B-1412-A67C-067D-A6091F2DDEE9}"/>
          </ac:spMkLst>
        </pc:spChg>
        <pc:spChg chg="add del mod">
          <ac:chgData name="Goto Shunsuke" userId="129927c5-953e-4c56-bf1c-bf65a9796978" providerId="ADAL" clId="{8FD34E34-B40C-45C9-ABBF-C1B5D0E6E312}" dt="2026-03-24T07:37:07.508" v="13724" actId="20577"/>
          <ac:spMkLst>
            <pc:docMk/>
            <pc:sldMk cId="1544165309" sldId="299"/>
            <ac:spMk id="3" creationId="{4910BD2B-8B76-6CAD-7E2D-FB00790E84DE}"/>
          </ac:spMkLst>
        </pc:spChg>
        <pc:spChg chg="add mod">
          <ac:chgData name="Goto Shunsuke" userId="129927c5-953e-4c56-bf1c-bf65a9796978" providerId="ADAL" clId="{8FD34E34-B40C-45C9-ABBF-C1B5D0E6E312}" dt="2026-04-03T00:38:39.563" v="15701" actId="207"/>
          <ac:spMkLst>
            <pc:docMk/>
            <pc:sldMk cId="1544165309" sldId="299"/>
            <ac:spMk id="7" creationId="{6EE8E5F3-A9C3-7CD2-E6AA-13A5CAB897F0}"/>
          </ac:spMkLst>
        </pc:spChg>
      </pc:sldChg>
      <pc:sldChg chg="delSp modSp add mod">
        <pc:chgData name="Goto Shunsuke" userId="129927c5-953e-4c56-bf1c-bf65a9796978" providerId="ADAL" clId="{8FD34E34-B40C-45C9-ABBF-C1B5D0E6E312}" dt="2026-03-24T07:05:52.549" v="13532" actId="20577"/>
        <pc:sldMkLst>
          <pc:docMk/>
          <pc:sldMk cId="1009075618" sldId="300"/>
        </pc:sldMkLst>
        <pc:spChg chg="mod">
          <ac:chgData name="Goto Shunsuke" userId="129927c5-953e-4c56-bf1c-bf65a9796978" providerId="ADAL" clId="{8FD34E34-B40C-45C9-ABBF-C1B5D0E6E312}" dt="2026-03-24T07:05:52.549" v="13532" actId="20577"/>
          <ac:spMkLst>
            <pc:docMk/>
            <pc:sldMk cId="1009075618" sldId="300"/>
            <ac:spMk id="11" creationId="{F8CCC686-F73B-DFC5-C805-DB6DA04CFDE2}"/>
          </ac:spMkLst>
        </pc:spChg>
      </pc:sldChg>
      <pc:sldChg chg="addSp delSp modSp add mod ord">
        <pc:chgData name="Goto Shunsuke" userId="129927c5-953e-4c56-bf1c-bf65a9796978" providerId="ADAL" clId="{8FD34E34-B40C-45C9-ABBF-C1B5D0E6E312}" dt="2026-03-30T09:15:51.337" v="14830" actId="20577"/>
        <pc:sldMkLst>
          <pc:docMk/>
          <pc:sldMk cId="706452812" sldId="301"/>
        </pc:sldMkLst>
        <pc:spChg chg="mod">
          <ac:chgData name="Goto Shunsuke" userId="129927c5-953e-4c56-bf1c-bf65a9796978" providerId="ADAL" clId="{8FD34E34-B40C-45C9-ABBF-C1B5D0E6E312}" dt="2026-03-24T07:37:49.102" v="13742" actId="20577"/>
          <ac:spMkLst>
            <pc:docMk/>
            <pc:sldMk cId="706452812" sldId="301"/>
            <ac:spMk id="2" creationId="{43080E2A-CD75-3304-A6B0-BCBAE009A0A2}"/>
          </ac:spMkLst>
        </pc:spChg>
        <pc:spChg chg="add mod">
          <ac:chgData name="Goto Shunsuke" userId="129927c5-953e-4c56-bf1c-bf65a9796978" providerId="ADAL" clId="{8FD34E34-B40C-45C9-ABBF-C1B5D0E6E312}" dt="2026-03-30T09:15:51.337" v="14830" actId="20577"/>
          <ac:spMkLst>
            <pc:docMk/>
            <pc:sldMk cId="706452812" sldId="301"/>
            <ac:spMk id="3" creationId="{75CC3579-7E7A-DB0B-F8E0-79A9BAC72632}"/>
          </ac:spMkLst>
        </pc:spChg>
        <pc:spChg chg="mod">
          <ac:chgData name="Goto Shunsuke" userId="129927c5-953e-4c56-bf1c-bf65a9796978" providerId="ADAL" clId="{8FD34E34-B40C-45C9-ABBF-C1B5D0E6E312}" dt="2026-03-24T07:06:49.324" v="13569" actId="208"/>
          <ac:spMkLst>
            <pc:docMk/>
            <pc:sldMk cId="706452812" sldId="301"/>
            <ac:spMk id="5" creationId="{10425AEF-6BD8-4179-DB51-855B2F39BE83}"/>
          </ac:spMkLst>
        </pc:spChg>
        <pc:picChg chg="add mod ord">
          <ac:chgData name="Goto Shunsuke" userId="129927c5-953e-4c56-bf1c-bf65a9796978" providerId="ADAL" clId="{8FD34E34-B40C-45C9-ABBF-C1B5D0E6E312}" dt="2026-03-30T09:15:48.385" v="14826" actId="1036"/>
          <ac:picMkLst>
            <pc:docMk/>
            <pc:sldMk cId="706452812" sldId="301"/>
            <ac:picMk id="9" creationId="{8CA557DD-A592-449E-397C-813C24E75707}"/>
          </ac:picMkLst>
        </pc:picChg>
      </pc:sldChg>
      <pc:sldChg chg="delSp modSp add mod">
        <pc:chgData name="Goto Shunsuke" userId="129927c5-953e-4c56-bf1c-bf65a9796978" providerId="ADAL" clId="{8FD34E34-B40C-45C9-ABBF-C1B5D0E6E312}" dt="2026-03-24T08:51:35.335" v="13745" actId="478"/>
        <pc:sldMkLst>
          <pc:docMk/>
          <pc:sldMk cId="4209089594" sldId="302"/>
        </pc:sldMkLst>
      </pc:sldChg>
      <pc:sldChg chg="addSp delSp modSp add mod">
        <pc:chgData name="Goto Shunsuke" userId="129927c5-953e-4c56-bf1c-bf65a9796978" providerId="ADAL" clId="{8FD34E34-B40C-45C9-ABBF-C1B5D0E6E312}" dt="2026-04-03T00:40:57.307" v="15708" actId="1076"/>
        <pc:sldMkLst>
          <pc:docMk/>
          <pc:sldMk cId="2878677520" sldId="303"/>
        </pc:sldMkLst>
        <pc:spChg chg="mod">
          <ac:chgData name="Goto Shunsuke" userId="129927c5-953e-4c56-bf1c-bf65a9796978" providerId="ADAL" clId="{8FD34E34-B40C-45C9-ABBF-C1B5D0E6E312}" dt="2026-03-24T08:52:01.839" v="13763" actId="20577"/>
          <ac:spMkLst>
            <pc:docMk/>
            <pc:sldMk cId="2878677520" sldId="303"/>
            <ac:spMk id="2" creationId="{6779DEC5-E199-32B1-8021-6BA163090A5F}"/>
          </ac:spMkLst>
        </pc:spChg>
        <pc:spChg chg="mod">
          <ac:chgData name="Goto Shunsuke" userId="129927c5-953e-4c56-bf1c-bf65a9796978" providerId="ADAL" clId="{8FD34E34-B40C-45C9-ABBF-C1B5D0E6E312}" dt="2026-03-24T08:51:56.102" v="13757" actId="20577"/>
          <ac:spMkLst>
            <pc:docMk/>
            <pc:sldMk cId="2878677520" sldId="303"/>
            <ac:spMk id="5" creationId="{30A82150-5BAD-4752-31E6-2D0A35BDE6D8}"/>
          </ac:spMkLst>
        </pc:spChg>
        <pc:spChg chg="add mod">
          <ac:chgData name="Goto Shunsuke" userId="129927c5-953e-4c56-bf1c-bf65a9796978" providerId="ADAL" clId="{8FD34E34-B40C-45C9-ABBF-C1B5D0E6E312}" dt="2026-04-03T00:38:04.906" v="15697" actId="20577"/>
          <ac:spMkLst>
            <pc:docMk/>
            <pc:sldMk cId="2878677520" sldId="303"/>
            <ac:spMk id="7" creationId="{FE925C7E-1CE3-680B-CA7F-F47F3823CD0C}"/>
          </ac:spMkLst>
        </pc:spChg>
        <pc:picChg chg="add mod">
          <ac:chgData name="Goto Shunsuke" userId="129927c5-953e-4c56-bf1c-bf65a9796978" providerId="ADAL" clId="{8FD34E34-B40C-45C9-ABBF-C1B5D0E6E312}" dt="2026-04-03T00:40:57.307" v="15708" actId="1076"/>
          <ac:picMkLst>
            <pc:docMk/>
            <pc:sldMk cId="2878677520" sldId="303"/>
            <ac:picMk id="6" creationId="{842AD22A-4635-1410-B519-D61C877C03F9}"/>
          </ac:picMkLst>
        </pc:picChg>
      </pc:sldChg>
      <pc:sldChg chg="addSp delSp modSp add mod">
        <pc:chgData name="Goto Shunsuke" userId="129927c5-953e-4c56-bf1c-bf65a9796978" providerId="ADAL" clId="{8FD34E34-B40C-45C9-ABBF-C1B5D0E6E312}" dt="2026-03-30T09:45:51.603" v="15116" actId="208"/>
        <pc:sldMkLst>
          <pc:docMk/>
          <pc:sldMk cId="3290416622" sldId="304"/>
        </pc:sldMkLst>
        <pc:spChg chg="mod">
          <ac:chgData name="Goto Shunsuke" userId="129927c5-953e-4c56-bf1c-bf65a9796978" providerId="ADAL" clId="{8FD34E34-B40C-45C9-ABBF-C1B5D0E6E312}" dt="2026-03-24T08:56:56.075" v="14143" actId="20577"/>
          <ac:spMkLst>
            <pc:docMk/>
            <pc:sldMk cId="3290416622" sldId="304"/>
            <ac:spMk id="2" creationId="{4203B22D-A018-C0D8-F2E9-E772CD863800}"/>
          </ac:spMkLst>
        </pc:spChg>
        <pc:spChg chg="mod">
          <ac:chgData name="Goto Shunsuke" userId="129927c5-953e-4c56-bf1c-bf65a9796978" providerId="ADAL" clId="{8FD34E34-B40C-45C9-ABBF-C1B5D0E6E312}" dt="2026-03-24T08:57:45.432" v="14282" actId="20577"/>
          <ac:spMkLst>
            <pc:docMk/>
            <pc:sldMk cId="3290416622" sldId="304"/>
            <ac:spMk id="3" creationId="{4B38E9CA-5A8C-69A8-37CE-D41B794148DD}"/>
          </ac:spMkLst>
        </pc:spChg>
        <pc:picChg chg="add mod">
          <ac:chgData name="Goto Shunsuke" userId="129927c5-953e-4c56-bf1c-bf65a9796978" providerId="ADAL" clId="{8FD34E34-B40C-45C9-ABBF-C1B5D0E6E312}" dt="2026-03-30T09:45:51.603" v="15116" actId="208"/>
          <ac:picMkLst>
            <pc:docMk/>
            <pc:sldMk cId="3290416622" sldId="304"/>
            <ac:picMk id="10" creationId="{9E3DE745-D224-5B9E-E96A-8F5F7E5E5339}"/>
          </ac:picMkLst>
        </pc:picChg>
      </pc:sldChg>
      <pc:sldChg chg="addSp delSp modSp add mod modNotesTx">
        <pc:chgData name="Goto Shunsuke" userId="129927c5-953e-4c56-bf1c-bf65a9796978" providerId="ADAL" clId="{8FD34E34-B40C-45C9-ABBF-C1B5D0E6E312}" dt="2026-04-03T02:37:09.614" v="15964" actId="1076"/>
        <pc:sldMkLst>
          <pc:docMk/>
          <pc:sldMk cId="1589432496" sldId="305"/>
        </pc:sldMkLst>
        <pc:spChg chg="mod">
          <ac:chgData name="Goto Shunsuke" userId="129927c5-953e-4c56-bf1c-bf65a9796978" providerId="ADAL" clId="{8FD34E34-B40C-45C9-ABBF-C1B5D0E6E312}" dt="2026-03-24T08:58:15.613" v="14284"/>
          <ac:spMkLst>
            <pc:docMk/>
            <pc:sldMk cId="1589432496" sldId="305"/>
            <ac:spMk id="2" creationId="{01D7045E-4A0F-B869-F20B-79A93762C6A2}"/>
          </ac:spMkLst>
        </pc:spChg>
        <pc:spChg chg="mod">
          <ac:chgData name="Goto Shunsuke" userId="129927c5-953e-4c56-bf1c-bf65a9796978" providerId="ADAL" clId="{8FD34E34-B40C-45C9-ABBF-C1B5D0E6E312}" dt="2026-03-30T09:47:25.747" v="15228" actId="20577"/>
          <ac:spMkLst>
            <pc:docMk/>
            <pc:sldMk cId="1589432496" sldId="305"/>
            <ac:spMk id="3" creationId="{92A763E5-28D6-1B6F-C137-359CEA5ABA16}"/>
          </ac:spMkLst>
        </pc:spChg>
        <pc:spChg chg="add del mod">
          <ac:chgData name="Goto Shunsuke" userId="129927c5-953e-4c56-bf1c-bf65a9796978" providerId="ADAL" clId="{8FD34E34-B40C-45C9-ABBF-C1B5D0E6E312}" dt="2026-04-03T02:27:11.947" v="15875" actId="478"/>
          <ac:spMkLst>
            <pc:docMk/>
            <pc:sldMk cId="1589432496" sldId="305"/>
            <ac:spMk id="6" creationId="{64E8DFC1-F440-1FB5-6830-BC6071921AFB}"/>
          </ac:spMkLst>
        </pc:spChg>
        <pc:spChg chg="add mod">
          <ac:chgData name="Goto Shunsuke" userId="129927c5-953e-4c56-bf1c-bf65a9796978" providerId="ADAL" clId="{8FD34E34-B40C-45C9-ABBF-C1B5D0E6E312}" dt="2026-04-03T02:34:50.363" v="15880" actId="207"/>
          <ac:spMkLst>
            <pc:docMk/>
            <pc:sldMk cId="1589432496" sldId="305"/>
            <ac:spMk id="8" creationId="{E82897A5-E433-B3F6-8A40-4684FC4B7F1F}"/>
          </ac:spMkLst>
        </pc:spChg>
        <pc:spChg chg="add mod">
          <ac:chgData name="Goto Shunsuke" userId="129927c5-953e-4c56-bf1c-bf65a9796978" providerId="ADAL" clId="{8FD34E34-B40C-45C9-ABBF-C1B5D0E6E312}" dt="2026-04-03T02:37:09.614" v="15964" actId="1076"/>
          <ac:spMkLst>
            <pc:docMk/>
            <pc:sldMk cId="1589432496" sldId="305"/>
            <ac:spMk id="13" creationId="{61F102E1-0766-FF14-F79C-12C9949717C5}"/>
          </ac:spMkLst>
        </pc:spChg>
        <pc:picChg chg="add del">
          <ac:chgData name="Goto Shunsuke" userId="129927c5-953e-4c56-bf1c-bf65a9796978" providerId="ADAL" clId="{8FD34E34-B40C-45C9-ABBF-C1B5D0E6E312}" dt="2026-04-03T02:35:29.580" v="15882" actId="478"/>
          <ac:picMkLst>
            <pc:docMk/>
            <pc:sldMk cId="1589432496" sldId="305"/>
            <ac:picMk id="10" creationId="{E87834D5-8CB9-E784-CC27-158BD6D9E4C1}"/>
          </ac:picMkLst>
        </pc:picChg>
        <pc:picChg chg="add mod">
          <ac:chgData name="Goto Shunsuke" userId="129927c5-953e-4c56-bf1c-bf65a9796978" providerId="ADAL" clId="{8FD34E34-B40C-45C9-ABBF-C1B5D0E6E312}" dt="2026-04-03T02:35:35.242" v="15886" actId="208"/>
          <ac:picMkLst>
            <pc:docMk/>
            <pc:sldMk cId="1589432496" sldId="305"/>
            <ac:picMk id="12" creationId="{55708F0B-B661-C72F-7EE6-8D656379D1B5}"/>
          </ac:picMkLst>
        </pc:picChg>
        <pc:cxnChg chg="add mod">
          <ac:chgData name="Goto Shunsuke" userId="129927c5-953e-4c56-bf1c-bf65a9796978" providerId="ADAL" clId="{8FD34E34-B40C-45C9-ABBF-C1B5D0E6E312}" dt="2026-04-03T02:37:09.614" v="15964" actId="1076"/>
          <ac:cxnSpMkLst>
            <pc:docMk/>
            <pc:sldMk cId="1589432496" sldId="305"/>
            <ac:cxnSpMk id="14" creationId="{FE2C73B9-023B-FD4B-BEDE-F39656AA6726}"/>
          </ac:cxnSpMkLst>
        </pc:cxnChg>
      </pc:sldChg>
      <pc:sldChg chg="delSp modSp add mod">
        <pc:chgData name="Goto Shunsuke" userId="129927c5-953e-4c56-bf1c-bf65a9796978" providerId="ADAL" clId="{8FD34E34-B40C-45C9-ABBF-C1B5D0E6E312}" dt="2026-03-30T09:45:08.093" v="15112" actId="478"/>
        <pc:sldMkLst>
          <pc:docMk/>
          <pc:sldMk cId="1225719656" sldId="306"/>
        </pc:sldMkLst>
      </pc:sldChg>
      <pc:sldChg chg="addSp delSp modSp add mod modNotesTx">
        <pc:chgData name="Goto Shunsuke" userId="129927c5-953e-4c56-bf1c-bf65a9796978" providerId="ADAL" clId="{8FD34E34-B40C-45C9-ABBF-C1B5D0E6E312}" dt="2026-04-03T01:55:06.108" v="15873" actId="207"/>
        <pc:sldMkLst>
          <pc:docMk/>
          <pc:sldMk cId="3832848649" sldId="307"/>
        </pc:sldMkLst>
        <pc:spChg chg="mod">
          <ac:chgData name="Goto Shunsuke" userId="129927c5-953e-4c56-bf1c-bf65a9796978" providerId="ADAL" clId="{8FD34E34-B40C-45C9-ABBF-C1B5D0E6E312}" dt="2026-03-24T08:59:26.074" v="14398" actId="20577"/>
          <ac:spMkLst>
            <pc:docMk/>
            <pc:sldMk cId="3832848649" sldId="307"/>
            <ac:spMk id="2" creationId="{48071072-5718-3BB8-9022-E2E877C0281B}"/>
          </ac:spMkLst>
        </pc:spChg>
        <pc:spChg chg="mod">
          <ac:chgData name="Goto Shunsuke" userId="129927c5-953e-4c56-bf1c-bf65a9796978" providerId="ADAL" clId="{8FD34E34-B40C-45C9-ABBF-C1B5D0E6E312}" dt="2026-03-30T09:50:02.698" v="15332" actId="20577"/>
          <ac:spMkLst>
            <pc:docMk/>
            <pc:sldMk cId="3832848649" sldId="307"/>
            <ac:spMk id="3" creationId="{95E574F9-EC2D-5C5D-E647-1FF50D3F306A}"/>
          </ac:spMkLst>
        </pc:spChg>
        <pc:spChg chg="mod">
          <ac:chgData name="Goto Shunsuke" userId="129927c5-953e-4c56-bf1c-bf65a9796978" providerId="ADAL" clId="{8FD34E34-B40C-45C9-ABBF-C1B5D0E6E312}" dt="2026-03-24T08:59:19.427" v="14389" actId="13822"/>
          <ac:spMkLst>
            <pc:docMk/>
            <pc:sldMk cId="3832848649" sldId="307"/>
            <ac:spMk id="5" creationId="{DEC2953A-10A0-8691-4C51-50DEA55AF2F3}"/>
          </ac:spMkLst>
        </pc:spChg>
        <pc:spChg chg="add mod">
          <ac:chgData name="Goto Shunsuke" userId="129927c5-953e-4c56-bf1c-bf65a9796978" providerId="ADAL" clId="{8FD34E34-B40C-45C9-ABBF-C1B5D0E6E312}" dt="2026-04-03T01:55:06.108" v="15873" actId="207"/>
          <ac:spMkLst>
            <pc:docMk/>
            <pc:sldMk cId="3832848649" sldId="307"/>
            <ac:spMk id="10" creationId="{33E12DA9-BCD9-AA99-F4B4-40C66F46F99B}"/>
          </ac:spMkLst>
        </pc:spChg>
        <pc:picChg chg="add mod">
          <ac:chgData name="Goto Shunsuke" userId="129927c5-953e-4c56-bf1c-bf65a9796978" providerId="ADAL" clId="{8FD34E34-B40C-45C9-ABBF-C1B5D0E6E312}" dt="2026-03-30T09:51:47.947" v="15342" actId="1076"/>
          <ac:picMkLst>
            <pc:docMk/>
            <pc:sldMk cId="3832848649" sldId="307"/>
            <ac:picMk id="8" creationId="{A2D8076F-79ED-C124-FCA3-AF65FD72D27C}"/>
          </ac:picMkLst>
        </pc:picChg>
      </pc:sldChg>
      <pc:sldChg chg="addSp delSp modSp add mod">
        <pc:chgData name="Goto Shunsuke" userId="129927c5-953e-4c56-bf1c-bf65a9796978" providerId="ADAL" clId="{8FD34E34-B40C-45C9-ABBF-C1B5D0E6E312}" dt="2026-04-03T01:55:18.363" v="15874" actId="207"/>
        <pc:sldMkLst>
          <pc:docMk/>
          <pc:sldMk cId="4157140783" sldId="308"/>
        </pc:sldMkLst>
        <pc:spChg chg="mod">
          <ac:chgData name="Goto Shunsuke" userId="129927c5-953e-4c56-bf1c-bf65a9796978" providerId="ADAL" clId="{8FD34E34-B40C-45C9-ABBF-C1B5D0E6E312}" dt="2026-03-30T09:17:03.218" v="14946" actId="20577"/>
          <ac:spMkLst>
            <pc:docMk/>
            <pc:sldMk cId="4157140783" sldId="308"/>
            <ac:spMk id="2" creationId="{51CF7D6F-B8F0-56D0-1F8E-9428CA899CA5}"/>
          </ac:spMkLst>
        </pc:spChg>
        <pc:spChg chg="mod">
          <ac:chgData name="Goto Shunsuke" userId="129927c5-953e-4c56-bf1c-bf65a9796978" providerId="ADAL" clId="{8FD34E34-B40C-45C9-ABBF-C1B5D0E6E312}" dt="2026-03-30T09:17:56.314" v="14975" actId="14100"/>
          <ac:spMkLst>
            <pc:docMk/>
            <pc:sldMk cId="4157140783" sldId="308"/>
            <ac:spMk id="3" creationId="{33FFC30C-2E88-A668-8379-B8371AA4E8BD}"/>
          </ac:spMkLst>
        </pc:spChg>
        <pc:spChg chg="add mod">
          <ac:chgData name="Goto Shunsuke" userId="129927c5-953e-4c56-bf1c-bf65a9796978" providerId="ADAL" clId="{8FD34E34-B40C-45C9-ABBF-C1B5D0E6E312}" dt="2026-04-03T01:55:18.363" v="15874" actId="207"/>
          <ac:spMkLst>
            <pc:docMk/>
            <pc:sldMk cId="4157140783" sldId="308"/>
            <ac:spMk id="11" creationId="{31C514CF-8622-EC36-2DF0-E64C2C8C4A0F}"/>
          </ac:spMkLst>
        </pc:spChg>
        <pc:spChg chg="add mod">
          <ac:chgData name="Goto Shunsuke" userId="129927c5-953e-4c56-bf1c-bf65a9796978" providerId="ADAL" clId="{8FD34E34-B40C-45C9-ABBF-C1B5D0E6E312}" dt="2026-03-30T09:38:40.287" v="15098" actId="1076"/>
          <ac:spMkLst>
            <pc:docMk/>
            <pc:sldMk cId="4157140783" sldId="308"/>
            <ac:spMk id="12" creationId="{B35A2254-8F1B-B514-3C50-322A862094D9}"/>
          </ac:spMkLst>
        </pc:spChg>
        <pc:picChg chg="add mod">
          <ac:chgData name="Goto Shunsuke" userId="129927c5-953e-4c56-bf1c-bf65a9796978" providerId="ADAL" clId="{8FD34E34-B40C-45C9-ABBF-C1B5D0E6E312}" dt="2026-03-30T09:41:06.983" v="15106" actId="208"/>
          <ac:picMkLst>
            <pc:docMk/>
            <pc:sldMk cId="4157140783" sldId="308"/>
            <ac:picMk id="16" creationId="{05E14C7D-3182-B420-ED7F-C7DAAB61856E}"/>
          </ac:picMkLst>
        </pc:picChg>
      </pc:sldChg>
      <pc:sldChg chg="modSp add mod">
        <pc:chgData name="Goto Shunsuke" userId="129927c5-953e-4c56-bf1c-bf65a9796978" providerId="ADAL" clId="{8FD34E34-B40C-45C9-ABBF-C1B5D0E6E312}" dt="2026-03-30T09:57:53.512" v="15683" actId="20577"/>
        <pc:sldMkLst>
          <pc:docMk/>
          <pc:sldMk cId="4214974097" sldId="309"/>
        </pc:sldMkLst>
        <pc:spChg chg="mod">
          <ac:chgData name="Goto Shunsuke" userId="129927c5-953e-4c56-bf1c-bf65a9796978" providerId="ADAL" clId="{8FD34E34-B40C-45C9-ABBF-C1B5D0E6E312}" dt="2026-03-30T09:57:53.512" v="15683" actId="20577"/>
          <ac:spMkLst>
            <pc:docMk/>
            <pc:sldMk cId="4214974097" sldId="309"/>
            <ac:spMk id="2" creationId="{0A8BB201-2F85-DDDA-8F9F-EC04D6EFA944}"/>
          </ac:spMkLst>
        </pc:spChg>
      </pc:sldChg>
      <pc:sldChg chg="addSp delSp modSp add mod">
        <pc:chgData name="Goto Shunsuke" userId="129927c5-953e-4c56-bf1c-bf65a9796978" providerId="ADAL" clId="{8FD34E34-B40C-45C9-ABBF-C1B5D0E6E312}" dt="2026-04-03T00:38:54.705" v="15702" actId="207"/>
        <pc:sldMkLst>
          <pc:docMk/>
          <pc:sldMk cId="3267012351" sldId="310"/>
        </pc:sldMkLst>
        <pc:spChg chg="mod">
          <ac:chgData name="Goto Shunsuke" userId="129927c5-953e-4c56-bf1c-bf65a9796978" providerId="ADAL" clId="{8FD34E34-B40C-45C9-ABBF-C1B5D0E6E312}" dt="2026-03-30T09:52:21.060" v="15438" actId="20577"/>
          <ac:spMkLst>
            <pc:docMk/>
            <pc:sldMk cId="3267012351" sldId="310"/>
            <ac:spMk id="2" creationId="{1602319A-7F9D-2EAB-2FD4-137D27611FB6}"/>
          </ac:spMkLst>
        </pc:spChg>
        <pc:spChg chg="add mod">
          <ac:chgData name="Goto Shunsuke" userId="129927c5-953e-4c56-bf1c-bf65a9796978" providerId="ADAL" clId="{8FD34E34-B40C-45C9-ABBF-C1B5D0E6E312}" dt="2026-04-03T00:38:54.705" v="15702" actId="207"/>
          <ac:spMkLst>
            <pc:docMk/>
            <pc:sldMk cId="3267012351" sldId="310"/>
            <ac:spMk id="11" creationId="{6069B4FB-E88F-1949-6179-C5186C36E4DA}"/>
          </ac:spMkLst>
        </pc:spChg>
        <pc:spChg chg="mod">
          <ac:chgData name="Goto Shunsuke" userId="129927c5-953e-4c56-bf1c-bf65a9796978" providerId="ADAL" clId="{8FD34E34-B40C-45C9-ABBF-C1B5D0E6E312}" dt="2026-03-30T09:54:26.161" v="15507" actId="6549"/>
          <ac:spMkLst>
            <pc:docMk/>
            <pc:sldMk cId="3267012351" sldId="310"/>
            <ac:spMk id="14" creationId="{2567294A-AE1D-AAC7-6181-6B6F17D2F412}"/>
          </ac:spMkLst>
        </pc:spChg>
        <pc:spChg chg="mod">
          <ac:chgData name="Goto Shunsuke" userId="129927c5-953e-4c56-bf1c-bf65a9796978" providerId="ADAL" clId="{8FD34E34-B40C-45C9-ABBF-C1B5D0E6E312}" dt="2026-03-30T09:54:45.541" v="15550" actId="20577"/>
          <ac:spMkLst>
            <pc:docMk/>
            <pc:sldMk cId="3267012351" sldId="310"/>
            <ac:spMk id="20" creationId="{E0EBCE61-2CE7-6A72-5A65-2018A79819B4}"/>
          </ac:spMkLst>
        </pc:spChg>
        <pc:spChg chg="mod">
          <ac:chgData name="Goto Shunsuke" userId="129927c5-953e-4c56-bf1c-bf65a9796978" providerId="ADAL" clId="{8FD34E34-B40C-45C9-ABBF-C1B5D0E6E312}" dt="2026-03-30T09:55:09.781" v="15590" actId="20577"/>
          <ac:spMkLst>
            <pc:docMk/>
            <pc:sldMk cId="3267012351" sldId="310"/>
            <ac:spMk id="23" creationId="{96E7D7A5-C01D-A904-499F-CFE3C081D451}"/>
          </ac:spMkLst>
        </pc:spChg>
        <pc:grpChg chg="add mod">
          <ac:chgData name="Goto Shunsuke" userId="129927c5-953e-4c56-bf1c-bf65a9796978" providerId="ADAL" clId="{8FD34E34-B40C-45C9-ABBF-C1B5D0E6E312}" dt="2026-03-30T09:54:23.084" v="15505" actId="14100"/>
          <ac:grpSpMkLst>
            <pc:docMk/>
            <pc:sldMk cId="3267012351" sldId="310"/>
            <ac:grpSpMk id="12" creationId="{C1EFC5DE-934C-74DB-1D65-F739DAA66AE0}"/>
          </ac:grpSpMkLst>
        </pc:grpChg>
        <pc:grpChg chg="add mod">
          <ac:chgData name="Goto Shunsuke" userId="129927c5-953e-4c56-bf1c-bf65a9796978" providerId="ADAL" clId="{8FD34E34-B40C-45C9-ABBF-C1B5D0E6E312}" dt="2026-03-30T09:54:34.866" v="15509" actId="1076"/>
          <ac:grpSpMkLst>
            <pc:docMk/>
            <pc:sldMk cId="3267012351" sldId="310"/>
            <ac:grpSpMk id="19" creationId="{1FEE15D4-F30A-AC0D-98E9-C6556F0DE6C7}"/>
          </ac:grpSpMkLst>
        </pc:grpChg>
        <pc:grpChg chg="add mod">
          <ac:chgData name="Goto Shunsuke" userId="129927c5-953e-4c56-bf1c-bf65a9796978" providerId="ADAL" clId="{8FD34E34-B40C-45C9-ABBF-C1B5D0E6E312}" dt="2026-03-30T09:54:52.856" v="15552" actId="1076"/>
          <ac:grpSpMkLst>
            <pc:docMk/>
            <pc:sldMk cId="3267012351" sldId="310"/>
            <ac:grpSpMk id="22" creationId="{1FD4280B-9B28-28D2-2476-9B8E596D2CAA}"/>
          </ac:grpSpMkLst>
        </pc:grpChg>
        <pc:cxnChg chg="mod">
          <ac:chgData name="Goto Shunsuke" userId="129927c5-953e-4c56-bf1c-bf65a9796978" providerId="ADAL" clId="{8FD34E34-B40C-45C9-ABBF-C1B5D0E6E312}" dt="2026-03-30T09:54:17.412" v="15504" actId="14100"/>
          <ac:cxnSpMkLst>
            <pc:docMk/>
            <pc:sldMk cId="3267012351" sldId="310"/>
            <ac:cxnSpMk id="15" creationId="{AEDF1379-27FF-9F06-60F0-8409C822EDEB}"/>
          </ac:cxnSpMkLst>
        </pc:cxnChg>
        <pc:cxnChg chg="mod">
          <ac:chgData name="Goto Shunsuke" userId="129927c5-953e-4c56-bf1c-bf65a9796978" providerId="ADAL" clId="{8FD34E34-B40C-45C9-ABBF-C1B5D0E6E312}" dt="2026-03-30T09:54:36.850" v="15511" actId="1038"/>
          <ac:cxnSpMkLst>
            <pc:docMk/>
            <pc:sldMk cId="3267012351" sldId="310"/>
            <ac:cxnSpMk id="21" creationId="{666FB714-5ECA-3234-2263-07F12C5B60FB}"/>
          </ac:cxnSpMkLst>
        </pc:cxnChg>
        <pc:cxnChg chg="mod">
          <ac:chgData name="Goto Shunsuke" userId="129927c5-953e-4c56-bf1c-bf65a9796978" providerId="ADAL" clId="{8FD34E34-B40C-45C9-ABBF-C1B5D0E6E312}" dt="2026-03-30T09:54:49.094" v="15551"/>
          <ac:cxnSpMkLst>
            <pc:docMk/>
            <pc:sldMk cId="3267012351" sldId="310"/>
            <ac:cxnSpMk id="24" creationId="{F469D3C4-5C5A-4282-A5BB-FBEC71C0A465}"/>
          </ac:cxnSpMkLst>
        </pc:cxnChg>
      </pc:sldChg>
      <pc:sldChg chg="modSp add mod">
        <pc:chgData name="Goto Shunsuke" userId="129927c5-953e-4c56-bf1c-bf65a9796978" providerId="ADAL" clId="{8FD34E34-B40C-45C9-ABBF-C1B5D0E6E312}" dt="2026-03-30T09:56:03.794" v="15598" actId="20577"/>
        <pc:sldMkLst>
          <pc:docMk/>
          <pc:sldMk cId="881183180" sldId="311"/>
        </pc:sldMkLst>
        <pc:spChg chg="mod">
          <ac:chgData name="Goto Shunsuke" userId="129927c5-953e-4c56-bf1c-bf65a9796978" providerId="ADAL" clId="{8FD34E34-B40C-45C9-ABBF-C1B5D0E6E312}" dt="2026-03-30T09:56:03.794" v="15598" actId="20577"/>
          <ac:spMkLst>
            <pc:docMk/>
            <pc:sldMk cId="881183180" sldId="311"/>
            <ac:spMk id="2" creationId="{2584F6DE-46F6-4C12-1FBF-34A8E840BA1E}"/>
          </ac:spMkLst>
        </pc:spChg>
      </pc:sldChg>
      <pc:sldChg chg="addSp delSp modSp add mod">
        <pc:chgData name="Goto Shunsuke" userId="129927c5-953e-4c56-bf1c-bf65a9796978" providerId="ADAL" clId="{8FD34E34-B40C-45C9-ABBF-C1B5D0E6E312}" dt="2026-04-03T00:44:57.052" v="15871" actId="20577"/>
        <pc:sldMkLst>
          <pc:docMk/>
          <pc:sldMk cId="801221873" sldId="312"/>
        </pc:sldMkLst>
        <pc:spChg chg="mod">
          <ac:chgData name="Goto Shunsuke" userId="129927c5-953e-4c56-bf1c-bf65a9796978" providerId="ADAL" clId="{8FD34E34-B40C-45C9-ABBF-C1B5D0E6E312}" dt="2026-04-03T00:41:49.371" v="15731" actId="20577"/>
          <ac:spMkLst>
            <pc:docMk/>
            <pc:sldMk cId="801221873" sldId="312"/>
            <ac:spMk id="2" creationId="{9686882E-1BB3-E878-3337-9E978955D26E}"/>
          </ac:spMkLst>
        </pc:spChg>
        <pc:spChg chg="mod">
          <ac:chgData name="Goto Shunsuke" userId="129927c5-953e-4c56-bf1c-bf65a9796978" providerId="ADAL" clId="{8FD34E34-B40C-45C9-ABBF-C1B5D0E6E312}" dt="2026-04-03T00:44:57.052" v="15871" actId="20577"/>
          <ac:spMkLst>
            <pc:docMk/>
            <pc:sldMk cId="801221873" sldId="312"/>
            <ac:spMk id="3" creationId="{452546C3-1822-D1D6-53BE-113F442D97A1}"/>
          </ac:spMkLst>
        </pc:spChg>
        <pc:spChg chg="del">
          <ac:chgData name="Goto Shunsuke" userId="129927c5-953e-4c56-bf1c-bf65a9796978" providerId="ADAL" clId="{8FD34E34-B40C-45C9-ABBF-C1B5D0E6E312}" dt="2026-04-03T00:41:34.105" v="15710" actId="478"/>
          <ac:spMkLst>
            <pc:docMk/>
            <pc:sldMk cId="801221873" sldId="312"/>
            <ac:spMk id="11" creationId="{32B62941-6AAE-539B-0C9C-6EEA2CB87E9B}"/>
          </ac:spMkLst>
        </pc:spChg>
        <pc:spChg chg="del">
          <ac:chgData name="Goto Shunsuke" userId="129927c5-953e-4c56-bf1c-bf65a9796978" providerId="ADAL" clId="{8FD34E34-B40C-45C9-ABBF-C1B5D0E6E312}" dt="2026-04-03T00:41:35.675" v="15711" actId="478"/>
          <ac:spMkLst>
            <pc:docMk/>
            <pc:sldMk cId="801221873" sldId="312"/>
            <ac:spMk id="12" creationId="{72BAE518-1DD7-1D0E-29C6-EB75A70B4273}"/>
          </ac:spMkLst>
        </pc:spChg>
        <pc:picChg chg="add mod">
          <ac:chgData name="Goto Shunsuke" userId="129927c5-953e-4c56-bf1c-bf65a9796978" providerId="ADAL" clId="{8FD34E34-B40C-45C9-ABBF-C1B5D0E6E312}" dt="2026-04-03T00:44:28.195" v="15767" actId="1076"/>
          <ac:picMkLst>
            <pc:docMk/>
            <pc:sldMk cId="801221873" sldId="312"/>
            <ac:picMk id="6" creationId="{2B547D55-5F62-79CA-F54B-5F9ABFE8728D}"/>
          </ac:picMkLst>
        </pc:picChg>
        <pc:picChg chg="del">
          <ac:chgData name="Goto Shunsuke" userId="129927c5-953e-4c56-bf1c-bf65a9796978" providerId="ADAL" clId="{8FD34E34-B40C-45C9-ABBF-C1B5D0E6E312}" dt="2026-04-03T00:41:36.897" v="15712" actId="478"/>
          <ac:picMkLst>
            <pc:docMk/>
            <pc:sldMk cId="801221873" sldId="312"/>
            <ac:picMk id="16" creationId="{9FA49290-0A90-11F2-CFE7-3CEC2A6CCE7D}"/>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AE4B9D-3AE9-443D-8DBA-A66BA9F6D8EA}"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kumimoji="1" lang="ja-JP" altLang="en-US"/>
        </a:p>
      </dgm:t>
    </dgm:pt>
    <dgm:pt modelId="{4AC2FC37-4A1C-470B-9F7D-4FCADA44A973}">
      <dgm:prSet phldrT="[Text]" custT="1"/>
      <dgm:spPr>
        <a:solidFill>
          <a:srgbClr val="00B8B0"/>
        </a:solidFill>
      </dgm:spPr>
      <dgm:t>
        <a:bodyPr/>
        <a:lstStyle/>
        <a:p>
          <a:r>
            <a:rPr kumimoji="1" lang="en-US" altLang="ja-JP" sz="2000" b="1"/>
            <a:t>Standardization</a:t>
          </a:r>
          <a:endParaRPr kumimoji="1" lang="ja-JP" altLang="en-US" sz="2000" b="1"/>
        </a:p>
      </dgm:t>
    </dgm:pt>
    <dgm:pt modelId="{14B1DF50-F26A-4B07-A537-DA2221C8BBA6}" type="parTrans" cxnId="{E1A1109B-A5A5-4BED-8509-849E0ABB59BC}">
      <dgm:prSet/>
      <dgm:spPr/>
      <dgm:t>
        <a:bodyPr/>
        <a:lstStyle/>
        <a:p>
          <a:endParaRPr kumimoji="1" lang="ja-JP" altLang="en-US"/>
        </a:p>
      </dgm:t>
    </dgm:pt>
    <dgm:pt modelId="{A13678C2-4BF7-442A-8299-618F783DC0F5}" type="sibTrans" cxnId="{E1A1109B-A5A5-4BED-8509-849E0ABB59BC}">
      <dgm:prSet/>
      <dgm:spPr/>
      <dgm:t>
        <a:bodyPr/>
        <a:lstStyle/>
        <a:p>
          <a:endParaRPr kumimoji="1" lang="ja-JP" altLang="en-US"/>
        </a:p>
      </dgm:t>
    </dgm:pt>
    <dgm:pt modelId="{7D69195B-A078-4B43-84F0-F0F2F423CB54}">
      <dgm:prSet phldrT="[Text]" custT="1"/>
      <dgm:spPr/>
      <dgm:t>
        <a:bodyPr/>
        <a:lstStyle/>
        <a:p>
          <a:r>
            <a:rPr kumimoji="1" lang="en-US" altLang="en-US" sz="2000"/>
            <a:t>Uniformity of summary table aggregation units, column names, and results between analyses</a:t>
          </a:r>
          <a:endParaRPr kumimoji="1" lang="ja-JP" altLang="en-US" sz="2000"/>
        </a:p>
      </dgm:t>
    </dgm:pt>
    <dgm:pt modelId="{746565C6-AA1F-483A-AA26-24725131D25D}" type="parTrans" cxnId="{D7321F64-BE02-4F92-91E6-51F4D3E2D13D}">
      <dgm:prSet/>
      <dgm:spPr/>
      <dgm:t>
        <a:bodyPr/>
        <a:lstStyle/>
        <a:p>
          <a:endParaRPr kumimoji="1" lang="ja-JP" altLang="en-US"/>
        </a:p>
      </dgm:t>
    </dgm:pt>
    <dgm:pt modelId="{FE2508BE-6B08-45E8-B846-A42DFC6991A7}" type="sibTrans" cxnId="{D7321F64-BE02-4F92-91E6-51F4D3E2D13D}">
      <dgm:prSet/>
      <dgm:spPr/>
      <dgm:t>
        <a:bodyPr/>
        <a:lstStyle/>
        <a:p>
          <a:endParaRPr kumimoji="1" lang="ja-JP" altLang="en-US"/>
        </a:p>
      </dgm:t>
    </dgm:pt>
    <dgm:pt modelId="{75BD788A-D11D-4FF7-9A46-63AA9692B063}">
      <dgm:prSet phldrT="[Text]" custT="1"/>
      <dgm:spPr>
        <a:solidFill>
          <a:srgbClr val="00B8B0"/>
        </a:solidFill>
      </dgm:spPr>
      <dgm:t>
        <a:bodyPr/>
        <a:lstStyle/>
        <a:p>
          <a:r>
            <a:rPr kumimoji="1" lang="en-US" altLang="ja-JP" sz="2000" b="1"/>
            <a:t>Efficiency</a:t>
          </a:r>
          <a:endParaRPr kumimoji="1" lang="ja-JP" altLang="en-US" sz="2000" b="1"/>
        </a:p>
      </dgm:t>
    </dgm:pt>
    <dgm:pt modelId="{EC76FC87-4E2E-4C46-AA4E-636EE390727E}" type="parTrans" cxnId="{C28A2A45-56A3-4E58-83D7-E2A9DADE114E}">
      <dgm:prSet/>
      <dgm:spPr/>
      <dgm:t>
        <a:bodyPr/>
        <a:lstStyle/>
        <a:p>
          <a:endParaRPr kumimoji="1" lang="ja-JP" altLang="en-US"/>
        </a:p>
      </dgm:t>
    </dgm:pt>
    <dgm:pt modelId="{01A3F5DE-8F56-407A-A02E-EFF5565F41E7}" type="sibTrans" cxnId="{C28A2A45-56A3-4E58-83D7-E2A9DADE114E}">
      <dgm:prSet/>
      <dgm:spPr/>
      <dgm:t>
        <a:bodyPr/>
        <a:lstStyle/>
        <a:p>
          <a:endParaRPr kumimoji="1" lang="ja-JP" altLang="en-US"/>
        </a:p>
      </dgm:t>
    </dgm:pt>
    <dgm:pt modelId="{B34400B2-8E51-4DE2-9F8D-FF5AC1580975}">
      <dgm:prSet phldrT="[Text]" custT="1"/>
      <dgm:spPr/>
      <dgm:t>
        <a:bodyPr/>
        <a:lstStyle/>
        <a:p>
          <a:r>
            <a:rPr kumimoji="1" lang="en-US" altLang="en-US" sz="2000"/>
            <a:t>Quick tabulation and re-formatting</a:t>
          </a:r>
          <a:endParaRPr kumimoji="1" lang="ja-JP" altLang="en-US" sz="2000"/>
        </a:p>
      </dgm:t>
    </dgm:pt>
    <dgm:pt modelId="{E81A4243-AF40-4F81-A7A0-5C0E0AE52367}" type="parTrans" cxnId="{79384BA2-D7C0-4144-B946-F968D734D43E}">
      <dgm:prSet/>
      <dgm:spPr/>
      <dgm:t>
        <a:bodyPr/>
        <a:lstStyle/>
        <a:p>
          <a:endParaRPr kumimoji="1" lang="ja-JP" altLang="en-US"/>
        </a:p>
      </dgm:t>
    </dgm:pt>
    <dgm:pt modelId="{7B81DC92-BC55-4965-8894-0FEEF2849AF6}" type="sibTrans" cxnId="{79384BA2-D7C0-4144-B946-F968D734D43E}">
      <dgm:prSet/>
      <dgm:spPr/>
      <dgm:t>
        <a:bodyPr/>
        <a:lstStyle/>
        <a:p>
          <a:endParaRPr kumimoji="1" lang="ja-JP" altLang="en-US"/>
        </a:p>
      </dgm:t>
    </dgm:pt>
    <dgm:pt modelId="{797CBAFE-67AA-43BB-8969-415298AB968D}">
      <dgm:prSet phldrT="[Text]" custT="1"/>
      <dgm:spPr>
        <a:solidFill>
          <a:srgbClr val="00B8B0"/>
        </a:solidFill>
      </dgm:spPr>
      <dgm:t>
        <a:bodyPr/>
        <a:lstStyle/>
        <a:p>
          <a:r>
            <a:rPr kumimoji="1" lang="en-US" altLang="ja-JP" sz="2000" b="1"/>
            <a:t>Reproductivity /Automation</a:t>
          </a:r>
          <a:endParaRPr kumimoji="1" lang="ja-JP" altLang="en-US" sz="2000" b="1"/>
        </a:p>
      </dgm:t>
    </dgm:pt>
    <dgm:pt modelId="{529C5D1F-F512-4144-8FF3-E9F429A2F0A2}" type="parTrans" cxnId="{128D2382-942B-46BC-840D-242492E340F3}">
      <dgm:prSet/>
      <dgm:spPr/>
      <dgm:t>
        <a:bodyPr/>
        <a:lstStyle/>
        <a:p>
          <a:endParaRPr kumimoji="1" lang="ja-JP" altLang="en-US"/>
        </a:p>
      </dgm:t>
    </dgm:pt>
    <dgm:pt modelId="{A4129339-D6EF-4DF4-8703-E087E16BC2D4}" type="sibTrans" cxnId="{128D2382-942B-46BC-840D-242492E340F3}">
      <dgm:prSet/>
      <dgm:spPr/>
      <dgm:t>
        <a:bodyPr/>
        <a:lstStyle/>
        <a:p>
          <a:endParaRPr kumimoji="1" lang="ja-JP" altLang="en-US"/>
        </a:p>
      </dgm:t>
    </dgm:pt>
    <dgm:pt modelId="{12510C2B-0FA5-476C-9251-2D7CC59AFF6E}">
      <dgm:prSet phldrT="[Text]" custT="1"/>
      <dgm:spPr/>
      <dgm:t>
        <a:bodyPr/>
        <a:lstStyle/>
        <a:p>
          <a:r>
            <a:rPr kumimoji="1" lang="en-US" altLang="en-US" sz="2000"/>
            <a:t>The same analysis logic can be easily applied to other study or subgroup.</a:t>
          </a:r>
          <a:endParaRPr kumimoji="1" lang="ja-JP" altLang="en-US" sz="2000"/>
        </a:p>
      </dgm:t>
    </dgm:pt>
    <dgm:pt modelId="{5F6FB5A4-45FC-49E7-88B4-820AC7FA1A39}" type="parTrans" cxnId="{2F20F886-2DE7-49C1-A5F2-761AFE0697A1}">
      <dgm:prSet/>
      <dgm:spPr/>
      <dgm:t>
        <a:bodyPr/>
        <a:lstStyle/>
        <a:p>
          <a:endParaRPr kumimoji="1" lang="ja-JP" altLang="en-US"/>
        </a:p>
      </dgm:t>
    </dgm:pt>
    <dgm:pt modelId="{23063C2B-B49D-4816-9BC5-07702581DFD4}" type="sibTrans" cxnId="{2F20F886-2DE7-49C1-A5F2-761AFE0697A1}">
      <dgm:prSet/>
      <dgm:spPr/>
      <dgm:t>
        <a:bodyPr/>
        <a:lstStyle/>
        <a:p>
          <a:endParaRPr kumimoji="1" lang="ja-JP" altLang="en-US"/>
        </a:p>
      </dgm:t>
    </dgm:pt>
    <dgm:pt modelId="{E5EF4F8D-DC42-4064-B7B3-C49C55E3B808}">
      <dgm:prSet phldrT="[Text]" custT="1"/>
      <dgm:spPr/>
      <dgm:t>
        <a:bodyPr/>
        <a:lstStyle/>
        <a:p>
          <a:r>
            <a:rPr kumimoji="1" lang="en-US" altLang="ja-JP" sz="2000"/>
            <a:t>Enable QC easier</a:t>
          </a:r>
          <a:endParaRPr kumimoji="1" lang="ja-JP" altLang="en-US" sz="2000"/>
        </a:p>
      </dgm:t>
    </dgm:pt>
    <dgm:pt modelId="{4AABA316-DF1D-4442-9DF4-D41A46EA7BCF}" type="parTrans" cxnId="{1DA9B980-BE2B-452B-A12D-F5183293281C}">
      <dgm:prSet/>
      <dgm:spPr/>
      <dgm:t>
        <a:bodyPr/>
        <a:lstStyle/>
        <a:p>
          <a:endParaRPr kumimoji="1" lang="ja-JP" altLang="en-US"/>
        </a:p>
      </dgm:t>
    </dgm:pt>
    <dgm:pt modelId="{3C477D81-72D5-46EE-94C9-A3C61B978FED}" type="sibTrans" cxnId="{1DA9B980-BE2B-452B-A12D-F5183293281C}">
      <dgm:prSet/>
      <dgm:spPr/>
      <dgm:t>
        <a:bodyPr/>
        <a:lstStyle/>
        <a:p>
          <a:endParaRPr kumimoji="1" lang="ja-JP" altLang="en-US"/>
        </a:p>
      </dgm:t>
    </dgm:pt>
    <dgm:pt modelId="{FF96FBD4-DD99-475E-B3D2-2ADC9327394F}">
      <dgm:prSet phldrT="[Text]" custT="1"/>
      <dgm:spPr/>
      <dgm:t>
        <a:bodyPr/>
        <a:lstStyle/>
        <a:p>
          <a:r>
            <a:rPr kumimoji="1" lang="en-US" altLang="en-US" sz="2000"/>
            <a:t>ARD can be used in a variety of ways, such as in tables, R Shiny, figures, etc.</a:t>
          </a:r>
          <a:endParaRPr kumimoji="1" lang="ja-JP" altLang="en-US" sz="2000"/>
        </a:p>
      </dgm:t>
    </dgm:pt>
    <dgm:pt modelId="{6A5E452A-13CA-498B-9EC1-197A5A51F474}" type="parTrans" cxnId="{37F015B3-3731-4962-A863-D43AD99EC986}">
      <dgm:prSet/>
      <dgm:spPr/>
      <dgm:t>
        <a:bodyPr/>
        <a:lstStyle/>
        <a:p>
          <a:endParaRPr kumimoji="1" lang="ja-JP" altLang="en-US"/>
        </a:p>
      </dgm:t>
    </dgm:pt>
    <dgm:pt modelId="{5A78199E-C628-41B9-9404-DB90B731FE97}" type="sibTrans" cxnId="{37F015B3-3731-4962-A863-D43AD99EC986}">
      <dgm:prSet/>
      <dgm:spPr/>
      <dgm:t>
        <a:bodyPr/>
        <a:lstStyle/>
        <a:p>
          <a:endParaRPr kumimoji="1" lang="ja-JP" altLang="en-US"/>
        </a:p>
      </dgm:t>
    </dgm:pt>
    <dgm:pt modelId="{2E1CB6FC-E217-4BE2-B15E-062ABB29CC15}" type="pres">
      <dgm:prSet presAssocID="{84AE4B9D-3AE9-443D-8DBA-A66BA9F6D8EA}" presName="Name0" presStyleCnt="0">
        <dgm:presLayoutVars>
          <dgm:dir/>
          <dgm:animLvl val="lvl"/>
          <dgm:resizeHandles val="exact"/>
        </dgm:presLayoutVars>
      </dgm:prSet>
      <dgm:spPr/>
    </dgm:pt>
    <dgm:pt modelId="{F35FDEB7-7AD2-45B2-845D-204DF97D9E6C}" type="pres">
      <dgm:prSet presAssocID="{4AC2FC37-4A1C-470B-9F7D-4FCADA44A973}" presName="linNode" presStyleCnt="0"/>
      <dgm:spPr/>
    </dgm:pt>
    <dgm:pt modelId="{B465CB3A-A771-4978-84E8-5B0785A6A340}" type="pres">
      <dgm:prSet presAssocID="{4AC2FC37-4A1C-470B-9F7D-4FCADA44A973}" presName="parentText" presStyleLbl="node1" presStyleIdx="0" presStyleCnt="3" custScaleX="62393">
        <dgm:presLayoutVars>
          <dgm:chMax val="1"/>
          <dgm:bulletEnabled val="1"/>
        </dgm:presLayoutVars>
      </dgm:prSet>
      <dgm:spPr/>
    </dgm:pt>
    <dgm:pt modelId="{9EEEED49-0F25-4AAA-A482-83EB82AF4C27}" type="pres">
      <dgm:prSet presAssocID="{4AC2FC37-4A1C-470B-9F7D-4FCADA44A973}" presName="descendantText" presStyleLbl="alignAccFollowNode1" presStyleIdx="0" presStyleCnt="3">
        <dgm:presLayoutVars>
          <dgm:bulletEnabled val="1"/>
        </dgm:presLayoutVars>
      </dgm:prSet>
      <dgm:spPr/>
    </dgm:pt>
    <dgm:pt modelId="{323CB6B3-B373-4B77-9ACE-514DF6C5097F}" type="pres">
      <dgm:prSet presAssocID="{A13678C2-4BF7-442A-8299-618F783DC0F5}" presName="sp" presStyleCnt="0"/>
      <dgm:spPr/>
    </dgm:pt>
    <dgm:pt modelId="{01DD66C3-DA62-4C68-8A34-E41AD4EABCA3}" type="pres">
      <dgm:prSet presAssocID="{75BD788A-D11D-4FF7-9A46-63AA9692B063}" presName="linNode" presStyleCnt="0"/>
      <dgm:spPr/>
    </dgm:pt>
    <dgm:pt modelId="{ACF058B8-EA91-4961-BCAB-578395A07A9F}" type="pres">
      <dgm:prSet presAssocID="{75BD788A-D11D-4FF7-9A46-63AA9692B063}" presName="parentText" presStyleLbl="node1" presStyleIdx="1" presStyleCnt="3" custScaleX="62393">
        <dgm:presLayoutVars>
          <dgm:chMax val="1"/>
          <dgm:bulletEnabled val="1"/>
        </dgm:presLayoutVars>
      </dgm:prSet>
      <dgm:spPr/>
    </dgm:pt>
    <dgm:pt modelId="{B55B2207-61E0-4B41-9C68-AE1DF3551239}" type="pres">
      <dgm:prSet presAssocID="{75BD788A-D11D-4FF7-9A46-63AA9692B063}" presName="descendantText" presStyleLbl="alignAccFollowNode1" presStyleIdx="1" presStyleCnt="3">
        <dgm:presLayoutVars>
          <dgm:bulletEnabled val="1"/>
        </dgm:presLayoutVars>
      </dgm:prSet>
      <dgm:spPr/>
    </dgm:pt>
    <dgm:pt modelId="{D3C97314-29F1-4160-9241-3C9996689587}" type="pres">
      <dgm:prSet presAssocID="{01A3F5DE-8F56-407A-A02E-EFF5565F41E7}" presName="sp" presStyleCnt="0"/>
      <dgm:spPr/>
    </dgm:pt>
    <dgm:pt modelId="{E487EA7F-0D06-4FA6-9DCA-10CA8D803EFD}" type="pres">
      <dgm:prSet presAssocID="{797CBAFE-67AA-43BB-8969-415298AB968D}" presName="linNode" presStyleCnt="0"/>
      <dgm:spPr/>
    </dgm:pt>
    <dgm:pt modelId="{7B33E1CC-54AD-4AB3-BF68-8821E80A5DE7}" type="pres">
      <dgm:prSet presAssocID="{797CBAFE-67AA-43BB-8969-415298AB968D}" presName="parentText" presStyleLbl="node1" presStyleIdx="2" presStyleCnt="3" custScaleX="62393">
        <dgm:presLayoutVars>
          <dgm:chMax val="1"/>
          <dgm:bulletEnabled val="1"/>
        </dgm:presLayoutVars>
      </dgm:prSet>
      <dgm:spPr/>
    </dgm:pt>
    <dgm:pt modelId="{3B9266A9-6229-4DE9-9976-C475EC61E99F}" type="pres">
      <dgm:prSet presAssocID="{797CBAFE-67AA-43BB-8969-415298AB968D}" presName="descendantText" presStyleLbl="alignAccFollowNode1" presStyleIdx="2" presStyleCnt="3">
        <dgm:presLayoutVars>
          <dgm:bulletEnabled val="1"/>
        </dgm:presLayoutVars>
      </dgm:prSet>
      <dgm:spPr/>
    </dgm:pt>
  </dgm:ptLst>
  <dgm:cxnLst>
    <dgm:cxn modelId="{4E07011A-8A3F-4E73-A286-D7631A6CEB81}" type="presOf" srcId="{797CBAFE-67AA-43BB-8969-415298AB968D}" destId="{7B33E1CC-54AD-4AB3-BF68-8821E80A5DE7}" srcOrd="0" destOrd="0" presId="urn:microsoft.com/office/officeart/2005/8/layout/vList5"/>
    <dgm:cxn modelId="{8D9C142D-3D28-41D2-ACCD-1B79546692B8}" type="presOf" srcId="{E5EF4F8D-DC42-4064-B7B3-C49C55E3B808}" destId="{B55B2207-61E0-4B41-9C68-AE1DF3551239}" srcOrd="0" destOrd="1" presId="urn:microsoft.com/office/officeart/2005/8/layout/vList5"/>
    <dgm:cxn modelId="{D7321F64-BE02-4F92-91E6-51F4D3E2D13D}" srcId="{4AC2FC37-4A1C-470B-9F7D-4FCADA44A973}" destId="{7D69195B-A078-4B43-84F0-F0F2F423CB54}" srcOrd="0" destOrd="0" parTransId="{746565C6-AA1F-483A-AA26-24725131D25D}" sibTransId="{FE2508BE-6B08-45E8-B846-A42DFC6991A7}"/>
    <dgm:cxn modelId="{C28A2A45-56A3-4E58-83D7-E2A9DADE114E}" srcId="{84AE4B9D-3AE9-443D-8DBA-A66BA9F6D8EA}" destId="{75BD788A-D11D-4FF7-9A46-63AA9692B063}" srcOrd="1" destOrd="0" parTransId="{EC76FC87-4E2E-4C46-AA4E-636EE390727E}" sibTransId="{01A3F5DE-8F56-407A-A02E-EFF5565F41E7}"/>
    <dgm:cxn modelId="{73E88272-D61B-40D4-B03E-3A4AC9885332}" type="presOf" srcId="{7D69195B-A078-4B43-84F0-F0F2F423CB54}" destId="{9EEEED49-0F25-4AAA-A482-83EB82AF4C27}" srcOrd="0" destOrd="0" presId="urn:microsoft.com/office/officeart/2005/8/layout/vList5"/>
    <dgm:cxn modelId="{BFA9B27C-1A21-4B93-A5FE-693598FBAC50}" type="presOf" srcId="{84AE4B9D-3AE9-443D-8DBA-A66BA9F6D8EA}" destId="{2E1CB6FC-E217-4BE2-B15E-062ABB29CC15}" srcOrd="0" destOrd="0" presId="urn:microsoft.com/office/officeart/2005/8/layout/vList5"/>
    <dgm:cxn modelId="{1DA9B980-BE2B-452B-A12D-F5183293281C}" srcId="{75BD788A-D11D-4FF7-9A46-63AA9692B063}" destId="{E5EF4F8D-DC42-4064-B7B3-C49C55E3B808}" srcOrd="1" destOrd="0" parTransId="{4AABA316-DF1D-4442-9DF4-D41A46EA7BCF}" sibTransId="{3C477D81-72D5-46EE-94C9-A3C61B978FED}"/>
    <dgm:cxn modelId="{128D2382-942B-46BC-840D-242492E340F3}" srcId="{84AE4B9D-3AE9-443D-8DBA-A66BA9F6D8EA}" destId="{797CBAFE-67AA-43BB-8969-415298AB968D}" srcOrd="2" destOrd="0" parTransId="{529C5D1F-F512-4144-8FF3-E9F429A2F0A2}" sibTransId="{A4129339-D6EF-4DF4-8703-E087E16BC2D4}"/>
    <dgm:cxn modelId="{2F20F886-2DE7-49C1-A5F2-761AFE0697A1}" srcId="{797CBAFE-67AA-43BB-8969-415298AB968D}" destId="{12510C2B-0FA5-476C-9251-2D7CC59AFF6E}" srcOrd="0" destOrd="0" parTransId="{5F6FB5A4-45FC-49E7-88B4-820AC7FA1A39}" sibTransId="{23063C2B-B49D-4816-9BC5-07702581DFD4}"/>
    <dgm:cxn modelId="{2DA93099-5A29-41EA-B92E-D764E1550D3B}" type="presOf" srcId="{75BD788A-D11D-4FF7-9A46-63AA9692B063}" destId="{ACF058B8-EA91-4961-BCAB-578395A07A9F}" srcOrd="0" destOrd="0" presId="urn:microsoft.com/office/officeart/2005/8/layout/vList5"/>
    <dgm:cxn modelId="{E1A1109B-A5A5-4BED-8509-849E0ABB59BC}" srcId="{84AE4B9D-3AE9-443D-8DBA-A66BA9F6D8EA}" destId="{4AC2FC37-4A1C-470B-9F7D-4FCADA44A973}" srcOrd="0" destOrd="0" parTransId="{14B1DF50-F26A-4B07-A537-DA2221C8BBA6}" sibTransId="{A13678C2-4BF7-442A-8299-618F783DC0F5}"/>
    <dgm:cxn modelId="{79384BA2-D7C0-4144-B946-F968D734D43E}" srcId="{75BD788A-D11D-4FF7-9A46-63AA9692B063}" destId="{B34400B2-8E51-4DE2-9F8D-FF5AC1580975}" srcOrd="0" destOrd="0" parTransId="{E81A4243-AF40-4F81-A7A0-5C0E0AE52367}" sibTransId="{7B81DC92-BC55-4965-8894-0FEEF2849AF6}"/>
    <dgm:cxn modelId="{D43CADA7-8E13-45A0-B177-C96A5391B0BE}" type="presOf" srcId="{B34400B2-8E51-4DE2-9F8D-FF5AC1580975}" destId="{B55B2207-61E0-4B41-9C68-AE1DF3551239}" srcOrd="0" destOrd="0" presId="urn:microsoft.com/office/officeart/2005/8/layout/vList5"/>
    <dgm:cxn modelId="{37F015B3-3731-4962-A863-D43AD99EC986}" srcId="{797CBAFE-67AA-43BB-8969-415298AB968D}" destId="{FF96FBD4-DD99-475E-B3D2-2ADC9327394F}" srcOrd="1" destOrd="0" parTransId="{6A5E452A-13CA-498B-9EC1-197A5A51F474}" sibTransId="{5A78199E-C628-41B9-9404-DB90B731FE97}"/>
    <dgm:cxn modelId="{D57527C0-B293-4AE8-84B6-440A5E42B45F}" type="presOf" srcId="{12510C2B-0FA5-476C-9251-2D7CC59AFF6E}" destId="{3B9266A9-6229-4DE9-9976-C475EC61E99F}" srcOrd="0" destOrd="0" presId="urn:microsoft.com/office/officeart/2005/8/layout/vList5"/>
    <dgm:cxn modelId="{D1C910EA-0575-4811-9AFF-CA2EF37BDC3B}" type="presOf" srcId="{FF96FBD4-DD99-475E-B3D2-2ADC9327394F}" destId="{3B9266A9-6229-4DE9-9976-C475EC61E99F}" srcOrd="0" destOrd="1" presId="urn:microsoft.com/office/officeart/2005/8/layout/vList5"/>
    <dgm:cxn modelId="{CA72F0F5-1DFE-4C83-AC20-3262D104DB5C}" type="presOf" srcId="{4AC2FC37-4A1C-470B-9F7D-4FCADA44A973}" destId="{B465CB3A-A771-4978-84E8-5B0785A6A340}" srcOrd="0" destOrd="0" presId="urn:microsoft.com/office/officeart/2005/8/layout/vList5"/>
    <dgm:cxn modelId="{FEEBDD8E-02CA-49F2-9B01-37324E5E0B80}" type="presParOf" srcId="{2E1CB6FC-E217-4BE2-B15E-062ABB29CC15}" destId="{F35FDEB7-7AD2-45B2-845D-204DF97D9E6C}" srcOrd="0" destOrd="0" presId="urn:microsoft.com/office/officeart/2005/8/layout/vList5"/>
    <dgm:cxn modelId="{8344F467-CE31-4A1C-9554-3D46EE6DEE09}" type="presParOf" srcId="{F35FDEB7-7AD2-45B2-845D-204DF97D9E6C}" destId="{B465CB3A-A771-4978-84E8-5B0785A6A340}" srcOrd="0" destOrd="0" presId="urn:microsoft.com/office/officeart/2005/8/layout/vList5"/>
    <dgm:cxn modelId="{EEA010C4-CE8E-4D93-80F4-ED2844BBD58F}" type="presParOf" srcId="{F35FDEB7-7AD2-45B2-845D-204DF97D9E6C}" destId="{9EEEED49-0F25-4AAA-A482-83EB82AF4C27}" srcOrd="1" destOrd="0" presId="urn:microsoft.com/office/officeart/2005/8/layout/vList5"/>
    <dgm:cxn modelId="{45C03249-2BA0-4CCA-A103-A52FB6198FA7}" type="presParOf" srcId="{2E1CB6FC-E217-4BE2-B15E-062ABB29CC15}" destId="{323CB6B3-B373-4B77-9ACE-514DF6C5097F}" srcOrd="1" destOrd="0" presId="urn:microsoft.com/office/officeart/2005/8/layout/vList5"/>
    <dgm:cxn modelId="{5C318A63-178C-422A-870C-4480D81AB578}" type="presParOf" srcId="{2E1CB6FC-E217-4BE2-B15E-062ABB29CC15}" destId="{01DD66C3-DA62-4C68-8A34-E41AD4EABCA3}" srcOrd="2" destOrd="0" presId="urn:microsoft.com/office/officeart/2005/8/layout/vList5"/>
    <dgm:cxn modelId="{03EE914A-9527-42FD-B8A2-C232F92A8539}" type="presParOf" srcId="{01DD66C3-DA62-4C68-8A34-E41AD4EABCA3}" destId="{ACF058B8-EA91-4961-BCAB-578395A07A9F}" srcOrd="0" destOrd="0" presId="urn:microsoft.com/office/officeart/2005/8/layout/vList5"/>
    <dgm:cxn modelId="{0B236FA7-8CAD-4B11-B268-CEBF098BF2A2}" type="presParOf" srcId="{01DD66C3-DA62-4C68-8A34-E41AD4EABCA3}" destId="{B55B2207-61E0-4B41-9C68-AE1DF3551239}" srcOrd="1" destOrd="0" presId="urn:microsoft.com/office/officeart/2005/8/layout/vList5"/>
    <dgm:cxn modelId="{E9915D9C-889F-4FDB-8961-B9482263CBC6}" type="presParOf" srcId="{2E1CB6FC-E217-4BE2-B15E-062ABB29CC15}" destId="{D3C97314-29F1-4160-9241-3C9996689587}" srcOrd="3" destOrd="0" presId="urn:microsoft.com/office/officeart/2005/8/layout/vList5"/>
    <dgm:cxn modelId="{55D4FF5D-F446-475E-8FCA-59D9C593C987}" type="presParOf" srcId="{2E1CB6FC-E217-4BE2-B15E-062ABB29CC15}" destId="{E487EA7F-0D06-4FA6-9DCA-10CA8D803EFD}" srcOrd="4" destOrd="0" presId="urn:microsoft.com/office/officeart/2005/8/layout/vList5"/>
    <dgm:cxn modelId="{A047C3D3-032B-4174-8E21-87018ADC6566}" type="presParOf" srcId="{E487EA7F-0D06-4FA6-9DCA-10CA8D803EFD}" destId="{7B33E1CC-54AD-4AB3-BF68-8821E80A5DE7}" srcOrd="0" destOrd="0" presId="urn:microsoft.com/office/officeart/2005/8/layout/vList5"/>
    <dgm:cxn modelId="{60FE6E1B-354B-45BC-AD91-6439340F7496}" type="presParOf" srcId="{E487EA7F-0D06-4FA6-9DCA-10CA8D803EFD}" destId="{3B9266A9-6229-4DE9-9976-C475EC61E99F}"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EEED49-0F25-4AAA-A482-83EB82AF4C27}">
      <dsp:nvSpPr>
        <dsp:cNvPr id="0" name=""/>
        <dsp:cNvSpPr/>
      </dsp:nvSpPr>
      <dsp:spPr>
        <a:xfrm rot="5400000">
          <a:off x="6083230" y="-2788951"/>
          <a:ext cx="1067395" cy="691618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kumimoji="1" lang="en-US" altLang="en-US" sz="2000" kern="1200"/>
            <a:t>Uniformity of summary table aggregation units, column names, and results between analyses</a:t>
          </a:r>
          <a:endParaRPr kumimoji="1" lang="ja-JP" altLang="en-US" sz="2000" kern="1200"/>
        </a:p>
      </dsp:txBody>
      <dsp:txXfrm rot="-5400000">
        <a:off x="3158833" y="187552"/>
        <a:ext cx="6864083" cy="963183"/>
      </dsp:txXfrm>
    </dsp:sp>
    <dsp:sp modelId="{B465CB3A-A771-4978-84E8-5B0785A6A340}">
      <dsp:nvSpPr>
        <dsp:cNvPr id="0" name=""/>
        <dsp:cNvSpPr/>
      </dsp:nvSpPr>
      <dsp:spPr>
        <a:xfrm>
          <a:off x="731523" y="2021"/>
          <a:ext cx="2427310" cy="1334244"/>
        </a:xfrm>
        <a:prstGeom prst="roundRect">
          <a:avLst/>
        </a:prstGeom>
        <a:solidFill>
          <a:srgbClr val="00B8B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kumimoji="1" lang="en-US" altLang="ja-JP" sz="2000" b="1" kern="1200"/>
            <a:t>Standardization</a:t>
          </a:r>
          <a:endParaRPr kumimoji="1" lang="ja-JP" altLang="en-US" sz="2000" b="1" kern="1200"/>
        </a:p>
      </dsp:txBody>
      <dsp:txXfrm>
        <a:off x="796655" y="67153"/>
        <a:ext cx="2297046" cy="1203980"/>
      </dsp:txXfrm>
    </dsp:sp>
    <dsp:sp modelId="{B55B2207-61E0-4B41-9C68-AE1DF3551239}">
      <dsp:nvSpPr>
        <dsp:cNvPr id="0" name=""/>
        <dsp:cNvSpPr/>
      </dsp:nvSpPr>
      <dsp:spPr>
        <a:xfrm rot="5400000">
          <a:off x="6083230" y="-1387994"/>
          <a:ext cx="1067395" cy="691618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kumimoji="1" lang="en-US" altLang="en-US" sz="2000" kern="1200"/>
            <a:t>Quick tabulation and re-formatting</a:t>
          </a:r>
          <a:endParaRPr kumimoji="1" lang="ja-JP" altLang="en-US" sz="2000" kern="1200"/>
        </a:p>
        <a:p>
          <a:pPr marL="228600" lvl="1" indent="-228600" algn="l" defTabSz="889000">
            <a:lnSpc>
              <a:spcPct val="90000"/>
            </a:lnSpc>
            <a:spcBef>
              <a:spcPct val="0"/>
            </a:spcBef>
            <a:spcAft>
              <a:spcPct val="15000"/>
            </a:spcAft>
            <a:buChar char="•"/>
          </a:pPr>
          <a:r>
            <a:rPr kumimoji="1" lang="en-US" altLang="ja-JP" sz="2000" kern="1200"/>
            <a:t>Enable QC easier</a:t>
          </a:r>
          <a:endParaRPr kumimoji="1" lang="ja-JP" altLang="en-US" sz="2000" kern="1200"/>
        </a:p>
      </dsp:txBody>
      <dsp:txXfrm rot="-5400000">
        <a:off x="3158833" y="1588509"/>
        <a:ext cx="6864083" cy="963183"/>
      </dsp:txXfrm>
    </dsp:sp>
    <dsp:sp modelId="{ACF058B8-EA91-4961-BCAB-578395A07A9F}">
      <dsp:nvSpPr>
        <dsp:cNvPr id="0" name=""/>
        <dsp:cNvSpPr/>
      </dsp:nvSpPr>
      <dsp:spPr>
        <a:xfrm>
          <a:off x="731523" y="1402977"/>
          <a:ext cx="2427310" cy="1334244"/>
        </a:xfrm>
        <a:prstGeom prst="roundRect">
          <a:avLst/>
        </a:prstGeom>
        <a:solidFill>
          <a:srgbClr val="00B8B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kumimoji="1" lang="en-US" altLang="ja-JP" sz="2000" b="1" kern="1200"/>
            <a:t>Efficiency</a:t>
          </a:r>
          <a:endParaRPr kumimoji="1" lang="ja-JP" altLang="en-US" sz="2000" b="1" kern="1200"/>
        </a:p>
      </dsp:txBody>
      <dsp:txXfrm>
        <a:off x="796655" y="1468109"/>
        <a:ext cx="2297046" cy="1203980"/>
      </dsp:txXfrm>
    </dsp:sp>
    <dsp:sp modelId="{3B9266A9-6229-4DE9-9976-C475EC61E99F}">
      <dsp:nvSpPr>
        <dsp:cNvPr id="0" name=""/>
        <dsp:cNvSpPr/>
      </dsp:nvSpPr>
      <dsp:spPr>
        <a:xfrm rot="5400000">
          <a:off x="6083230" y="12961"/>
          <a:ext cx="1067395" cy="691618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kumimoji="1" lang="en-US" altLang="en-US" sz="2000" kern="1200"/>
            <a:t>The same analysis logic can be easily applied to other study or subgroup.</a:t>
          </a:r>
          <a:endParaRPr kumimoji="1" lang="ja-JP" altLang="en-US" sz="2000" kern="1200"/>
        </a:p>
        <a:p>
          <a:pPr marL="228600" lvl="1" indent="-228600" algn="l" defTabSz="889000">
            <a:lnSpc>
              <a:spcPct val="90000"/>
            </a:lnSpc>
            <a:spcBef>
              <a:spcPct val="0"/>
            </a:spcBef>
            <a:spcAft>
              <a:spcPct val="15000"/>
            </a:spcAft>
            <a:buChar char="•"/>
          </a:pPr>
          <a:r>
            <a:rPr kumimoji="1" lang="en-US" altLang="en-US" sz="2000" kern="1200"/>
            <a:t>ARD can be used in a variety of ways, such as in tables, R Shiny, figures, etc.</a:t>
          </a:r>
          <a:endParaRPr kumimoji="1" lang="ja-JP" altLang="en-US" sz="2000" kern="1200"/>
        </a:p>
      </dsp:txBody>
      <dsp:txXfrm rot="-5400000">
        <a:off x="3158833" y="2989464"/>
        <a:ext cx="6864083" cy="963183"/>
      </dsp:txXfrm>
    </dsp:sp>
    <dsp:sp modelId="{7B33E1CC-54AD-4AB3-BF68-8821E80A5DE7}">
      <dsp:nvSpPr>
        <dsp:cNvPr id="0" name=""/>
        <dsp:cNvSpPr/>
      </dsp:nvSpPr>
      <dsp:spPr>
        <a:xfrm>
          <a:off x="731523" y="2803934"/>
          <a:ext cx="2427310" cy="1334244"/>
        </a:xfrm>
        <a:prstGeom prst="roundRect">
          <a:avLst/>
        </a:prstGeom>
        <a:solidFill>
          <a:srgbClr val="00B8B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kumimoji="1" lang="en-US" altLang="ja-JP" sz="2000" b="1" kern="1200"/>
            <a:t>Reproductivity /Automation</a:t>
          </a:r>
          <a:endParaRPr kumimoji="1" lang="ja-JP" altLang="en-US" sz="2000" b="1" kern="1200"/>
        </a:p>
      </dsp:txBody>
      <dsp:txXfrm>
        <a:off x="796655" y="2869066"/>
        <a:ext cx="2297046" cy="1203980"/>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153894-78FC-4A57-A956-1A7796C34E24}" type="datetimeFigureOut">
              <a:rPr kumimoji="1" lang="ja-JP" altLang="en-US" smtClean="0"/>
              <a:t>2026/4/3</a:t>
            </a:fld>
            <a:endParaRPr kumimoji="1" lang="ja-JP"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CED39A-58DD-4C03-9276-40FE00EB9230}" type="slidenum">
              <a:rPr kumimoji="1" lang="ja-JP" altLang="en-US" smtClean="0"/>
              <a:t>‹#›</a:t>
            </a:fld>
            <a:endParaRPr kumimoji="1" lang="ja-JP" altLang="en-US"/>
          </a:p>
        </p:txBody>
      </p:sp>
    </p:spTree>
    <p:extLst>
      <p:ext uri="{BB962C8B-B14F-4D97-AF65-F5344CB8AC3E}">
        <p14:creationId xmlns:p14="http://schemas.microsoft.com/office/powerpoint/2010/main" val="79943387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altLang="ja-JP" dirty="0"/>
              <a:t>PHUSE</a:t>
            </a:r>
            <a:r>
              <a:rPr kumimoji="1" lang="ja-JP" altLang="en-US" dirty="0"/>
              <a:t> </a:t>
            </a:r>
            <a:r>
              <a:rPr kumimoji="1" lang="en-US" altLang="ja-JP" dirty="0"/>
              <a:t>OST</a:t>
            </a:r>
            <a:r>
              <a:rPr kumimoji="1" lang="ja-JP" altLang="en-US" dirty="0"/>
              <a:t> </a:t>
            </a:r>
            <a:r>
              <a:rPr kumimoji="1" lang="en-US" altLang="ja-JP" dirty="0"/>
              <a:t>package development sub team</a:t>
            </a:r>
            <a:r>
              <a:rPr kumimoji="1" lang="ja-JP" altLang="en-US" dirty="0"/>
              <a:t>の後藤です。</a:t>
            </a:r>
            <a:endParaRPr kumimoji="1" lang="en-US" altLang="ja-JP" dirty="0"/>
          </a:p>
          <a:p>
            <a:r>
              <a:rPr kumimoji="1" lang="ja-JP" altLang="en-US" dirty="0"/>
              <a:t>私からは</a:t>
            </a:r>
            <a:r>
              <a:rPr kumimoji="1" lang="en-US" altLang="ja-JP" dirty="0"/>
              <a:t>PMDA</a:t>
            </a:r>
            <a:r>
              <a:rPr kumimoji="1" lang="ja-JP" altLang="en-US" dirty="0"/>
              <a:t>の</a:t>
            </a:r>
            <a:r>
              <a:rPr kumimoji="1" lang="en-US" altLang="ja-JP" dirty="0"/>
              <a:t>Oncology</a:t>
            </a:r>
            <a:r>
              <a:rPr kumimoji="1" lang="ja-JP" altLang="en-US" dirty="0"/>
              <a:t>領域における照会事項回答用</a:t>
            </a:r>
            <a:r>
              <a:rPr kumimoji="1" lang="en-US" altLang="ja-JP" dirty="0"/>
              <a:t>R Package</a:t>
            </a:r>
            <a:r>
              <a:rPr kumimoji="1" lang="ja-JP" altLang="en-US" dirty="0"/>
              <a:t>について説明させていただきます。</a:t>
            </a:r>
          </a:p>
        </p:txBody>
      </p:sp>
      <p:sp>
        <p:nvSpPr>
          <p:cNvPr id="4" name="Slide Number Placeholder 3"/>
          <p:cNvSpPr>
            <a:spLocks noGrp="1"/>
          </p:cNvSpPr>
          <p:nvPr>
            <p:ph type="sldNum" sz="quarter" idx="5"/>
          </p:nvPr>
        </p:nvSpPr>
        <p:spPr/>
        <p:txBody>
          <a:bodyPr/>
          <a:lstStyle/>
          <a:p>
            <a:fld id="{78CED39A-58DD-4C03-9276-40FE00EB9230}" type="slidenum">
              <a:rPr kumimoji="1" lang="ja-JP" altLang="en-US" smtClean="0"/>
              <a:t>1</a:t>
            </a:fld>
            <a:endParaRPr kumimoji="1" lang="ja-JP" altLang="en-US"/>
          </a:p>
        </p:txBody>
      </p:sp>
    </p:spTree>
    <p:extLst>
      <p:ext uri="{BB962C8B-B14F-4D97-AF65-F5344CB8AC3E}">
        <p14:creationId xmlns:p14="http://schemas.microsoft.com/office/powerpoint/2010/main" val="4814295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78CED39A-58DD-4C03-9276-40FE00EB9230}" type="slidenum">
              <a:rPr kumimoji="1" lang="ja-JP" altLang="en-US" smtClean="0"/>
              <a:t>2</a:t>
            </a:fld>
            <a:endParaRPr kumimoji="1" lang="ja-JP" altLang="en-US"/>
          </a:p>
        </p:txBody>
      </p:sp>
    </p:spTree>
    <p:extLst>
      <p:ext uri="{BB962C8B-B14F-4D97-AF65-F5344CB8AC3E}">
        <p14:creationId xmlns:p14="http://schemas.microsoft.com/office/powerpoint/2010/main" val="28847185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78CED39A-58DD-4C03-9276-40FE00EB9230}" type="slidenum">
              <a:rPr kumimoji="1" lang="ja-JP" altLang="en-US" smtClean="0"/>
              <a:t>3</a:t>
            </a:fld>
            <a:endParaRPr kumimoji="1" lang="ja-JP" altLang="en-US"/>
          </a:p>
        </p:txBody>
      </p:sp>
    </p:spTree>
    <p:extLst>
      <p:ext uri="{BB962C8B-B14F-4D97-AF65-F5344CB8AC3E}">
        <p14:creationId xmlns:p14="http://schemas.microsoft.com/office/powerpoint/2010/main" val="20154812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55C85-AC95-324C-9903-5FC536E557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486D19-0052-4986-B912-2F54A3F29B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CD32A-5DBF-7A29-2483-7F5749BE4AA2}"/>
              </a:ext>
            </a:extLst>
          </p:cNvPr>
          <p:cNvSpPr>
            <a:spLocks noGrp="1"/>
          </p:cNvSpPr>
          <p:nvPr>
            <p:ph type="body" idx="1"/>
          </p:nvPr>
        </p:nvSpPr>
        <p:spPr/>
        <p:txBody>
          <a:bodyPr/>
          <a:lstStyle/>
          <a:p>
            <a:pPr marL="171450" indent="-171450">
              <a:buFont typeface="Arial" panose="020B0604020202020204" pitchFamily="34" charset="0"/>
              <a:buChar char="•"/>
            </a:pPr>
            <a:r>
              <a:rPr kumimoji="1" lang="ja-JP" altLang="en-US" b="1" dirty="0"/>
              <a:t>穴埋め問題の説明</a:t>
            </a:r>
            <a:endParaRPr kumimoji="1" lang="en-US" altLang="ja-JP" b="1" dirty="0"/>
          </a:p>
          <a:p>
            <a:pPr marL="628650" lvl="1" indent="-171450">
              <a:buFont typeface="Arial" panose="020B0604020202020204" pitchFamily="34" charset="0"/>
              <a:buChar char="•"/>
            </a:pPr>
            <a:r>
              <a:rPr kumimoji="1" lang="en-US" altLang="ja-JP" dirty="0"/>
              <a:t>Oncology</a:t>
            </a:r>
            <a:r>
              <a:rPr kumimoji="1" lang="ja-JP" altLang="en-US" dirty="0"/>
              <a:t>の申請においては、</a:t>
            </a:r>
            <a:r>
              <a:rPr kumimoji="1" lang="en-US" altLang="ja-JP" dirty="0"/>
              <a:t>PMDA</a:t>
            </a:r>
            <a:r>
              <a:rPr kumimoji="1" lang="ja-JP" altLang="en-US" dirty="0"/>
              <a:t>から通称穴埋め問題と呼ばれる照会事項が発出されることが知られております。</a:t>
            </a:r>
            <a:endParaRPr kumimoji="1" lang="en-US" altLang="ja-JP"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b="1" dirty="0"/>
              <a:t>詳細説明</a:t>
            </a:r>
            <a:r>
              <a:rPr kumimoji="1" lang="en-US" altLang="ja-JP" b="1" dirty="0"/>
              <a:t>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b="0" dirty="0"/>
              <a:t>穴埋め問題は</a:t>
            </a:r>
            <a:r>
              <a:rPr kumimoji="1" lang="en-US" altLang="ja-JP" b="0" dirty="0"/>
              <a:t>AE</a:t>
            </a:r>
            <a:r>
              <a:rPr kumimoji="1" lang="ja-JP" altLang="en-US" b="0" dirty="0"/>
              <a:t>に関する照会事項でして、具体例を右側にお示ししております。</a:t>
            </a:r>
            <a:endParaRPr kumimoji="1" lang="en-US" altLang="ja-JP" b="0" dirty="0"/>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b="0" dirty="0"/>
              <a:t>穴埋め問題では、</a:t>
            </a:r>
            <a:r>
              <a:rPr kumimoji="1" lang="en-US" altLang="ja-JP" b="0" dirty="0"/>
              <a:t>Grade 3</a:t>
            </a:r>
            <a:r>
              <a:rPr kumimoji="1" lang="ja-JP" altLang="en-US" b="0" dirty="0"/>
              <a:t>以上の有害事象や重篤な有害事象などの</a:t>
            </a:r>
            <a:r>
              <a:rPr kumimoji="1" lang="en-US" altLang="ja-JP" b="0" dirty="0"/>
              <a:t>Type</a:t>
            </a:r>
            <a:r>
              <a:rPr kumimoji="1" lang="ja-JP" altLang="en-US" b="0" dirty="0"/>
              <a:t>ごとの集計を、</a:t>
            </a:r>
            <a:br>
              <a:rPr kumimoji="1" lang="en-US" altLang="ja-JP" b="0" dirty="0"/>
            </a:br>
            <a:r>
              <a:rPr kumimoji="1" lang="ja-JP" altLang="en-US" b="0" dirty="0"/>
              <a:t>何らかの</a:t>
            </a:r>
            <a:r>
              <a:rPr kumimoji="1" lang="en-US" altLang="ja-JP" b="0" dirty="0"/>
              <a:t>Subgroup</a:t>
            </a:r>
            <a:r>
              <a:rPr kumimoji="1" lang="ja-JP" altLang="en-US" b="0" dirty="0"/>
              <a:t>や</a:t>
            </a:r>
            <a:r>
              <a:rPr kumimoji="1" lang="en-US" altLang="ja-JP" b="0" dirty="0"/>
              <a:t>Treatment arm</a:t>
            </a:r>
            <a:r>
              <a:rPr kumimoji="1" lang="ja-JP" altLang="en-US" b="0" dirty="0"/>
              <a:t>ごとに求められることが一般的かと思います。</a:t>
            </a:r>
            <a:endParaRPr kumimoji="1" lang="en-US" altLang="ja-JP" b="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b="0" dirty="0"/>
              <a:t>課題</a:t>
            </a:r>
            <a:endParaRPr kumimoji="1" lang="en-US" altLang="ja-JP" b="0" dirty="0"/>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b="0" dirty="0"/>
              <a:t>この穴埋め問題ではいくつかの課題があります。</a:t>
            </a:r>
            <a:endParaRPr kumimoji="1" lang="en-US" altLang="ja-JP" b="0" dirty="0"/>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b="0" dirty="0"/>
              <a:t>1</a:t>
            </a:r>
            <a:r>
              <a:rPr kumimoji="1" lang="ja-JP" altLang="en-US" b="0" dirty="0"/>
              <a:t>点目としては</a:t>
            </a:r>
            <a:r>
              <a:rPr kumimoji="1" lang="en-US" altLang="ja-JP" b="0" dirty="0"/>
              <a:t>Timeline</a:t>
            </a:r>
            <a:r>
              <a:rPr kumimoji="1" lang="ja-JP" altLang="en-US" b="0" dirty="0"/>
              <a:t>です。申請時にはこの似たようなフォーマットでの解析を短い時間で大量に要求されます。</a:t>
            </a:r>
            <a:endParaRPr kumimoji="1" lang="en-US" altLang="ja-JP" b="0" dirty="0"/>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b="0" dirty="0"/>
              <a:t>2</a:t>
            </a:r>
            <a:r>
              <a:rPr kumimoji="1" lang="ja-JP" altLang="en-US" b="0" dirty="0"/>
              <a:t>点目としては</a:t>
            </a:r>
            <a:r>
              <a:rPr kumimoji="1" lang="en-US" altLang="ja-JP" b="0" dirty="0"/>
              <a:t>Format</a:t>
            </a:r>
            <a:r>
              <a:rPr kumimoji="1" lang="ja-JP" altLang="en-US" b="0" dirty="0"/>
              <a:t>です。</a:t>
            </a:r>
            <a:r>
              <a:rPr kumimoji="1" lang="en-US" altLang="ja-JP" b="0" dirty="0"/>
              <a:t>Format</a:t>
            </a:r>
            <a:r>
              <a:rPr kumimoji="1" lang="ja-JP" altLang="en-US" b="0" dirty="0"/>
              <a:t>が標準化されておらず、</a:t>
            </a:r>
            <a:r>
              <a:rPr kumimoji="1" lang="en-US" altLang="ja-JP" b="0" dirty="0"/>
              <a:t>Subgroup</a:t>
            </a:r>
            <a:r>
              <a:rPr kumimoji="1" lang="ja-JP" altLang="en-US" b="0" dirty="0"/>
              <a:t>や</a:t>
            </a:r>
            <a:r>
              <a:rPr kumimoji="1" lang="en-US" altLang="ja-JP" b="0" dirty="0"/>
              <a:t>AE</a:t>
            </a:r>
            <a:r>
              <a:rPr kumimoji="1" lang="ja-JP" altLang="en-US" b="0" dirty="0"/>
              <a:t>の</a:t>
            </a:r>
            <a:r>
              <a:rPr kumimoji="1" lang="en-US" altLang="ja-JP" b="0" dirty="0"/>
              <a:t>Type</a:t>
            </a:r>
            <a:r>
              <a:rPr kumimoji="1" lang="ja-JP" altLang="en-US" b="0" dirty="0"/>
              <a:t>の定義が照会事項によって変わることがあります。</a:t>
            </a:r>
            <a:endParaRPr kumimoji="1" lang="en-US" altLang="ja-JP" b="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b="0" dirty="0"/>
              <a:t>課題へのアプローチ</a:t>
            </a:r>
            <a:endParaRPr kumimoji="1" lang="en-US" altLang="ja-JP" b="0" dirty="0"/>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b="0" dirty="0"/>
              <a:t>これらの課題に対して、パッケージを通じてアプローチをしていく、というものが本サブチームの取り組みです。</a:t>
            </a:r>
            <a:endParaRPr kumimoji="1" lang="en-US" altLang="ja-JP" b="0" dirty="0"/>
          </a:p>
        </p:txBody>
      </p:sp>
      <p:sp>
        <p:nvSpPr>
          <p:cNvPr id="4" name="Slide Number Placeholder 3">
            <a:extLst>
              <a:ext uri="{FF2B5EF4-FFF2-40B4-BE49-F238E27FC236}">
                <a16:creationId xmlns:a16="http://schemas.microsoft.com/office/drawing/2014/main" id="{39219457-D0A6-2712-0397-F879A7B3E4C6}"/>
              </a:ext>
            </a:extLst>
          </p:cNvPr>
          <p:cNvSpPr>
            <a:spLocks noGrp="1"/>
          </p:cNvSpPr>
          <p:nvPr>
            <p:ph type="sldNum" sz="quarter" idx="5"/>
          </p:nvPr>
        </p:nvSpPr>
        <p:spPr/>
        <p:txBody>
          <a:bodyPr/>
          <a:lstStyle/>
          <a:p>
            <a:fld id="{78CED39A-58DD-4C03-9276-40FE00EB9230}" type="slidenum">
              <a:rPr kumimoji="1" lang="ja-JP" altLang="en-US" smtClean="0"/>
              <a:t>4</a:t>
            </a:fld>
            <a:endParaRPr kumimoji="1" lang="ja-JP" altLang="en-US"/>
          </a:p>
        </p:txBody>
      </p:sp>
    </p:spTree>
    <p:extLst>
      <p:ext uri="{BB962C8B-B14F-4D97-AF65-F5344CB8AC3E}">
        <p14:creationId xmlns:p14="http://schemas.microsoft.com/office/powerpoint/2010/main" val="42083963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kumimoji="1" lang="ja-JP" altLang="en-US" dirty="0"/>
              <a:t>パッケージについて</a:t>
            </a:r>
            <a:endParaRPr kumimoji="1" lang="en-US" altLang="ja-JP" dirty="0"/>
          </a:p>
          <a:p>
            <a:pPr marL="628650" lvl="1" indent="-171450">
              <a:buFont typeface="Arial" panose="020B0604020202020204" pitchFamily="34" charset="0"/>
              <a:buChar char="•"/>
            </a:pPr>
            <a:r>
              <a:rPr kumimoji="1" lang="ja-JP" altLang="en-US" dirty="0"/>
              <a:t>穴埋め問題への回答を効率化するため、現在私たちが作成をしているのが、この</a:t>
            </a:r>
            <a:r>
              <a:rPr kumimoji="1" lang="en-US" altLang="ja-JP" dirty="0"/>
              <a:t>{</a:t>
            </a:r>
            <a:r>
              <a:rPr kumimoji="1" lang="en-US" altLang="ja-JP" dirty="0" err="1"/>
              <a:t>anaume</a:t>
            </a:r>
            <a:r>
              <a:rPr kumimoji="1" lang="en-US" altLang="ja-JP" dirty="0"/>
              <a:t>} package</a:t>
            </a:r>
            <a:r>
              <a:rPr kumimoji="1" lang="ja-JP" altLang="en-US" dirty="0"/>
              <a:t>です。</a:t>
            </a:r>
            <a:endParaRPr kumimoji="1" lang="en-US" altLang="ja-JP" dirty="0"/>
          </a:p>
          <a:p>
            <a:pPr marL="628650" lvl="1" indent="-171450">
              <a:buFont typeface="Arial" panose="020B0604020202020204" pitchFamily="34" charset="0"/>
              <a:buChar char="•"/>
            </a:pPr>
            <a:r>
              <a:rPr kumimoji="1" lang="ja-JP" altLang="en-US" dirty="0"/>
              <a:t>日本特有の</a:t>
            </a:r>
            <a:r>
              <a:rPr kumimoji="1" lang="en-US" altLang="ja-JP" dirty="0"/>
              <a:t>Package</a:t>
            </a:r>
            <a:r>
              <a:rPr kumimoji="1" lang="ja-JP" altLang="en-US" dirty="0"/>
              <a:t>になると思いますので、日本ぽいものを載せておこうということで、穴を埋めている忍者を載せています。</a:t>
            </a:r>
            <a:endParaRPr kumimoji="1" lang="en-US" altLang="ja-JP" dirty="0"/>
          </a:p>
          <a:p>
            <a:pPr marL="171450" lvl="0" indent="-171450">
              <a:buFont typeface="Arial" panose="020B0604020202020204" pitchFamily="34" charset="0"/>
              <a:buChar char="•"/>
            </a:pPr>
            <a:endParaRPr kumimoji="1" lang="en-US" altLang="ja-JP" dirty="0"/>
          </a:p>
          <a:p>
            <a:pPr marL="171450" lvl="0" indent="-171450">
              <a:buFont typeface="Arial" panose="020B0604020202020204" pitchFamily="34" charset="0"/>
              <a:buChar char="•"/>
            </a:pPr>
            <a:r>
              <a:rPr kumimoji="1" lang="ja-JP" altLang="en-US" dirty="0"/>
              <a:t>特徴</a:t>
            </a:r>
            <a:endParaRPr kumimoji="1" lang="en-US" altLang="ja-JP" dirty="0"/>
          </a:p>
          <a:p>
            <a:pPr marL="628650" lvl="1" indent="-171450">
              <a:buFont typeface="Arial" panose="020B0604020202020204" pitchFamily="34" charset="0"/>
              <a:buChar char="•"/>
            </a:pPr>
            <a:r>
              <a:rPr kumimoji="1" lang="ja-JP" altLang="en-US" dirty="0"/>
              <a:t>特徴としては、解析結果を出力する前に一度</a:t>
            </a:r>
            <a:r>
              <a:rPr kumimoji="1" lang="en-US" altLang="ja-JP" dirty="0" err="1"/>
              <a:t>ADaM</a:t>
            </a:r>
            <a:r>
              <a:rPr kumimoji="1" lang="ja-JP" altLang="en-US" dirty="0"/>
              <a:t>を</a:t>
            </a:r>
            <a:r>
              <a:rPr kumimoji="1" lang="en-US" altLang="ja-JP" dirty="0"/>
              <a:t>ARD</a:t>
            </a:r>
            <a:r>
              <a:rPr kumimoji="1" lang="ja-JP" altLang="en-US" dirty="0"/>
              <a:t>形式に変換しておりまして、その後</a:t>
            </a:r>
            <a:r>
              <a:rPr kumimoji="1" lang="en-US" altLang="ja-JP" dirty="0"/>
              <a:t>ARD</a:t>
            </a:r>
            <a:r>
              <a:rPr kumimoji="1" lang="ja-JP" altLang="en-US" dirty="0"/>
              <a:t>から</a:t>
            </a:r>
            <a:r>
              <a:rPr kumimoji="1" lang="en-US" altLang="ja-JP" dirty="0"/>
              <a:t>Table</a:t>
            </a:r>
            <a:r>
              <a:rPr kumimoji="1" lang="ja-JP" altLang="en-US" dirty="0"/>
              <a:t>を作成します。</a:t>
            </a:r>
            <a:endParaRPr kumimoji="1" lang="en-US" altLang="ja-JP" dirty="0"/>
          </a:p>
          <a:p>
            <a:pPr marL="628650" lvl="1" indent="-171450">
              <a:buFont typeface="Arial" panose="020B0604020202020204" pitchFamily="34" charset="0"/>
              <a:buChar char="•"/>
            </a:pPr>
            <a:endParaRPr kumimoji="1" lang="en-US" altLang="ja-JP" dirty="0"/>
          </a:p>
        </p:txBody>
      </p:sp>
      <p:sp>
        <p:nvSpPr>
          <p:cNvPr id="4" name="Slide Number Placeholder 3"/>
          <p:cNvSpPr>
            <a:spLocks noGrp="1"/>
          </p:cNvSpPr>
          <p:nvPr>
            <p:ph type="sldNum" sz="quarter" idx="5"/>
          </p:nvPr>
        </p:nvSpPr>
        <p:spPr/>
        <p:txBody>
          <a:bodyPr/>
          <a:lstStyle/>
          <a:p>
            <a:fld id="{78CED39A-58DD-4C03-9276-40FE00EB9230}" type="slidenum">
              <a:rPr kumimoji="1" lang="ja-JP" altLang="en-US" smtClean="0"/>
              <a:t>5</a:t>
            </a:fld>
            <a:endParaRPr kumimoji="1" lang="ja-JP" altLang="en-US"/>
          </a:p>
        </p:txBody>
      </p:sp>
    </p:spTree>
    <p:extLst>
      <p:ext uri="{BB962C8B-B14F-4D97-AF65-F5344CB8AC3E}">
        <p14:creationId xmlns:p14="http://schemas.microsoft.com/office/powerpoint/2010/main" val="12116910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36636-2F9C-4B2D-90C7-CA835BD65F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B90E8B-6F90-F7E4-94B8-33CBBDC296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B32A91-4405-D2C1-839E-245AA3E12E77}"/>
              </a:ext>
            </a:extLst>
          </p:cNvPr>
          <p:cNvSpPr>
            <a:spLocks noGrp="1"/>
          </p:cNvSpPr>
          <p:nvPr>
            <p:ph type="body" idx="1"/>
          </p:nvPr>
        </p:nvSpPr>
        <p:spPr/>
        <p:txBody>
          <a:bodyPr/>
          <a:lstStyle/>
          <a:p>
            <a:pPr marL="171450" indent="-171450">
              <a:buFont typeface="Arial" panose="020B0604020202020204" pitchFamily="34" charset="0"/>
              <a:buChar char="•"/>
            </a:pPr>
            <a:r>
              <a:rPr kumimoji="1" lang="en-US" altLang="ja-JP" dirty="0"/>
              <a:t>ARD</a:t>
            </a:r>
            <a:r>
              <a:rPr kumimoji="1" lang="ja-JP" altLang="en-US" dirty="0"/>
              <a:t>とは</a:t>
            </a:r>
            <a:endParaRPr kumimoji="1" lang="en-US" altLang="ja-JP" dirty="0"/>
          </a:p>
          <a:p>
            <a:pPr marL="628650" lvl="1" indent="-171450">
              <a:buFont typeface="Arial" panose="020B0604020202020204" pitchFamily="34" charset="0"/>
              <a:buChar char="•"/>
            </a:pPr>
            <a:r>
              <a:rPr kumimoji="1" lang="en-US" altLang="ja-JP" dirty="0"/>
              <a:t>ARD</a:t>
            </a:r>
            <a:r>
              <a:rPr kumimoji="1" lang="ja-JP" altLang="en-US" dirty="0"/>
              <a:t>とは、</a:t>
            </a:r>
            <a:r>
              <a:rPr lang="en-US" altLang="ja-JP" dirty="0"/>
              <a:t>Analysis Results Data </a:t>
            </a:r>
            <a:r>
              <a:rPr lang="ja-JP" altLang="en-US" dirty="0"/>
              <a:t>の略</a:t>
            </a:r>
            <a:endParaRPr lang="en-US" altLang="ja-JP" dirty="0"/>
          </a:p>
          <a:p>
            <a:pPr marL="628650" lvl="1" indent="-171450">
              <a:buFont typeface="Arial" panose="020B0604020202020204" pitchFamily="34" charset="0"/>
              <a:buChar char="•"/>
            </a:pPr>
            <a:r>
              <a:rPr lang="ja-JP" altLang="en-US" dirty="0"/>
              <a:t>解析結果を標準化した出力形式</a:t>
            </a:r>
            <a:endParaRPr lang="en-US" altLang="ja-JP" dirty="0"/>
          </a:p>
          <a:p>
            <a:pPr marL="628650" lvl="1" indent="-171450">
              <a:buFont typeface="Arial" panose="020B0604020202020204" pitchFamily="34" charset="0"/>
              <a:buChar char="•"/>
            </a:pPr>
            <a:r>
              <a:rPr lang="ja-JP" altLang="en-US" dirty="0"/>
              <a:t>解析結果ではあるが、</a:t>
            </a:r>
            <a:r>
              <a:rPr lang="en-US" altLang="ja-JP" dirty="0"/>
              <a:t>rtf</a:t>
            </a:r>
            <a:r>
              <a:rPr lang="ja-JP" altLang="en-US" dirty="0"/>
              <a:t>や</a:t>
            </a:r>
            <a:r>
              <a:rPr lang="en-US" altLang="ja-JP" dirty="0"/>
              <a:t>pdf</a:t>
            </a:r>
            <a:r>
              <a:rPr lang="ja-JP" altLang="en-US" dirty="0"/>
              <a:t>と異なりデータテーブルの形式になっております。</a:t>
            </a:r>
            <a:br>
              <a:rPr lang="en-US" altLang="ja-JP" dirty="0"/>
            </a:br>
            <a:endParaRPr kumimoji="1" lang="en-US" altLang="ja-JP" dirty="0"/>
          </a:p>
          <a:p>
            <a:endParaRPr kumimoji="1" lang="en-US" altLang="ja-JP" dirty="0"/>
          </a:p>
          <a:p>
            <a:endParaRPr kumimoji="1" lang="en-US" altLang="ja-JP" dirty="0"/>
          </a:p>
          <a:p>
            <a:r>
              <a:rPr kumimoji="1" lang="en-US" altLang="ja-JP" dirty="0"/>
              <a:t>{cards} </a:t>
            </a:r>
            <a:r>
              <a:rPr kumimoji="1" lang="ja-JP" altLang="en-US" dirty="0"/>
              <a:t>が出力する </a:t>
            </a:r>
            <a:r>
              <a:rPr kumimoji="1" lang="en-US" altLang="ja-JP" dirty="0"/>
              <a:t>ARD </a:t>
            </a:r>
            <a:r>
              <a:rPr kumimoji="1" lang="ja-JP" altLang="en-US" dirty="0"/>
              <a:t>は、単なる「サマリーテーブルの一時的な集計結果」ではなく、以下のように再利用可能かつ規格に沿った形で設計されています。</a:t>
            </a:r>
          </a:p>
          <a:p>
            <a:r>
              <a:rPr kumimoji="1" lang="ja-JP" altLang="en-US" dirty="0"/>
              <a:t>標準化されたカラム設計</a:t>
            </a:r>
          </a:p>
          <a:p>
            <a:r>
              <a:rPr kumimoji="1" lang="ja-JP" altLang="en-US" dirty="0"/>
              <a:t>例</a:t>
            </a:r>
            <a:r>
              <a:rPr kumimoji="1" lang="en-US" altLang="ja-JP" dirty="0"/>
              <a:t>: parameter</a:t>
            </a:r>
            <a:r>
              <a:rPr kumimoji="1" lang="ja-JP" altLang="en-US" dirty="0"/>
              <a:t>（解析対象の項目名）、</a:t>
            </a:r>
            <a:r>
              <a:rPr kumimoji="1" lang="en-US" altLang="ja-JP" dirty="0" err="1"/>
              <a:t>analysis_value</a:t>
            </a:r>
            <a:r>
              <a:rPr kumimoji="1" lang="ja-JP" altLang="en-US" dirty="0"/>
              <a:t>（結果値）、</a:t>
            </a:r>
            <a:r>
              <a:rPr kumimoji="1" lang="en-US" altLang="ja-JP" dirty="0" err="1"/>
              <a:t>analysis_var</a:t>
            </a:r>
            <a:r>
              <a:rPr kumimoji="1" lang="ja-JP" altLang="en-US" dirty="0"/>
              <a:t>（どの変数を集計したか）、</a:t>
            </a:r>
            <a:r>
              <a:rPr kumimoji="1" lang="en-US" altLang="ja-JP" dirty="0" err="1"/>
              <a:t>trt_group</a:t>
            </a:r>
            <a:r>
              <a:rPr kumimoji="1" lang="ja-JP" altLang="en-US" dirty="0"/>
              <a:t>（治療群）、</a:t>
            </a:r>
            <a:r>
              <a:rPr kumimoji="1" lang="en-US" altLang="ja-JP" dirty="0"/>
              <a:t>population</a:t>
            </a:r>
            <a:r>
              <a:rPr kumimoji="1" lang="ja-JP" altLang="en-US" dirty="0"/>
              <a:t>（母集団定義）など。</a:t>
            </a:r>
          </a:p>
          <a:p>
            <a:r>
              <a:rPr kumimoji="1" lang="ja-JP" altLang="en-US" dirty="0"/>
              <a:t>メタデータ付き</a:t>
            </a:r>
          </a:p>
          <a:p>
            <a:r>
              <a:rPr kumimoji="1" lang="ja-JP" altLang="en-US" dirty="0"/>
              <a:t>解析の種類（例</a:t>
            </a:r>
            <a:r>
              <a:rPr kumimoji="1" lang="en-US" altLang="ja-JP" dirty="0"/>
              <a:t>: AE incidence, summary statistics</a:t>
            </a:r>
            <a:r>
              <a:rPr kumimoji="1" lang="ja-JP" altLang="en-US" dirty="0"/>
              <a:t>）、集計方法、分母の定義（</a:t>
            </a:r>
            <a:r>
              <a:rPr kumimoji="1" lang="en-US" altLang="ja-JP" dirty="0"/>
              <a:t>N</a:t>
            </a:r>
            <a:r>
              <a:rPr kumimoji="1" lang="ja-JP" altLang="en-US" dirty="0"/>
              <a:t>）、小数点桁数などを保持。</a:t>
            </a:r>
          </a:p>
          <a:p>
            <a:r>
              <a:rPr kumimoji="1" lang="ja-JP" altLang="en-US" dirty="0"/>
              <a:t>人が読むテーブルだけでなく、マシンリーダブル</a:t>
            </a:r>
          </a:p>
          <a:p>
            <a:r>
              <a:rPr kumimoji="1" lang="ja-JP" altLang="en-US" dirty="0"/>
              <a:t>結果が</a:t>
            </a:r>
            <a:r>
              <a:rPr kumimoji="1" lang="en-US" altLang="ja-JP" dirty="0"/>
              <a:t>JSON</a:t>
            </a:r>
            <a:r>
              <a:rPr kumimoji="1" lang="ja-JP" altLang="en-US" dirty="0"/>
              <a:t>や規格化データとして保持できるため、後続処理（可視化、再集計、照会対応）に適用可能。</a:t>
            </a:r>
          </a:p>
          <a:p>
            <a:endParaRPr kumimoji="1" lang="ja-JP" altLang="en-US" dirty="0"/>
          </a:p>
        </p:txBody>
      </p:sp>
      <p:sp>
        <p:nvSpPr>
          <p:cNvPr id="4" name="Slide Number Placeholder 3">
            <a:extLst>
              <a:ext uri="{FF2B5EF4-FFF2-40B4-BE49-F238E27FC236}">
                <a16:creationId xmlns:a16="http://schemas.microsoft.com/office/drawing/2014/main" id="{772F9005-0499-009B-A84F-6957B8AF84F1}"/>
              </a:ext>
            </a:extLst>
          </p:cNvPr>
          <p:cNvSpPr>
            <a:spLocks noGrp="1"/>
          </p:cNvSpPr>
          <p:nvPr>
            <p:ph type="sldNum" sz="quarter" idx="5"/>
          </p:nvPr>
        </p:nvSpPr>
        <p:spPr/>
        <p:txBody>
          <a:bodyPr/>
          <a:lstStyle/>
          <a:p>
            <a:fld id="{78CED39A-58DD-4C03-9276-40FE00EB9230}" type="slidenum">
              <a:rPr kumimoji="1" lang="ja-JP" altLang="en-US" smtClean="0"/>
              <a:t>6</a:t>
            </a:fld>
            <a:endParaRPr kumimoji="1" lang="ja-JP" altLang="en-US"/>
          </a:p>
        </p:txBody>
      </p:sp>
    </p:spTree>
    <p:extLst>
      <p:ext uri="{BB962C8B-B14F-4D97-AF65-F5344CB8AC3E}">
        <p14:creationId xmlns:p14="http://schemas.microsoft.com/office/powerpoint/2010/main" val="10486197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r>
              <a:rPr lang="ja-JP" altLang="en-US" dirty="0"/>
              <a:t>利用するメリット</a:t>
            </a:r>
            <a:endParaRPr lang="en-US" altLang="ja-JP" dirty="0"/>
          </a:p>
          <a:p>
            <a:pPr marL="628650" lvl="1" indent="-171450">
              <a:buFont typeface="Arial" panose="020B0604020202020204" pitchFamily="34" charset="0"/>
              <a:buChar char="•"/>
            </a:pPr>
            <a:r>
              <a:rPr lang="en-US" altLang="ja-JP" dirty="0"/>
              <a:t>1</a:t>
            </a:r>
            <a:r>
              <a:rPr lang="ja-JP" altLang="en-US" dirty="0"/>
              <a:t>つ名は標準化：列名や構造が標準化されていて扱いやすい</a:t>
            </a:r>
            <a:endParaRPr lang="en-US" altLang="ja-JP" dirty="0"/>
          </a:p>
          <a:p>
            <a:pPr marL="628650" lvl="1" indent="-171450">
              <a:buFont typeface="Arial" panose="020B0604020202020204" pitchFamily="34" charset="0"/>
              <a:buChar char="•"/>
            </a:pPr>
            <a:r>
              <a:rPr lang="en-US" altLang="ja-JP" dirty="0"/>
              <a:t>2</a:t>
            </a:r>
            <a:r>
              <a:rPr lang="ja-JP" altLang="en-US" dirty="0"/>
              <a:t>つ名は効率：データとして解析結果を保有しているため、</a:t>
            </a:r>
            <a:r>
              <a:rPr lang="en-US" altLang="ja-JP" dirty="0"/>
              <a:t>Format</a:t>
            </a:r>
            <a:r>
              <a:rPr lang="ja-JP" altLang="en-US" dirty="0"/>
              <a:t>の変更が容易で</a:t>
            </a:r>
            <a:r>
              <a:rPr lang="en-US" altLang="ja-JP" dirty="0"/>
              <a:t>QC</a:t>
            </a:r>
            <a:r>
              <a:rPr lang="ja-JP" altLang="en-US" dirty="0"/>
              <a:t>も取りやすい</a:t>
            </a:r>
            <a:endParaRPr lang="en-US" altLang="ja-JP" dirty="0"/>
          </a:p>
          <a:p>
            <a:pPr marL="628650" lvl="1" indent="-171450">
              <a:buFont typeface="Arial" panose="020B0604020202020204" pitchFamily="34" charset="0"/>
              <a:buChar char="•"/>
            </a:pPr>
            <a:r>
              <a:rPr lang="en-US" altLang="ja-JP" dirty="0"/>
              <a:t>3</a:t>
            </a:r>
            <a:r>
              <a:rPr lang="ja-JP" altLang="en-US" dirty="0"/>
              <a:t>つ名は再利用・自動化の観点：また、</a:t>
            </a:r>
            <a:r>
              <a:rPr lang="en-US" altLang="ja-JP" dirty="0"/>
              <a:t>Table</a:t>
            </a:r>
            <a:r>
              <a:rPr lang="ja-JP" altLang="en-US" dirty="0"/>
              <a:t>として出力するだけでなく、</a:t>
            </a:r>
            <a:r>
              <a:rPr lang="en-US" altLang="ja-JP" dirty="0"/>
              <a:t>R Shiny</a:t>
            </a:r>
            <a:r>
              <a:rPr lang="ja-JP" altLang="en-US" dirty="0"/>
              <a:t>にも転用できるなど、再利用しやすい、オートメーションに使用しやすいなどもメリットになっています。</a:t>
            </a:r>
            <a:endParaRPr lang="en-US" altLang="ja-JP" dirty="0"/>
          </a:p>
          <a:p>
            <a:endParaRPr kumimoji="1" lang="ja-JP" altLang="en-US" dirty="0"/>
          </a:p>
        </p:txBody>
      </p:sp>
      <p:sp>
        <p:nvSpPr>
          <p:cNvPr id="4" name="Slide Number Placeholder 3"/>
          <p:cNvSpPr>
            <a:spLocks noGrp="1"/>
          </p:cNvSpPr>
          <p:nvPr>
            <p:ph type="sldNum" sz="quarter" idx="5"/>
          </p:nvPr>
        </p:nvSpPr>
        <p:spPr/>
        <p:txBody>
          <a:bodyPr/>
          <a:lstStyle/>
          <a:p>
            <a:fld id="{78CED39A-58DD-4C03-9276-40FE00EB9230}" type="slidenum">
              <a:rPr kumimoji="1" lang="ja-JP" altLang="en-US" smtClean="0"/>
              <a:t>7</a:t>
            </a:fld>
            <a:endParaRPr kumimoji="1" lang="ja-JP" altLang="en-US"/>
          </a:p>
        </p:txBody>
      </p:sp>
    </p:spTree>
    <p:extLst>
      <p:ext uri="{BB962C8B-B14F-4D97-AF65-F5344CB8AC3E}">
        <p14:creationId xmlns:p14="http://schemas.microsoft.com/office/powerpoint/2010/main" val="12432600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36FEA-A9AC-499A-9993-8CB25BF3B9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AB5984-26F7-C5CD-EF68-B2684ADBE8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5B2958-C02B-E8A1-0766-28CB995FE0A0}"/>
              </a:ext>
            </a:extLst>
          </p:cNvPr>
          <p:cNvSpPr>
            <a:spLocks noGrp="1"/>
          </p:cNvSpPr>
          <p:nvPr>
            <p:ph type="body" idx="1"/>
          </p:nvPr>
        </p:nvSpPr>
        <p:spPr/>
        <p:txBody>
          <a:bodyPr/>
          <a:lstStyle/>
          <a:p>
            <a:pPr marL="171450" indent="-171450">
              <a:buFont typeface="Arial" panose="020B0604020202020204" pitchFamily="34" charset="0"/>
              <a:buChar char="•"/>
            </a:pPr>
            <a:r>
              <a:rPr kumimoji="1" lang="ja-JP" altLang="en-US" dirty="0"/>
              <a:t>穴埋め問題の回答作成の流れ：</a:t>
            </a:r>
            <a:endParaRPr kumimoji="1" lang="en-US" altLang="ja-JP" dirty="0"/>
          </a:p>
          <a:p>
            <a:pPr marL="628650" lvl="1" indent="-171450">
              <a:buFont typeface="Arial" panose="020B0604020202020204" pitchFamily="34" charset="0"/>
              <a:buChar char="•"/>
            </a:pPr>
            <a:r>
              <a:rPr kumimoji="1" lang="ja-JP" altLang="en-US" dirty="0"/>
              <a:t>穴埋め問題の回答を作成するまでの流れを表した図がこちらになります。</a:t>
            </a:r>
            <a:endParaRPr kumimoji="1" lang="en-US" altLang="ja-JP" dirty="0"/>
          </a:p>
          <a:p>
            <a:pPr marL="628650" lvl="1" indent="-171450">
              <a:buFont typeface="Arial" panose="020B0604020202020204" pitchFamily="34" charset="0"/>
              <a:buChar char="•"/>
            </a:pPr>
            <a:r>
              <a:rPr kumimoji="1" lang="en-US" altLang="ja-JP" dirty="0" err="1"/>
              <a:t>ADaM</a:t>
            </a:r>
            <a:r>
              <a:rPr kumimoji="1" lang="ja-JP" altLang="en-US" dirty="0"/>
              <a:t>を</a:t>
            </a:r>
            <a:r>
              <a:rPr kumimoji="1" lang="en-US" altLang="ja-JP" dirty="0"/>
              <a:t>{cards} package</a:t>
            </a:r>
            <a:r>
              <a:rPr kumimoji="1" lang="ja-JP" altLang="en-US" dirty="0"/>
              <a:t>を用いて</a:t>
            </a:r>
            <a:r>
              <a:rPr kumimoji="1" lang="en-US" altLang="ja-JP" dirty="0"/>
              <a:t>ARD</a:t>
            </a:r>
            <a:r>
              <a:rPr kumimoji="1" lang="ja-JP" altLang="en-US" dirty="0"/>
              <a:t>形式に変換します。その後、</a:t>
            </a:r>
            <a:r>
              <a:rPr kumimoji="1" lang="en-US" altLang="ja-JP" dirty="0" err="1"/>
              <a:t>gtsummary</a:t>
            </a:r>
            <a:r>
              <a:rPr kumimoji="1" lang="ja-JP" altLang="en-US" dirty="0"/>
              <a:t>や</a:t>
            </a:r>
            <a:r>
              <a:rPr kumimoji="1" lang="en-US" altLang="ja-JP" dirty="0" err="1"/>
              <a:t>tfrmt</a:t>
            </a:r>
            <a:r>
              <a:rPr kumimoji="1" lang="ja-JP" altLang="en-US" dirty="0"/>
              <a:t>といった</a:t>
            </a:r>
            <a:r>
              <a:rPr kumimoji="1" lang="en-US" altLang="ja-JP" dirty="0"/>
              <a:t>Package</a:t>
            </a:r>
            <a:r>
              <a:rPr kumimoji="1" lang="ja-JP" altLang="en-US" dirty="0"/>
              <a:t>を用いて</a:t>
            </a:r>
            <a:r>
              <a:rPr kumimoji="1" lang="en-US" altLang="ja-JP" dirty="0"/>
              <a:t>Report</a:t>
            </a:r>
            <a:r>
              <a:rPr kumimoji="1" lang="ja-JP" altLang="en-US" dirty="0"/>
              <a:t>形式にして出力いたします。</a:t>
            </a:r>
            <a:endParaRPr kumimoji="1" lang="en-US" altLang="ja-JP" dirty="0"/>
          </a:p>
          <a:p>
            <a:pPr marL="457200" lvl="1" indent="0">
              <a:buFont typeface="Arial" panose="020B0604020202020204" pitchFamily="34" charset="0"/>
              <a:buNone/>
            </a:pPr>
            <a:endParaRPr kumimoji="1" lang="en-US" altLang="ja-JP" dirty="0"/>
          </a:p>
          <a:p>
            <a:endParaRPr kumimoji="1" lang="en-US" altLang="ja-JP" dirty="0"/>
          </a:p>
          <a:p>
            <a:endParaRPr kumimoji="1" lang="en-US" altLang="ja-JP" dirty="0"/>
          </a:p>
          <a:p>
            <a:r>
              <a:rPr kumimoji="1" lang="en-US" altLang="ja-JP" dirty="0"/>
              <a:t>{cards} </a:t>
            </a:r>
            <a:r>
              <a:rPr kumimoji="1" lang="ja-JP" altLang="en-US" dirty="0"/>
              <a:t>が出力する </a:t>
            </a:r>
            <a:r>
              <a:rPr kumimoji="1" lang="en-US" altLang="ja-JP" dirty="0"/>
              <a:t>ARD </a:t>
            </a:r>
            <a:r>
              <a:rPr kumimoji="1" lang="ja-JP" altLang="en-US" dirty="0"/>
              <a:t>は、単なる「サマリーテーブルの一時的な集計結果」ではなく、以下のように再利用可能かつ規格に沿った形で設計されています。</a:t>
            </a:r>
          </a:p>
          <a:p>
            <a:r>
              <a:rPr kumimoji="1" lang="ja-JP" altLang="en-US" dirty="0"/>
              <a:t>標準化されたカラム設計</a:t>
            </a:r>
          </a:p>
          <a:p>
            <a:r>
              <a:rPr kumimoji="1" lang="ja-JP" altLang="en-US" dirty="0"/>
              <a:t>例</a:t>
            </a:r>
            <a:r>
              <a:rPr kumimoji="1" lang="en-US" altLang="ja-JP" dirty="0"/>
              <a:t>: parameter</a:t>
            </a:r>
            <a:r>
              <a:rPr kumimoji="1" lang="ja-JP" altLang="en-US" dirty="0"/>
              <a:t>（解析対象の項目名）、</a:t>
            </a:r>
            <a:r>
              <a:rPr kumimoji="1" lang="en-US" altLang="ja-JP" dirty="0" err="1"/>
              <a:t>analysis_value</a:t>
            </a:r>
            <a:r>
              <a:rPr kumimoji="1" lang="ja-JP" altLang="en-US" dirty="0"/>
              <a:t>（結果値）、</a:t>
            </a:r>
            <a:r>
              <a:rPr kumimoji="1" lang="en-US" altLang="ja-JP" dirty="0" err="1"/>
              <a:t>analysis_var</a:t>
            </a:r>
            <a:r>
              <a:rPr kumimoji="1" lang="ja-JP" altLang="en-US" dirty="0"/>
              <a:t>（どの変数を集計したか）、</a:t>
            </a:r>
            <a:r>
              <a:rPr kumimoji="1" lang="en-US" altLang="ja-JP" dirty="0" err="1"/>
              <a:t>trt_group</a:t>
            </a:r>
            <a:r>
              <a:rPr kumimoji="1" lang="ja-JP" altLang="en-US" dirty="0"/>
              <a:t>（治療群）、</a:t>
            </a:r>
            <a:r>
              <a:rPr kumimoji="1" lang="en-US" altLang="ja-JP" dirty="0"/>
              <a:t>population</a:t>
            </a:r>
            <a:r>
              <a:rPr kumimoji="1" lang="ja-JP" altLang="en-US" dirty="0"/>
              <a:t>（母集団定義）など。</a:t>
            </a:r>
          </a:p>
          <a:p>
            <a:r>
              <a:rPr kumimoji="1" lang="ja-JP" altLang="en-US" dirty="0"/>
              <a:t>メタデータ付き</a:t>
            </a:r>
          </a:p>
          <a:p>
            <a:r>
              <a:rPr kumimoji="1" lang="ja-JP" altLang="en-US" dirty="0"/>
              <a:t>解析の種類（例</a:t>
            </a:r>
            <a:r>
              <a:rPr kumimoji="1" lang="en-US" altLang="ja-JP" dirty="0"/>
              <a:t>: AE incidence, summary statistics</a:t>
            </a:r>
            <a:r>
              <a:rPr kumimoji="1" lang="ja-JP" altLang="en-US" dirty="0"/>
              <a:t>）、集計方法、分母の定義（</a:t>
            </a:r>
            <a:r>
              <a:rPr kumimoji="1" lang="en-US" altLang="ja-JP" dirty="0"/>
              <a:t>N</a:t>
            </a:r>
            <a:r>
              <a:rPr kumimoji="1" lang="ja-JP" altLang="en-US" dirty="0"/>
              <a:t>）、小数点桁数などを保持。</a:t>
            </a:r>
          </a:p>
          <a:p>
            <a:r>
              <a:rPr kumimoji="1" lang="ja-JP" altLang="en-US" dirty="0"/>
              <a:t>人が読むテーブルだけでなく、マシンリーダブル</a:t>
            </a:r>
          </a:p>
          <a:p>
            <a:r>
              <a:rPr kumimoji="1" lang="ja-JP" altLang="en-US" dirty="0"/>
              <a:t>結果が</a:t>
            </a:r>
            <a:r>
              <a:rPr kumimoji="1" lang="en-US" altLang="ja-JP" dirty="0"/>
              <a:t>JSON</a:t>
            </a:r>
            <a:r>
              <a:rPr kumimoji="1" lang="ja-JP" altLang="en-US" dirty="0"/>
              <a:t>や規格化データとして保持できるため、後続処理（可視化、再集計、照会対応）に適用可能。</a:t>
            </a:r>
          </a:p>
          <a:p>
            <a:endParaRPr kumimoji="1" lang="ja-JP" altLang="en-US" dirty="0"/>
          </a:p>
        </p:txBody>
      </p:sp>
      <p:sp>
        <p:nvSpPr>
          <p:cNvPr id="4" name="Slide Number Placeholder 3">
            <a:extLst>
              <a:ext uri="{FF2B5EF4-FFF2-40B4-BE49-F238E27FC236}">
                <a16:creationId xmlns:a16="http://schemas.microsoft.com/office/drawing/2014/main" id="{9CC13F7C-8AC8-28A6-7224-171CD5E8AD23}"/>
              </a:ext>
            </a:extLst>
          </p:cNvPr>
          <p:cNvSpPr>
            <a:spLocks noGrp="1"/>
          </p:cNvSpPr>
          <p:nvPr>
            <p:ph type="sldNum" sz="quarter" idx="5"/>
          </p:nvPr>
        </p:nvSpPr>
        <p:spPr/>
        <p:txBody>
          <a:bodyPr/>
          <a:lstStyle/>
          <a:p>
            <a:fld id="{78CED39A-58DD-4C03-9276-40FE00EB9230}" type="slidenum">
              <a:rPr kumimoji="1" lang="ja-JP" altLang="en-US" smtClean="0"/>
              <a:t>8</a:t>
            </a:fld>
            <a:endParaRPr kumimoji="1" lang="ja-JP" altLang="en-US"/>
          </a:p>
        </p:txBody>
      </p:sp>
    </p:spTree>
    <p:extLst>
      <p:ext uri="{BB962C8B-B14F-4D97-AF65-F5344CB8AC3E}">
        <p14:creationId xmlns:p14="http://schemas.microsoft.com/office/powerpoint/2010/main" val="4279157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ja-JP" altLang="en-US" dirty="0"/>
              <a:t>こちらが今回の</a:t>
            </a:r>
            <a:r>
              <a:rPr kumimoji="1" lang="en-US" altLang="ja-JP" dirty="0" err="1"/>
              <a:t>anaume</a:t>
            </a:r>
            <a:r>
              <a:rPr kumimoji="1" lang="ja-JP" altLang="en-US" dirty="0"/>
              <a:t> </a:t>
            </a:r>
            <a:r>
              <a:rPr kumimoji="1" lang="en-US" altLang="ja-JP" dirty="0"/>
              <a:t>package</a:t>
            </a:r>
            <a:r>
              <a:rPr kumimoji="1" lang="ja-JP" altLang="en-US" dirty="0"/>
              <a:t>における</a:t>
            </a:r>
            <a:r>
              <a:rPr kumimoji="1" lang="en-US" altLang="ja-JP" dirty="0"/>
              <a:t>Table</a:t>
            </a:r>
            <a:r>
              <a:rPr kumimoji="1" lang="ja-JP" altLang="en-US" dirty="0"/>
              <a:t>作成の大まかなフローになっております。</a:t>
            </a:r>
            <a:endParaRPr kumimoji="1" lang="en-US" altLang="ja-JP" dirty="0"/>
          </a:p>
          <a:p>
            <a:endParaRPr kumimoji="1" lang="ja-JP" altLang="en-US" dirty="0"/>
          </a:p>
        </p:txBody>
      </p:sp>
      <p:sp>
        <p:nvSpPr>
          <p:cNvPr id="4" name="Slide Number Placeholder 3"/>
          <p:cNvSpPr>
            <a:spLocks noGrp="1"/>
          </p:cNvSpPr>
          <p:nvPr>
            <p:ph type="sldNum" sz="quarter" idx="5"/>
          </p:nvPr>
        </p:nvSpPr>
        <p:spPr/>
        <p:txBody>
          <a:bodyPr/>
          <a:lstStyle/>
          <a:p>
            <a:fld id="{78CED39A-58DD-4C03-9276-40FE00EB9230}" type="slidenum">
              <a:rPr kumimoji="1" lang="ja-JP" altLang="en-US" smtClean="0"/>
              <a:t>9</a:t>
            </a:fld>
            <a:endParaRPr kumimoji="1" lang="ja-JP" altLang="en-US"/>
          </a:p>
        </p:txBody>
      </p:sp>
    </p:spTree>
    <p:extLst>
      <p:ext uri="{BB962C8B-B14F-4D97-AF65-F5344CB8AC3E}">
        <p14:creationId xmlns:p14="http://schemas.microsoft.com/office/powerpoint/2010/main" val="17222171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altLang="ja-JP" dirty="0"/>
              <a:t>Step</a:t>
            </a:r>
            <a:r>
              <a:rPr kumimoji="1" lang="ja-JP" altLang="en-US" dirty="0"/>
              <a:t>としては</a:t>
            </a:r>
            <a:r>
              <a:rPr kumimoji="1" lang="en-US" altLang="ja-JP" dirty="0"/>
              <a:t>3</a:t>
            </a:r>
            <a:r>
              <a:rPr kumimoji="1" lang="ja-JP" altLang="en-US" dirty="0"/>
              <a:t>段階に分かれております。</a:t>
            </a:r>
            <a:br>
              <a:rPr kumimoji="1" lang="en-US" altLang="ja-JP" dirty="0"/>
            </a:br>
            <a:r>
              <a:rPr kumimoji="1" lang="en-US" altLang="ja-JP" dirty="0"/>
              <a:t>1</a:t>
            </a:r>
            <a:r>
              <a:rPr kumimoji="1" lang="ja-JP" altLang="en-US" dirty="0"/>
              <a:t>つ目はどのような</a:t>
            </a:r>
            <a:r>
              <a:rPr kumimoji="1" lang="en-US" altLang="ja-JP" dirty="0"/>
              <a:t>Type</a:t>
            </a:r>
            <a:r>
              <a:rPr kumimoji="1" lang="ja-JP" altLang="en-US" dirty="0"/>
              <a:t>で集計するかを定義する</a:t>
            </a:r>
            <a:endParaRPr kumimoji="1" lang="en-US" altLang="ja-JP" dirty="0"/>
          </a:p>
          <a:p>
            <a:endParaRPr kumimoji="1" lang="en-US" altLang="ja-JP" dirty="0"/>
          </a:p>
          <a:p>
            <a:r>
              <a:rPr kumimoji="1" lang="ja-JP" altLang="en-US" dirty="0"/>
              <a:t>以降のスライドで各関数の詳細を説明します。</a:t>
            </a:r>
          </a:p>
        </p:txBody>
      </p:sp>
      <p:sp>
        <p:nvSpPr>
          <p:cNvPr id="4" name="Slide Number Placeholder 3"/>
          <p:cNvSpPr>
            <a:spLocks noGrp="1"/>
          </p:cNvSpPr>
          <p:nvPr>
            <p:ph type="sldNum" sz="quarter" idx="5"/>
          </p:nvPr>
        </p:nvSpPr>
        <p:spPr/>
        <p:txBody>
          <a:bodyPr/>
          <a:lstStyle/>
          <a:p>
            <a:fld id="{78CED39A-58DD-4C03-9276-40FE00EB9230}" type="slidenum">
              <a:rPr kumimoji="1" lang="ja-JP" altLang="en-US" smtClean="0"/>
              <a:t>10</a:t>
            </a:fld>
            <a:endParaRPr kumimoji="1" lang="ja-JP" altLang="en-US"/>
          </a:p>
        </p:txBody>
      </p:sp>
    </p:spTree>
    <p:extLst>
      <p:ext uri="{BB962C8B-B14F-4D97-AF65-F5344CB8AC3E}">
        <p14:creationId xmlns:p14="http://schemas.microsoft.com/office/powerpoint/2010/main" val="328383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kumimoji="1" lang="en-US" altLang="ja-JP" dirty="0"/>
            </a:br>
            <a:r>
              <a:rPr kumimoji="1" lang="ja-JP" altLang="en-US" dirty="0"/>
              <a:t>・</a:t>
            </a:r>
            <a:r>
              <a:rPr kumimoji="1" lang="en-US" altLang="ja-JP" dirty="0"/>
              <a:t>AE</a:t>
            </a:r>
            <a:r>
              <a:rPr kumimoji="1" lang="ja-JP" altLang="en-US" dirty="0"/>
              <a:t>集計の条件を定義する関数です。</a:t>
            </a:r>
            <a:endParaRPr kumimoji="1" lang="en-US" altLang="ja-JP" dirty="0"/>
          </a:p>
          <a:p>
            <a:r>
              <a:rPr kumimoji="1" lang="ja-JP" altLang="en-US" dirty="0"/>
              <a:t>・というのも、照会事項ごとに微妙に条件が違う</a:t>
            </a:r>
            <a:endParaRPr kumimoji="1" lang="en-US" altLang="ja-JP" dirty="0"/>
          </a:p>
          <a:p>
            <a:r>
              <a:rPr kumimoji="1" lang="ja-JP" altLang="en-US" dirty="0"/>
              <a:t>・変数の名前も違う。</a:t>
            </a:r>
            <a:endParaRPr kumimoji="1" lang="en-US" altLang="ja-JP" dirty="0"/>
          </a:p>
          <a:p>
            <a:r>
              <a:rPr kumimoji="1" lang="ja-JP" altLang="en-US" dirty="0"/>
              <a:t>・そこで、柔軟に集計を行えるようにするために作成された関数が</a:t>
            </a:r>
            <a:r>
              <a:rPr kumimoji="1" lang="en-US" altLang="ja-JP" dirty="0" err="1"/>
              <a:t>make_ae_type</a:t>
            </a:r>
            <a:r>
              <a:rPr kumimoji="1" lang="en-US" altLang="ja-JP" dirty="0"/>
              <a:t>()</a:t>
            </a:r>
          </a:p>
          <a:p>
            <a:r>
              <a:rPr kumimoji="1" lang="ja-JP" altLang="en-US" dirty="0"/>
              <a:t>・スライドの例では、</a:t>
            </a:r>
            <a:r>
              <a:rPr kumimoji="1" lang="en-US" altLang="ja-JP" dirty="0"/>
              <a:t>”AE &gt;= Grade 3”</a:t>
            </a:r>
            <a:r>
              <a:rPr kumimoji="1" lang="ja-JP" altLang="en-US" dirty="0"/>
              <a:t>という集計の条件を定義しています。</a:t>
            </a:r>
            <a:endParaRPr kumimoji="1" lang="en-US" altLang="ja-JP" dirty="0"/>
          </a:p>
          <a:p>
            <a:r>
              <a:rPr kumimoji="1" lang="ja-JP" altLang="en-US" dirty="0"/>
              <a:t>・返り値としては、</a:t>
            </a:r>
            <a:r>
              <a:rPr kumimoji="1" lang="en-US" altLang="ja-JP" dirty="0" err="1"/>
              <a:t>ae_type</a:t>
            </a:r>
            <a:r>
              <a:rPr kumimoji="1" lang="ja-JP" altLang="en-US" dirty="0"/>
              <a:t>という</a:t>
            </a:r>
            <a:r>
              <a:rPr kumimoji="1" lang="en-US" altLang="ja-JP" dirty="0"/>
              <a:t>class</a:t>
            </a:r>
            <a:r>
              <a:rPr kumimoji="1" lang="ja-JP" altLang="en-US" dirty="0"/>
              <a:t>の</a:t>
            </a:r>
            <a:r>
              <a:rPr kumimoji="1" lang="en-US" altLang="ja-JP" dirty="0"/>
              <a:t>Object</a:t>
            </a:r>
            <a:r>
              <a:rPr kumimoji="1" lang="ja-JP" altLang="en-US" dirty="0"/>
              <a:t>を生成します。こｎ</a:t>
            </a:r>
            <a:r>
              <a:rPr kumimoji="1" lang="en-US" altLang="ja-JP" dirty="0"/>
              <a:t>Object</a:t>
            </a:r>
            <a:r>
              <a:rPr kumimoji="1" lang="ja-JP" altLang="en-US" dirty="0"/>
              <a:t>を後述する関数に引数として渡すことで、</a:t>
            </a:r>
            <a:br>
              <a:rPr kumimoji="1" lang="en-US" altLang="ja-JP" dirty="0"/>
            </a:br>
            <a:r>
              <a:rPr kumimoji="1" lang="ja-JP" altLang="en-US" dirty="0"/>
              <a:t>柔軟に定義した条件で集計を行うことが出来ます。</a:t>
            </a:r>
          </a:p>
        </p:txBody>
      </p:sp>
      <p:sp>
        <p:nvSpPr>
          <p:cNvPr id="4" name="Slide Number Placeholder 3"/>
          <p:cNvSpPr>
            <a:spLocks noGrp="1"/>
          </p:cNvSpPr>
          <p:nvPr>
            <p:ph type="sldNum" sz="quarter" idx="5"/>
          </p:nvPr>
        </p:nvSpPr>
        <p:spPr/>
        <p:txBody>
          <a:bodyPr/>
          <a:lstStyle/>
          <a:p>
            <a:fld id="{78CED39A-58DD-4C03-9276-40FE00EB9230}" type="slidenum">
              <a:rPr kumimoji="1" lang="ja-JP" altLang="en-US" smtClean="0"/>
              <a:t>11</a:t>
            </a:fld>
            <a:endParaRPr kumimoji="1" lang="ja-JP" altLang="en-US"/>
          </a:p>
        </p:txBody>
      </p:sp>
    </p:spTree>
    <p:extLst>
      <p:ext uri="{BB962C8B-B14F-4D97-AF65-F5344CB8AC3E}">
        <p14:creationId xmlns:p14="http://schemas.microsoft.com/office/powerpoint/2010/main" val="15040173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ja-JP" altLang="en-US" dirty="0"/>
              <a:t>次に、データセットを</a:t>
            </a:r>
            <a:r>
              <a:rPr kumimoji="1" lang="en-US" altLang="ja-JP" dirty="0"/>
              <a:t>ARD</a:t>
            </a:r>
            <a:r>
              <a:rPr kumimoji="1" lang="ja-JP" altLang="en-US" dirty="0"/>
              <a:t>に変換するための関数として、</a:t>
            </a:r>
            <a:r>
              <a:rPr lang="en-US" altLang="ja-JP" dirty="0" err="1"/>
              <a:t>jpn_query_overview</a:t>
            </a:r>
            <a:r>
              <a:rPr lang="en-US" altLang="ja-JP" dirty="0"/>
              <a:t>/</a:t>
            </a:r>
            <a:r>
              <a:rPr lang="ja-JP" altLang="en-US" dirty="0"/>
              <a:t>ｊ</a:t>
            </a:r>
            <a:r>
              <a:rPr lang="en-US" altLang="ja-JP" dirty="0" err="1"/>
              <a:t>pn_query_summary_pt</a:t>
            </a:r>
            <a:r>
              <a:rPr lang="ja-JP" altLang="en-US" dirty="0"/>
              <a:t>という関数を整備しています。</a:t>
            </a:r>
            <a:br>
              <a:rPr lang="en-US" altLang="ja-JP" dirty="0"/>
            </a:br>
            <a:endParaRPr kumimoji="1" lang="en-US" altLang="ja-JP" dirty="0"/>
          </a:p>
          <a:p>
            <a:r>
              <a:rPr kumimoji="1" lang="ja-JP" altLang="en-US" dirty="0"/>
              <a:t>これらの関数は両方とも穴埋め問題の</a:t>
            </a:r>
            <a:r>
              <a:rPr kumimoji="1" lang="en-US" altLang="ja-JP" dirty="0"/>
              <a:t>ARD</a:t>
            </a:r>
            <a:r>
              <a:rPr kumimoji="1" lang="ja-JP" altLang="en-US" dirty="0"/>
              <a:t>を作成する関数なのですが、照会事項の内容に応じて使い分けることを想定しています。</a:t>
            </a:r>
            <a:endParaRPr kumimoji="1" lang="en-US" altLang="ja-JP" dirty="0"/>
          </a:p>
          <a:p>
            <a:r>
              <a:rPr kumimoji="1" lang="ja-JP" altLang="en-US" dirty="0"/>
              <a:t>例えば穴埋め問題では、↑の画像のように、カテゴリーごとの集計だけが要求される場合と、↓のように</a:t>
            </a:r>
            <a:r>
              <a:rPr kumimoji="1" lang="en-US" altLang="ja-JP" dirty="0"/>
              <a:t>PT</a:t>
            </a:r>
            <a:r>
              <a:rPr kumimoji="1" lang="ja-JP" altLang="en-US" dirty="0"/>
              <a:t>ごとの集計が要求される場合があります。</a:t>
            </a:r>
            <a:endParaRPr kumimoji="1" lang="en-US" altLang="ja-JP" dirty="0"/>
          </a:p>
          <a:p>
            <a:endParaRPr kumimoji="1" lang="en-US" altLang="ja-JP" dirty="0"/>
          </a:p>
          <a:p>
            <a:r>
              <a:rPr kumimoji="1" lang="ja-JP" altLang="en-US" dirty="0"/>
              <a:t>これらのケースに合わせて、関数を使い分けることを想定しています。</a:t>
            </a:r>
            <a:endParaRPr kumimoji="1" lang="en-US" altLang="ja-JP" dirty="0"/>
          </a:p>
        </p:txBody>
      </p:sp>
      <p:sp>
        <p:nvSpPr>
          <p:cNvPr id="4" name="Slide Number Placeholder 3"/>
          <p:cNvSpPr>
            <a:spLocks noGrp="1"/>
          </p:cNvSpPr>
          <p:nvPr>
            <p:ph type="sldNum" sz="quarter" idx="5"/>
          </p:nvPr>
        </p:nvSpPr>
        <p:spPr/>
        <p:txBody>
          <a:bodyPr/>
          <a:lstStyle/>
          <a:p>
            <a:fld id="{78CED39A-58DD-4C03-9276-40FE00EB9230}" type="slidenum">
              <a:rPr kumimoji="1" lang="ja-JP" altLang="en-US" smtClean="0"/>
              <a:t>12</a:t>
            </a:fld>
            <a:endParaRPr kumimoji="1" lang="ja-JP" altLang="en-US"/>
          </a:p>
        </p:txBody>
      </p:sp>
    </p:spTree>
    <p:extLst>
      <p:ext uri="{BB962C8B-B14F-4D97-AF65-F5344CB8AC3E}">
        <p14:creationId xmlns:p14="http://schemas.microsoft.com/office/powerpoint/2010/main" val="33603556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ja-JP" altLang="en-US" dirty="0"/>
              <a:t>例として、</a:t>
            </a:r>
            <a:r>
              <a:rPr kumimoji="1" lang="en-US" altLang="ja-JP" dirty="0" err="1"/>
              <a:t>jpn_query_overview</a:t>
            </a:r>
            <a:r>
              <a:rPr kumimoji="1" lang="en-US" altLang="ja-JP" dirty="0"/>
              <a:t>()</a:t>
            </a:r>
            <a:r>
              <a:rPr kumimoji="1" lang="ja-JP" altLang="en-US" dirty="0"/>
              <a:t>をこちらのスライドでは掲示いたします。</a:t>
            </a:r>
            <a:endParaRPr kumimoji="1" lang="en-US" altLang="ja-JP" dirty="0"/>
          </a:p>
          <a:p>
            <a:r>
              <a:rPr kumimoji="1" lang="ja-JP" altLang="en-US" dirty="0"/>
              <a:t>引数としては集計対象となる</a:t>
            </a:r>
            <a:r>
              <a:rPr kumimoji="1" lang="en-US" altLang="ja-JP" dirty="0" err="1"/>
              <a:t>ADaM</a:t>
            </a:r>
            <a:r>
              <a:rPr kumimoji="1" lang="en-US" altLang="ja-JP" dirty="0"/>
              <a:t>, </a:t>
            </a:r>
            <a:r>
              <a:rPr kumimoji="1" lang="ja-JP" altLang="en-US" dirty="0"/>
              <a:t>通常であれば</a:t>
            </a:r>
            <a:r>
              <a:rPr kumimoji="1" lang="en-US" altLang="ja-JP" dirty="0" err="1"/>
              <a:t>adae</a:t>
            </a:r>
            <a:r>
              <a:rPr kumimoji="1" lang="ja-JP" altLang="en-US" dirty="0"/>
              <a:t>と、</a:t>
            </a:r>
            <a:r>
              <a:rPr kumimoji="1" lang="en-US" altLang="ja-JP" dirty="0" err="1"/>
              <a:t>adsl</a:t>
            </a:r>
            <a:r>
              <a:rPr kumimoji="1" lang="en-US" altLang="ja-JP" dirty="0"/>
              <a:t>, </a:t>
            </a:r>
            <a:r>
              <a:rPr kumimoji="1" lang="ja-JP" altLang="en-US" dirty="0"/>
              <a:t>そして先ほどの関数で定義した</a:t>
            </a:r>
            <a:r>
              <a:rPr kumimoji="1" lang="en-US" altLang="ja-JP" dirty="0" err="1"/>
              <a:t>ae_type</a:t>
            </a:r>
            <a:r>
              <a:rPr kumimoji="1" lang="en-US" altLang="ja-JP" dirty="0"/>
              <a:t> object</a:t>
            </a:r>
            <a:r>
              <a:rPr kumimoji="1" lang="ja-JP" altLang="en-US" dirty="0"/>
              <a:t>が必要になります。</a:t>
            </a:r>
            <a:endParaRPr kumimoji="1" lang="en-US" altLang="ja-JP" dirty="0"/>
          </a:p>
          <a:p>
            <a:r>
              <a:rPr kumimoji="1" lang="ja-JP" altLang="en-US" dirty="0"/>
              <a:t>また送別化因子を指定することも可能となっています。</a:t>
            </a:r>
          </a:p>
        </p:txBody>
      </p:sp>
      <p:sp>
        <p:nvSpPr>
          <p:cNvPr id="4" name="Slide Number Placeholder 3"/>
          <p:cNvSpPr>
            <a:spLocks noGrp="1"/>
          </p:cNvSpPr>
          <p:nvPr>
            <p:ph type="sldNum" sz="quarter" idx="5"/>
          </p:nvPr>
        </p:nvSpPr>
        <p:spPr/>
        <p:txBody>
          <a:bodyPr/>
          <a:lstStyle/>
          <a:p>
            <a:fld id="{78CED39A-58DD-4C03-9276-40FE00EB9230}" type="slidenum">
              <a:rPr kumimoji="1" lang="ja-JP" altLang="en-US" smtClean="0"/>
              <a:t>13</a:t>
            </a:fld>
            <a:endParaRPr kumimoji="1" lang="ja-JP" altLang="en-US"/>
          </a:p>
        </p:txBody>
      </p:sp>
    </p:spTree>
    <p:extLst>
      <p:ext uri="{BB962C8B-B14F-4D97-AF65-F5344CB8AC3E}">
        <p14:creationId xmlns:p14="http://schemas.microsoft.com/office/powerpoint/2010/main" val="41843574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78CED39A-58DD-4C03-9276-40FE00EB9230}" type="slidenum">
              <a:rPr kumimoji="1" lang="ja-JP" altLang="en-US" smtClean="0"/>
              <a:t>14</a:t>
            </a:fld>
            <a:endParaRPr kumimoji="1" lang="ja-JP" altLang="en-US"/>
          </a:p>
        </p:txBody>
      </p:sp>
    </p:spTree>
    <p:extLst>
      <p:ext uri="{BB962C8B-B14F-4D97-AF65-F5344CB8AC3E}">
        <p14:creationId xmlns:p14="http://schemas.microsoft.com/office/powerpoint/2010/main" val="29760804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78CED39A-58DD-4C03-9276-40FE00EB9230}" type="slidenum">
              <a:rPr kumimoji="1" lang="ja-JP" altLang="en-US" smtClean="0"/>
              <a:t>16</a:t>
            </a:fld>
            <a:endParaRPr kumimoji="1" lang="ja-JP" altLang="en-US"/>
          </a:p>
        </p:txBody>
      </p:sp>
    </p:spTree>
    <p:extLst>
      <p:ext uri="{BB962C8B-B14F-4D97-AF65-F5344CB8AC3E}">
        <p14:creationId xmlns:p14="http://schemas.microsoft.com/office/powerpoint/2010/main" val="31839573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22655-4D2C-DBC4-8F1C-5D133FE151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46B5D-9286-5DDE-EF57-1F2A43C2C4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5B23DD-B998-5021-9970-0A31C0B08E53}"/>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1D097B61-9BFB-0024-7544-C672CFA353CA}"/>
              </a:ext>
            </a:extLst>
          </p:cNvPr>
          <p:cNvSpPr>
            <a:spLocks noGrp="1"/>
          </p:cNvSpPr>
          <p:nvPr>
            <p:ph type="sldNum" sz="quarter" idx="5"/>
          </p:nvPr>
        </p:nvSpPr>
        <p:spPr/>
        <p:txBody>
          <a:bodyPr/>
          <a:lstStyle/>
          <a:p>
            <a:fld id="{78CED39A-58DD-4C03-9276-40FE00EB9230}" type="slidenum">
              <a:rPr kumimoji="1" lang="ja-JP" altLang="en-US" smtClean="0"/>
              <a:t>17</a:t>
            </a:fld>
            <a:endParaRPr kumimoji="1" lang="ja-JP" altLang="en-US"/>
          </a:p>
        </p:txBody>
      </p:sp>
    </p:spTree>
    <p:extLst>
      <p:ext uri="{BB962C8B-B14F-4D97-AF65-F5344CB8AC3E}">
        <p14:creationId xmlns:p14="http://schemas.microsoft.com/office/powerpoint/2010/main" val="30201538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D1BB6-EBD3-506D-1E9A-D3579C2D9E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E4C772-6418-50DB-5449-BD31FCD1B0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A6C006-CE39-49AD-4FC3-55A30F96F622}"/>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594C423C-DC28-BF66-B5A7-42C8E2602B6E}"/>
              </a:ext>
            </a:extLst>
          </p:cNvPr>
          <p:cNvSpPr>
            <a:spLocks noGrp="1"/>
          </p:cNvSpPr>
          <p:nvPr>
            <p:ph type="sldNum" sz="quarter" idx="5"/>
          </p:nvPr>
        </p:nvSpPr>
        <p:spPr/>
        <p:txBody>
          <a:bodyPr/>
          <a:lstStyle/>
          <a:p>
            <a:fld id="{78CED39A-58DD-4C03-9276-40FE00EB9230}" type="slidenum">
              <a:rPr kumimoji="1" lang="ja-JP" altLang="en-US" smtClean="0"/>
              <a:t>18</a:t>
            </a:fld>
            <a:endParaRPr kumimoji="1" lang="ja-JP" altLang="en-US"/>
          </a:p>
        </p:txBody>
      </p:sp>
    </p:spTree>
    <p:extLst>
      <p:ext uri="{BB962C8B-B14F-4D97-AF65-F5344CB8AC3E}">
        <p14:creationId xmlns:p14="http://schemas.microsoft.com/office/powerpoint/2010/main" val="2548607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78CED39A-58DD-4C03-9276-40FE00EB9230}" type="slidenum">
              <a:rPr kumimoji="1" lang="ja-JP" altLang="en-US" smtClean="0"/>
              <a:t>20</a:t>
            </a:fld>
            <a:endParaRPr kumimoji="1" lang="ja-JP" altLang="en-US"/>
          </a:p>
        </p:txBody>
      </p:sp>
    </p:spTree>
    <p:extLst>
      <p:ext uri="{BB962C8B-B14F-4D97-AF65-F5344CB8AC3E}">
        <p14:creationId xmlns:p14="http://schemas.microsoft.com/office/powerpoint/2010/main" val="26648849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5A7EB-D4DC-93CF-1EED-ED5F879096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F4EE60-6DE2-5F89-FAD8-E905A044CF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376534-0504-9F71-C45C-AB2606C9E36C}"/>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6F944359-1D2E-D614-8379-15908121AE49}"/>
              </a:ext>
            </a:extLst>
          </p:cNvPr>
          <p:cNvSpPr>
            <a:spLocks noGrp="1"/>
          </p:cNvSpPr>
          <p:nvPr>
            <p:ph type="sldNum" sz="quarter" idx="5"/>
          </p:nvPr>
        </p:nvSpPr>
        <p:spPr/>
        <p:txBody>
          <a:bodyPr/>
          <a:lstStyle/>
          <a:p>
            <a:fld id="{78CED39A-58DD-4C03-9276-40FE00EB9230}" type="slidenum">
              <a:rPr kumimoji="1" lang="ja-JP" altLang="en-US" smtClean="0"/>
              <a:t>21</a:t>
            </a:fld>
            <a:endParaRPr kumimoji="1" lang="ja-JP" altLang="en-US"/>
          </a:p>
        </p:txBody>
      </p:sp>
    </p:spTree>
    <p:extLst>
      <p:ext uri="{BB962C8B-B14F-4D97-AF65-F5344CB8AC3E}">
        <p14:creationId xmlns:p14="http://schemas.microsoft.com/office/powerpoint/2010/main" val="7570663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353F6-258F-F93C-2AE5-9B692D40F4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155B4C-E282-7D9A-8B9E-42F8088F79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82F98B-F510-7953-09D3-CBCEC5A164C5}"/>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899B6705-A45F-027B-D39C-C6DF5724313A}"/>
              </a:ext>
            </a:extLst>
          </p:cNvPr>
          <p:cNvSpPr>
            <a:spLocks noGrp="1"/>
          </p:cNvSpPr>
          <p:nvPr>
            <p:ph type="sldNum" sz="quarter" idx="5"/>
          </p:nvPr>
        </p:nvSpPr>
        <p:spPr/>
        <p:txBody>
          <a:bodyPr/>
          <a:lstStyle/>
          <a:p>
            <a:fld id="{78CED39A-58DD-4C03-9276-40FE00EB9230}" type="slidenum">
              <a:rPr kumimoji="1" lang="ja-JP" altLang="en-US" smtClean="0"/>
              <a:t>23</a:t>
            </a:fld>
            <a:endParaRPr kumimoji="1" lang="ja-JP" altLang="en-US"/>
          </a:p>
        </p:txBody>
      </p:sp>
    </p:spTree>
    <p:extLst>
      <p:ext uri="{BB962C8B-B14F-4D97-AF65-F5344CB8AC3E}">
        <p14:creationId xmlns:p14="http://schemas.microsoft.com/office/powerpoint/2010/main" val="2988700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EAD3B-6357-598B-04B0-DF1DF2FA9B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1A29F8-903C-9D0B-A1D6-1230ED5D64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6FD03E-AF77-BAC3-434A-31BA2AA4B3EE}"/>
              </a:ext>
            </a:extLst>
          </p:cNvPr>
          <p:cNvSpPr>
            <a:spLocks noGrp="1"/>
          </p:cNvSpPr>
          <p:nvPr>
            <p:ph type="body" idx="1"/>
          </p:nvPr>
        </p:nvSpPr>
        <p:spPr/>
        <p:txBody>
          <a:bodyPr/>
          <a:lstStyle/>
          <a:p>
            <a:r>
              <a:rPr lang="ja-JP" altLang="en-US" dirty="0"/>
              <a:t>各関数の説明は手書きするのではなく、</a:t>
            </a:r>
            <a:r>
              <a:rPr lang="en-US" altLang="ja-JP" dirty="0" err="1"/>
              <a:t>roxygen</a:t>
            </a:r>
            <a:r>
              <a:rPr lang="ja-JP" altLang="en-US" dirty="0"/>
              <a:t>で記述した内容を自動的に</a:t>
            </a:r>
            <a:r>
              <a:rPr lang="en-US" altLang="ja-JP" dirty="0"/>
              <a:t>Markdown</a:t>
            </a:r>
            <a:r>
              <a:rPr lang="ja-JP" altLang="en-US" dirty="0"/>
              <a:t>にすることが多い</a:t>
            </a:r>
            <a:endParaRPr kumimoji="1" lang="ja-JP" altLang="en-US" dirty="0"/>
          </a:p>
        </p:txBody>
      </p:sp>
      <p:sp>
        <p:nvSpPr>
          <p:cNvPr id="4" name="Slide Number Placeholder 3">
            <a:extLst>
              <a:ext uri="{FF2B5EF4-FFF2-40B4-BE49-F238E27FC236}">
                <a16:creationId xmlns:a16="http://schemas.microsoft.com/office/drawing/2014/main" id="{44FDB23A-72A9-102E-749C-DC887F9EE408}"/>
              </a:ext>
            </a:extLst>
          </p:cNvPr>
          <p:cNvSpPr>
            <a:spLocks noGrp="1"/>
          </p:cNvSpPr>
          <p:nvPr>
            <p:ph type="sldNum" sz="quarter" idx="5"/>
          </p:nvPr>
        </p:nvSpPr>
        <p:spPr/>
        <p:txBody>
          <a:bodyPr/>
          <a:lstStyle/>
          <a:p>
            <a:fld id="{78CED39A-58DD-4C03-9276-40FE00EB9230}" type="slidenum">
              <a:rPr kumimoji="1" lang="ja-JP" altLang="en-US" smtClean="0"/>
              <a:t>25</a:t>
            </a:fld>
            <a:endParaRPr kumimoji="1" lang="ja-JP" altLang="en-US"/>
          </a:p>
        </p:txBody>
      </p:sp>
    </p:spTree>
    <p:extLst>
      <p:ext uri="{BB962C8B-B14F-4D97-AF65-F5344CB8AC3E}">
        <p14:creationId xmlns:p14="http://schemas.microsoft.com/office/powerpoint/2010/main" val="32537827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78CED39A-58DD-4C03-9276-40FE00EB9230}" type="slidenum">
              <a:rPr kumimoji="1" lang="ja-JP" altLang="en-US" smtClean="0"/>
              <a:t>26</a:t>
            </a:fld>
            <a:endParaRPr kumimoji="1" lang="ja-JP" altLang="en-US"/>
          </a:p>
        </p:txBody>
      </p:sp>
    </p:spTree>
    <p:extLst>
      <p:ext uri="{BB962C8B-B14F-4D97-AF65-F5344CB8AC3E}">
        <p14:creationId xmlns:p14="http://schemas.microsoft.com/office/powerpoint/2010/main" val="42465023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AE745-C55A-012C-C258-0A79155870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CA929C-F590-BAEF-FA4B-C809E6C94F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CEFA84-500B-7CC3-3F58-4480EA1C26BC}"/>
              </a:ext>
            </a:extLst>
          </p:cNvPr>
          <p:cNvSpPr>
            <a:spLocks noGrp="1"/>
          </p:cNvSpPr>
          <p:nvPr>
            <p:ph type="body" idx="1"/>
          </p:nvPr>
        </p:nvSpPr>
        <p:spPr/>
        <p:txBody>
          <a:bodyPr/>
          <a:lstStyle/>
          <a:p>
            <a:r>
              <a:rPr lang="ja-JP" altLang="en-US" dirty="0"/>
              <a:t>各関数の説明は手書きするのではなく、</a:t>
            </a:r>
            <a:r>
              <a:rPr lang="en-US" altLang="ja-JP" dirty="0" err="1"/>
              <a:t>roxygen</a:t>
            </a:r>
            <a:r>
              <a:rPr lang="ja-JP" altLang="en-US" dirty="0"/>
              <a:t>で記述した内容を自動的に</a:t>
            </a:r>
            <a:r>
              <a:rPr lang="en-US" altLang="ja-JP" dirty="0"/>
              <a:t>Markdown</a:t>
            </a:r>
            <a:r>
              <a:rPr lang="ja-JP" altLang="en-US" dirty="0"/>
              <a:t>にすることが多い</a:t>
            </a:r>
            <a:endParaRPr kumimoji="1" lang="ja-JP" altLang="en-US" dirty="0"/>
          </a:p>
        </p:txBody>
      </p:sp>
      <p:sp>
        <p:nvSpPr>
          <p:cNvPr id="4" name="Slide Number Placeholder 3">
            <a:extLst>
              <a:ext uri="{FF2B5EF4-FFF2-40B4-BE49-F238E27FC236}">
                <a16:creationId xmlns:a16="http://schemas.microsoft.com/office/drawing/2014/main" id="{F6FB81C2-AFAF-4E38-A9A6-DC9C722E8F18}"/>
              </a:ext>
            </a:extLst>
          </p:cNvPr>
          <p:cNvSpPr>
            <a:spLocks noGrp="1"/>
          </p:cNvSpPr>
          <p:nvPr>
            <p:ph type="sldNum" sz="quarter" idx="5"/>
          </p:nvPr>
        </p:nvSpPr>
        <p:spPr/>
        <p:txBody>
          <a:bodyPr/>
          <a:lstStyle/>
          <a:p>
            <a:fld id="{78CED39A-58DD-4C03-9276-40FE00EB9230}" type="slidenum">
              <a:rPr kumimoji="1" lang="ja-JP" altLang="en-US" smtClean="0"/>
              <a:t>27</a:t>
            </a:fld>
            <a:endParaRPr kumimoji="1" lang="ja-JP" altLang="en-US"/>
          </a:p>
        </p:txBody>
      </p:sp>
    </p:spTree>
    <p:extLst>
      <p:ext uri="{BB962C8B-B14F-4D97-AF65-F5344CB8AC3E}">
        <p14:creationId xmlns:p14="http://schemas.microsoft.com/office/powerpoint/2010/main" val="36470636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5D67C-9211-89BD-59BA-0BCB4F36B5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464EF0-B3DB-F6F5-9FEE-0D015BCAFC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EF55C5-B543-39D3-297A-DD644024FB75}"/>
              </a:ext>
            </a:extLst>
          </p:cNvPr>
          <p:cNvSpPr>
            <a:spLocks noGrp="1"/>
          </p:cNvSpPr>
          <p:nvPr>
            <p:ph type="body" idx="1"/>
          </p:nvPr>
        </p:nvSpPr>
        <p:spPr/>
        <p:txBody>
          <a:bodyPr/>
          <a:lstStyle/>
          <a:p>
            <a:r>
              <a:rPr lang="ja-JP" altLang="en-US" dirty="0"/>
              <a:t>各関数の説明は手書きするのではなく、</a:t>
            </a:r>
            <a:r>
              <a:rPr lang="en-US" altLang="ja-JP" dirty="0" err="1"/>
              <a:t>roxygen</a:t>
            </a:r>
            <a:r>
              <a:rPr lang="ja-JP" altLang="en-US" dirty="0"/>
              <a:t>で記述した内容を自動的に</a:t>
            </a:r>
            <a:r>
              <a:rPr lang="en-US" altLang="ja-JP" dirty="0"/>
              <a:t>Markdown</a:t>
            </a:r>
            <a:r>
              <a:rPr lang="ja-JP" altLang="en-US" dirty="0"/>
              <a:t>にすることが多い</a:t>
            </a:r>
            <a:endParaRPr kumimoji="1" lang="ja-JP" altLang="en-US" dirty="0"/>
          </a:p>
        </p:txBody>
      </p:sp>
      <p:sp>
        <p:nvSpPr>
          <p:cNvPr id="4" name="Slide Number Placeholder 3">
            <a:extLst>
              <a:ext uri="{FF2B5EF4-FFF2-40B4-BE49-F238E27FC236}">
                <a16:creationId xmlns:a16="http://schemas.microsoft.com/office/drawing/2014/main" id="{E0378B5C-02B1-49D8-214E-103195FB94EE}"/>
              </a:ext>
            </a:extLst>
          </p:cNvPr>
          <p:cNvSpPr>
            <a:spLocks noGrp="1"/>
          </p:cNvSpPr>
          <p:nvPr>
            <p:ph type="sldNum" sz="quarter" idx="5"/>
          </p:nvPr>
        </p:nvSpPr>
        <p:spPr/>
        <p:txBody>
          <a:bodyPr/>
          <a:lstStyle/>
          <a:p>
            <a:fld id="{78CED39A-58DD-4C03-9276-40FE00EB9230}" type="slidenum">
              <a:rPr kumimoji="1" lang="ja-JP" altLang="en-US" smtClean="0"/>
              <a:t>28</a:t>
            </a:fld>
            <a:endParaRPr kumimoji="1" lang="ja-JP" altLang="en-US"/>
          </a:p>
        </p:txBody>
      </p:sp>
    </p:spTree>
    <p:extLst>
      <p:ext uri="{BB962C8B-B14F-4D97-AF65-F5344CB8AC3E}">
        <p14:creationId xmlns:p14="http://schemas.microsoft.com/office/powerpoint/2010/main" val="17866288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F68AD-2171-89F8-637E-6CDF570F96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AF2A00-3ADD-8CAF-2036-825F7DAA9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FB7D0F-9644-6D0A-89A7-7FE58933A4E8}"/>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BE2FFB1A-4656-4E7B-0F6E-E13F8D4CD195}"/>
              </a:ext>
            </a:extLst>
          </p:cNvPr>
          <p:cNvSpPr>
            <a:spLocks noGrp="1"/>
          </p:cNvSpPr>
          <p:nvPr>
            <p:ph type="sldNum" sz="quarter" idx="5"/>
          </p:nvPr>
        </p:nvSpPr>
        <p:spPr/>
        <p:txBody>
          <a:bodyPr/>
          <a:lstStyle/>
          <a:p>
            <a:fld id="{78CED39A-58DD-4C03-9276-40FE00EB9230}" type="slidenum">
              <a:rPr kumimoji="1" lang="ja-JP" altLang="en-US" smtClean="0"/>
              <a:t>29</a:t>
            </a:fld>
            <a:endParaRPr kumimoji="1" lang="ja-JP" altLang="en-US"/>
          </a:p>
        </p:txBody>
      </p:sp>
    </p:spTree>
    <p:extLst>
      <p:ext uri="{BB962C8B-B14F-4D97-AF65-F5344CB8AC3E}">
        <p14:creationId xmlns:p14="http://schemas.microsoft.com/office/powerpoint/2010/main" val="4514012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B74F-F476-9EA8-23CC-48C02CF992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58DB6C-0D0A-BE72-CB3A-A7776F97FF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5D031C-DE1E-DF3D-192D-83FD00ED2E5F}"/>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0CCB7E31-3ECF-48C3-10C1-A1375834210E}"/>
              </a:ext>
            </a:extLst>
          </p:cNvPr>
          <p:cNvSpPr>
            <a:spLocks noGrp="1"/>
          </p:cNvSpPr>
          <p:nvPr>
            <p:ph type="sldNum" sz="quarter" idx="5"/>
          </p:nvPr>
        </p:nvSpPr>
        <p:spPr/>
        <p:txBody>
          <a:bodyPr/>
          <a:lstStyle/>
          <a:p>
            <a:fld id="{78CED39A-58DD-4C03-9276-40FE00EB9230}" type="slidenum">
              <a:rPr kumimoji="1" lang="ja-JP" altLang="en-US" smtClean="0"/>
              <a:t>30</a:t>
            </a:fld>
            <a:endParaRPr kumimoji="1" lang="ja-JP" altLang="en-US"/>
          </a:p>
        </p:txBody>
      </p:sp>
    </p:spTree>
    <p:extLst>
      <p:ext uri="{BB962C8B-B14F-4D97-AF65-F5344CB8AC3E}">
        <p14:creationId xmlns:p14="http://schemas.microsoft.com/office/powerpoint/2010/main" val="2951110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809CC-7877-B493-F558-A59171DEB4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7D9B21-F30C-F15F-3D9C-81D6693C5B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E42C3D-0A09-776E-111F-FA6F7080E9ED}"/>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93F67C93-A0D3-2767-B7E8-789644C6530A}"/>
              </a:ext>
            </a:extLst>
          </p:cNvPr>
          <p:cNvSpPr>
            <a:spLocks noGrp="1"/>
          </p:cNvSpPr>
          <p:nvPr>
            <p:ph type="sldNum" sz="quarter" idx="5"/>
          </p:nvPr>
        </p:nvSpPr>
        <p:spPr/>
        <p:txBody>
          <a:bodyPr/>
          <a:lstStyle/>
          <a:p>
            <a:fld id="{78CED39A-58DD-4C03-9276-40FE00EB9230}" type="slidenum">
              <a:rPr kumimoji="1" lang="ja-JP" altLang="en-US" smtClean="0"/>
              <a:t>31</a:t>
            </a:fld>
            <a:endParaRPr kumimoji="1" lang="ja-JP" altLang="en-US"/>
          </a:p>
        </p:txBody>
      </p:sp>
    </p:spTree>
    <p:extLst>
      <p:ext uri="{BB962C8B-B14F-4D97-AF65-F5344CB8AC3E}">
        <p14:creationId xmlns:p14="http://schemas.microsoft.com/office/powerpoint/2010/main" val="21858201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FF2D0-0DE3-B788-020B-52035682D6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DAF1D5-115B-8C73-61B0-3CB5C1B7C9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257E9E-6609-AD8E-8AEA-5E6988006F44}"/>
              </a:ext>
            </a:extLst>
          </p:cNvPr>
          <p:cNvSpPr>
            <a:spLocks noGrp="1"/>
          </p:cNvSpPr>
          <p:nvPr>
            <p:ph type="body" idx="1"/>
          </p:nvPr>
        </p:nvSpPr>
        <p:spPr/>
        <p:txBody>
          <a:bodyPr/>
          <a:lstStyle/>
          <a:p>
            <a:r>
              <a:rPr kumimoji="1" lang="ja-JP" altLang="en-US" dirty="0"/>
              <a:t>テストの実行結果はテスト自体の適切さを表しているわけではない。</a:t>
            </a:r>
          </a:p>
        </p:txBody>
      </p:sp>
      <p:sp>
        <p:nvSpPr>
          <p:cNvPr id="4" name="Slide Number Placeholder 3">
            <a:extLst>
              <a:ext uri="{FF2B5EF4-FFF2-40B4-BE49-F238E27FC236}">
                <a16:creationId xmlns:a16="http://schemas.microsoft.com/office/drawing/2014/main" id="{6B800E78-CC38-4569-575A-CD9FD6DB2F3D}"/>
              </a:ext>
            </a:extLst>
          </p:cNvPr>
          <p:cNvSpPr>
            <a:spLocks noGrp="1"/>
          </p:cNvSpPr>
          <p:nvPr>
            <p:ph type="sldNum" sz="quarter" idx="5"/>
          </p:nvPr>
        </p:nvSpPr>
        <p:spPr/>
        <p:txBody>
          <a:bodyPr/>
          <a:lstStyle/>
          <a:p>
            <a:fld id="{78CED39A-58DD-4C03-9276-40FE00EB9230}" type="slidenum">
              <a:rPr kumimoji="1" lang="ja-JP" altLang="en-US" smtClean="0"/>
              <a:t>32</a:t>
            </a:fld>
            <a:endParaRPr kumimoji="1" lang="ja-JP" altLang="en-US"/>
          </a:p>
        </p:txBody>
      </p:sp>
    </p:spTree>
    <p:extLst>
      <p:ext uri="{BB962C8B-B14F-4D97-AF65-F5344CB8AC3E}">
        <p14:creationId xmlns:p14="http://schemas.microsoft.com/office/powerpoint/2010/main" val="12520802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B6273-D861-E211-78CE-F1244D0A44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383FDB-6557-0B43-016B-BE5D11D85C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9C2241-EE5E-5272-EC67-5536DECBA7B8}"/>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D95FD745-AE2A-230B-CF87-69A542C81C1C}"/>
              </a:ext>
            </a:extLst>
          </p:cNvPr>
          <p:cNvSpPr>
            <a:spLocks noGrp="1"/>
          </p:cNvSpPr>
          <p:nvPr>
            <p:ph type="sldNum" sz="quarter" idx="5"/>
          </p:nvPr>
        </p:nvSpPr>
        <p:spPr/>
        <p:txBody>
          <a:bodyPr/>
          <a:lstStyle/>
          <a:p>
            <a:fld id="{78CED39A-58DD-4C03-9276-40FE00EB9230}" type="slidenum">
              <a:rPr kumimoji="1" lang="ja-JP" altLang="en-US" smtClean="0"/>
              <a:t>33</a:t>
            </a:fld>
            <a:endParaRPr kumimoji="1" lang="ja-JP" altLang="en-US"/>
          </a:p>
        </p:txBody>
      </p:sp>
    </p:spTree>
    <p:extLst>
      <p:ext uri="{BB962C8B-B14F-4D97-AF65-F5344CB8AC3E}">
        <p14:creationId xmlns:p14="http://schemas.microsoft.com/office/powerpoint/2010/main" val="22404484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ja-JP" altLang="en-US" dirty="0"/>
              <a:t>参考になりますが、今ご紹介した</a:t>
            </a:r>
            <a:r>
              <a:rPr kumimoji="1" lang="en-US" altLang="ja-JP" dirty="0"/>
              <a:t>2</a:t>
            </a:r>
            <a:r>
              <a:rPr kumimoji="1" lang="ja-JP" altLang="en-US" dirty="0"/>
              <a:t>つの関数は</a:t>
            </a:r>
            <a:r>
              <a:rPr kumimoji="1" lang="en-US" altLang="ja-JP" dirty="0"/>
              <a:t>cards package</a:t>
            </a:r>
            <a:r>
              <a:rPr kumimoji="1" lang="ja-JP" altLang="en-US" dirty="0"/>
              <a:t>の関数を使って作成されております。</a:t>
            </a:r>
            <a:endParaRPr kumimoji="1" lang="en-US" altLang="ja-JP" dirty="0"/>
          </a:p>
          <a:p>
            <a:r>
              <a:rPr kumimoji="1" lang="en-US" altLang="ja-JP" dirty="0"/>
              <a:t>Cards</a:t>
            </a:r>
            <a:r>
              <a:rPr kumimoji="1" lang="ja-JP" altLang="en-US" dirty="0"/>
              <a:t>は</a:t>
            </a:r>
            <a:r>
              <a:rPr kumimoji="1" lang="en-US" altLang="ja-JP" dirty="0" err="1"/>
              <a:t>Pharmaverse</a:t>
            </a:r>
            <a:r>
              <a:rPr kumimoji="1" lang="ja-JP" altLang="en-US" dirty="0"/>
              <a:t>の一部でして、非常に簡単に</a:t>
            </a:r>
            <a:r>
              <a:rPr kumimoji="1" lang="en-US" altLang="ja-JP" dirty="0"/>
              <a:t>ARD</a:t>
            </a:r>
            <a:r>
              <a:rPr kumimoji="1" lang="ja-JP" altLang="en-US" dirty="0"/>
              <a:t>を作成できる</a:t>
            </a:r>
            <a:r>
              <a:rPr kumimoji="1" lang="en-US" altLang="ja-JP" dirty="0"/>
              <a:t>Package</a:t>
            </a:r>
            <a:r>
              <a:rPr kumimoji="1" lang="ja-JP" altLang="en-US" dirty="0"/>
              <a:t>になっています。割と直観で操作できるので、</a:t>
            </a:r>
            <a:br>
              <a:rPr kumimoji="1" lang="en-US" altLang="ja-JP" dirty="0"/>
            </a:br>
            <a:r>
              <a:rPr kumimoji="1" lang="en-US" altLang="ja-JP" dirty="0"/>
              <a:t>ARD</a:t>
            </a:r>
            <a:r>
              <a:rPr kumimoji="1" lang="ja-JP" altLang="en-US" dirty="0"/>
              <a:t>のことを全く知らないという方も、まずは</a:t>
            </a:r>
            <a:r>
              <a:rPr kumimoji="1" lang="en-US" altLang="ja-JP" dirty="0"/>
              <a:t>{cards}</a:t>
            </a:r>
            <a:r>
              <a:rPr kumimoji="1" lang="ja-JP" altLang="en-US" dirty="0"/>
              <a:t>を用いて実際に</a:t>
            </a:r>
            <a:r>
              <a:rPr kumimoji="1" lang="en-US" altLang="ja-JP" dirty="0"/>
              <a:t>ARD</a:t>
            </a:r>
            <a:r>
              <a:rPr kumimoji="1" lang="ja-JP" altLang="en-US" dirty="0"/>
              <a:t>を作成してみるとイメージがわくのではないかと思います。</a:t>
            </a:r>
          </a:p>
        </p:txBody>
      </p:sp>
      <p:sp>
        <p:nvSpPr>
          <p:cNvPr id="4" name="Slide Number Placeholder 3"/>
          <p:cNvSpPr>
            <a:spLocks noGrp="1"/>
          </p:cNvSpPr>
          <p:nvPr>
            <p:ph type="sldNum" sz="quarter" idx="5"/>
          </p:nvPr>
        </p:nvSpPr>
        <p:spPr/>
        <p:txBody>
          <a:bodyPr/>
          <a:lstStyle/>
          <a:p>
            <a:fld id="{78CED39A-58DD-4C03-9276-40FE00EB9230}" type="slidenum">
              <a:rPr kumimoji="1" lang="ja-JP" altLang="en-US" smtClean="0"/>
              <a:t>36</a:t>
            </a:fld>
            <a:endParaRPr kumimoji="1" lang="ja-JP" altLang="en-US"/>
          </a:p>
        </p:txBody>
      </p:sp>
    </p:spTree>
    <p:extLst>
      <p:ext uri="{BB962C8B-B14F-4D97-AF65-F5344CB8AC3E}">
        <p14:creationId xmlns:p14="http://schemas.microsoft.com/office/powerpoint/2010/main" val="38061025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kumimoji="1" lang="ja-JP" altLang="en-US" dirty="0"/>
              <a:t>参考情報</a:t>
            </a:r>
            <a:endParaRPr kumimoji="1" lang="en-US" altLang="ja-JP" dirty="0"/>
          </a:p>
          <a:p>
            <a:pPr marL="628650" lvl="1" indent="-171450">
              <a:buFont typeface="Arial" panose="020B0604020202020204" pitchFamily="34" charset="0"/>
              <a:buChar char="•"/>
            </a:pPr>
            <a:r>
              <a:rPr kumimoji="1" lang="ja-JP" altLang="en-US" dirty="0"/>
              <a:t>参考として、穴埋め問題の種類をこちらに掲載しております。</a:t>
            </a:r>
            <a:endParaRPr kumimoji="1" lang="en-US" altLang="ja-JP" dirty="0"/>
          </a:p>
          <a:p>
            <a:pPr marL="628650" lvl="1" indent="-171450">
              <a:buFont typeface="Arial" panose="020B0604020202020204" pitchFamily="34" charset="0"/>
              <a:buChar char="•"/>
            </a:pPr>
            <a:r>
              <a:rPr kumimoji="1" lang="en-US" altLang="ja-JP" dirty="0"/>
              <a:t>Subgroup</a:t>
            </a:r>
            <a:r>
              <a:rPr kumimoji="1" lang="ja-JP" altLang="en-US" dirty="0"/>
              <a:t>の方法や</a:t>
            </a:r>
            <a:r>
              <a:rPr kumimoji="1" lang="en-US" altLang="ja-JP" dirty="0"/>
              <a:t>AE</a:t>
            </a:r>
            <a:r>
              <a:rPr kumimoji="1" lang="ja-JP" altLang="en-US" dirty="0"/>
              <a:t>の</a:t>
            </a:r>
            <a:r>
              <a:rPr kumimoji="1" lang="en-US" altLang="ja-JP" dirty="0"/>
              <a:t>Type</a:t>
            </a:r>
            <a:r>
              <a:rPr kumimoji="1" lang="ja-JP" altLang="en-US" dirty="0"/>
              <a:t>に幅があるということがわかるかと思います。</a:t>
            </a:r>
          </a:p>
        </p:txBody>
      </p:sp>
      <p:sp>
        <p:nvSpPr>
          <p:cNvPr id="4" name="Slide Number Placeholder 3"/>
          <p:cNvSpPr>
            <a:spLocks noGrp="1"/>
          </p:cNvSpPr>
          <p:nvPr>
            <p:ph type="sldNum" sz="quarter" idx="5"/>
          </p:nvPr>
        </p:nvSpPr>
        <p:spPr/>
        <p:txBody>
          <a:bodyPr/>
          <a:lstStyle/>
          <a:p>
            <a:fld id="{78CED39A-58DD-4C03-9276-40FE00EB9230}" type="slidenum">
              <a:rPr kumimoji="1" lang="ja-JP" altLang="en-US" smtClean="0"/>
              <a:t>37</a:t>
            </a:fld>
            <a:endParaRPr kumimoji="1" lang="ja-JP" altLang="en-US"/>
          </a:p>
        </p:txBody>
      </p:sp>
    </p:spTree>
    <p:extLst>
      <p:ext uri="{BB962C8B-B14F-4D97-AF65-F5344CB8AC3E}">
        <p14:creationId xmlns:p14="http://schemas.microsoft.com/office/powerpoint/2010/main" val="20353598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latin typeface="Calibri"/>
                <a:ea typeface="Calibri"/>
                <a:cs typeface="Calibri"/>
              </a:rPr>
              <a:t>各</a:t>
            </a:r>
            <a:r>
              <a:rPr lang="en-US" altLang="ja-JP" dirty="0">
                <a:latin typeface="Calibri"/>
                <a:ea typeface="Calibri"/>
                <a:cs typeface="Calibri"/>
              </a:rPr>
              <a:t>Function</a:t>
            </a:r>
            <a:r>
              <a:rPr lang="ja-JP" altLang="en-US" dirty="0">
                <a:latin typeface="Calibri"/>
                <a:ea typeface="Calibri"/>
                <a:cs typeface="Calibri"/>
              </a:rPr>
              <a:t>を説明する前に、</a:t>
            </a:r>
            <a:r>
              <a:rPr lang="en-US" altLang="ja-JP" dirty="0">
                <a:latin typeface="Calibri"/>
                <a:ea typeface="Calibri"/>
                <a:cs typeface="Calibri"/>
              </a:rPr>
              <a:t>Function</a:t>
            </a:r>
            <a:r>
              <a:rPr lang="ja-JP" altLang="en-US" dirty="0">
                <a:latin typeface="Calibri"/>
                <a:ea typeface="Calibri"/>
                <a:cs typeface="Calibri"/>
              </a:rPr>
              <a:t>のスコープについて少し説明します。</a:t>
            </a:r>
            <a:br>
              <a:rPr lang="en-US" altLang="ja-JP" dirty="0">
                <a:latin typeface="Calibri"/>
                <a:ea typeface="Calibri"/>
                <a:cs typeface="Calibri"/>
              </a:rPr>
            </a:br>
            <a:r>
              <a:rPr lang="ja-JP" altLang="en-US" dirty="0">
                <a:latin typeface="Calibri"/>
                <a:ea typeface="Calibri"/>
                <a:cs typeface="Calibri"/>
              </a:rPr>
              <a:t>こちらが</a:t>
            </a:r>
            <a:r>
              <a:rPr lang="en-US" altLang="ja-JP" dirty="0">
                <a:latin typeface="Calibri"/>
                <a:ea typeface="Calibri"/>
                <a:cs typeface="Calibri"/>
              </a:rPr>
              <a:t>PMDA</a:t>
            </a:r>
            <a:r>
              <a:rPr lang="ja-JP" altLang="en-US" dirty="0">
                <a:latin typeface="Calibri"/>
                <a:ea typeface="Calibri"/>
                <a:cs typeface="Calibri"/>
              </a:rPr>
              <a:t>の照会事項回答用の</a:t>
            </a:r>
            <a:r>
              <a:rPr lang="en-US" altLang="ja-JP" dirty="0">
                <a:latin typeface="Calibri"/>
                <a:ea typeface="Calibri"/>
                <a:cs typeface="Calibri"/>
              </a:rPr>
              <a:t>ARD</a:t>
            </a:r>
            <a:r>
              <a:rPr lang="ja-JP" altLang="en-US" dirty="0">
                <a:latin typeface="Calibri"/>
                <a:ea typeface="Calibri"/>
                <a:cs typeface="Calibri"/>
              </a:rPr>
              <a:t>の構造と、そこから作成された</a:t>
            </a:r>
            <a:r>
              <a:rPr lang="en-US" altLang="ja-JP" dirty="0">
                <a:latin typeface="Calibri"/>
                <a:ea typeface="Calibri"/>
                <a:cs typeface="Calibri"/>
              </a:rPr>
              <a:t>Table</a:t>
            </a:r>
            <a:r>
              <a:rPr lang="ja-JP" altLang="en-US" dirty="0">
                <a:latin typeface="Calibri"/>
                <a:ea typeface="Calibri"/>
                <a:cs typeface="Calibri"/>
              </a:rPr>
              <a:t>を表すスライドです。</a:t>
            </a:r>
            <a:endParaRPr lang="en-US" altLang="ja-JP" dirty="0">
              <a:latin typeface="Calibri"/>
              <a:ea typeface="Calibri"/>
              <a:cs typeface="Calibri"/>
            </a:endParaRPr>
          </a:p>
          <a:p>
            <a:r>
              <a:rPr lang="ja-JP" altLang="en-US" dirty="0">
                <a:latin typeface="Calibri"/>
                <a:ea typeface="Calibri"/>
                <a:cs typeface="Calibri"/>
              </a:rPr>
              <a:t>現状この</a:t>
            </a:r>
            <a:r>
              <a:rPr lang="en-US" altLang="ja-JP" dirty="0">
                <a:latin typeface="Calibri"/>
                <a:ea typeface="Calibri"/>
                <a:cs typeface="Calibri"/>
              </a:rPr>
              <a:t>Package</a:t>
            </a:r>
            <a:r>
              <a:rPr lang="ja-JP" altLang="en-US" dirty="0">
                <a:latin typeface="Calibri"/>
                <a:ea typeface="Calibri"/>
                <a:cs typeface="Calibri"/>
              </a:rPr>
              <a:t>ではこの</a:t>
            </a:r>
            <a:r>
              <a:rPr lang="en-US" altLang="ja-JP" dirty="0">
                <a:latin typeface="Calibri"/>
                <a:ea typeface="Calibri"/>
                <a:cs typeface="Calibri"/>
              </a:rPr>
              <a:t>ARD</a:t>
            </a:r>
            <a:r>
              <a:rPr lang="ja-JP" altLang="en-US" dirty="0">
                <a:latin typeface="Calibri"/>
                <a:ea typeface="Calibri"/>
                <a:cs typeface="Calibri"/>
              </a:rPr>
              <a:t>を作成するというところまでを</a:t>
            </a:r>
            <a:r>
              <a:rPr lang="en-US" altLang="ja-JP" dirty="0">
                <a:latin typeface="Calibri"/>
                <a:ea typeface="Calibri"/>
                <a:cs typeface="Calibri"/>
              </a:rPr>
              <a:t>Package</a:t>
            </a:r>
            <a:r>
              <a:rPr lang="ja-JP" altLang="en-US" dirty="0">
                <a:latin typeface="Calibri"/>
                <a:ea typeface="Calibri"/>
                <a:cs typeface="Calibri"/>
              </a:rPr>
              <a:t>の</a:t>
            </a:r>
            <a:r>
              <a:rPr lang="en-US" altLang="ja-JP" dirty="0">
                <a:latin typeface="Calibri"/>
                <a:ea typeface="Calibri"/>
                <a:cs typeface="Calibri"/>
              </a:rPr>
              <a:t>Function</a:t>
            </a:r>
            <a:r>
              <a:rPr lang="ja-JP" altLang="en-US" dirty="0">
                <a:latin typeface="Calibri"/>
                <a:ea typeface="Calibri"/>
                <a:cs typeface="Calibri"/>
              </a:rPr>
              <a:t>でカバーし、</a:t>
            </a:r>
            <a:r>
              <a:rPr lang="en-US" altLang="ja-JP" dirty="0">
                <a:latin typeface="Calibri"/>
                <a:ea typeface="Calibri"/>
                <a:cs typeface="Calibri"/>
              </a:rPr>
              <a:t>ARD</a:t>
            </a:r>
            <a:r>
              <a:rPr lang="ja-JP" altLang="en-US" dirty="0">
                <a:latin typeface="Calibri"/>
                <a:ea typeface="Calibri"/>
                <a:cs typeface="Calibri"/>
              </a:rPr>
              <a:t>から</a:t>
            </a:r>
            <a:r>
              <a:rPr lang="en-US" altLang="ja-JP" dirty="0">
                <a:latin typeface="Calibri"/>
                <a:ea typeface="Calibri"/>
                <a:cs typeface="Calibri"/>
              </a:rPr>
              <a:t>Table</a:t>
            </a:r>
            <a:r>
              <a:rPr lang="ja-JP" altLang="en-US" dirty="0">
                <a:latin typeface="Calibri"/>
                <a:ea typeface="Calibri"/>
                <a:cs typeface="Calibri"/>
              </a:rPr>
              <a:t>を作成するというところは</a:t>
            </a:r>
            <a:r>
              <a:rPr lang="en-US" altLang="ja-JP" dirty="0">
                <a:latin typeface="Calibri"/>
                <a:ea typeface="Calibri"/>
                <a:cs typeface="Calibri"/>
              </a:rPr>
              <a:t>Vignette</a:t>
            </a:r>
            <a:r>
              <a:rPr lang="ja-JP" altLang="en-US" dirty="0">
                <a:latin typeface="Calibri"/>
                <a:ea typeface="Calibri"/>
                <a:cs typeface="Calibri"/>
              </a:rPr>
              <a:t>や</a:t>
            </a:r>
            <a:r>
              <a:rPr lang="en-US" altLang="ja-JP" dirty="0">
                <a:latin typeface="Calibri"/>
                <a:ea typeface="Calibri"/>
                <a:cs typeface="Calibri"/>
              </a:rPr>
              <a:t>Template </a:t>
            </a:r>
            <a:r>
              <a:rPr lang="en-US" altLang="ja-JP" dirty="0" err="1">
                <a:latin typeface="Calibri"/>
                <a:ea typeface="Calibri"/>
                <a:cs typeface="Calibri"/>
              </a:rPr>
              <a:t>pgm</a:t>
            </a:r>
            <a:r>
              <a:rPr lang="ja-JP" altLang="en-US" dirty="0">
                <a:latin typeface="Calibri"/>
                <a:ea typeface="Calibri"/>
                <a:cs typeface="Calibri"/>
              </a:rPr>
              <a:t>でカバーすることを想定しています。</a:t>
            </a:r>
            <a:br>
              <a:rPr lang="en-US" altLang="ja-JP" dirty="0">
                <a:latin typeface="Calibri"/>
                <a:ea typeface="Calibri"/>
                <a:cs typeface="Calibri"/>
              </a:rPr>
            </a:br>
            <a:endParaRPr lang="en-US" altLang="ja-JP" dirty="0">
              <a:latin typeface="Calibri"/>
              <a:ea typeface="Calibri"/>
              <a:cs typeface="Calibri"/>
            </a:endParaRPr>
          </a:p>
          <a:p>
            <a:r>
              <a:rPr lang="ja-JP" altLang="en-US" dirty="0">
                <a:latin typeface="Calibri"/>
                <a:ea typeface="Calibri"/>
                <a:cs typeface="Calibri"/>
              </a:rPr>
              <a:t>というのも、</a:t>
            </a:r>
            <a:r>
              <a:rPr lang="en-US" altLang="ja-JP" dirty="0">
                <a:latin typeface="Calibri"/>
                <a:ea typeface="Calibri"/>
                <a:cs typeface="Calibri"/>
              </a:rPr>
              <a:t>ARD</a:t>
            </a:r>
            <a:r>
              <a:rPr lang="ja-JP" altLang="en-US" dirty="0">
                <a:latin typeface="Calibri"/>
                <a:ea typeface="Calibri"/>
                <a:cs typeface="Calibri"/>
              </a:rPr>
              <a:t>から</a:t>
            </a:r>
            <a:r>
              <a:rPr lang="en-US" altLang="ja-JP" dirty="0">
                <a:latin typeface="Calibri"/>
                <a:ea typeface="Calibri"/>
                <a:cs typeface="Calibri"/>
              </a:rPr>
              <a:t>Table</a:t>
            </a:r>
            <a:r>
              <a:rPr lang="ja-JP" altLang="en-US" dirty="0">
                <a:latin typeface="Calibri"/>
                <a:ea typeface="Calibri"/>
                <a:cs typeface="Calibri"/>
              </a:rPr>
              <a:t>の形式に出力する</a:t>
            </a:r>
            <a:r>
              <a:rPr lang="en-US" altLang="ja-JP" dirty="0">
                <a:latin typeface="Calibri"/>
                <a:ea typeface="Calibri"/>
                <a:cs typeface="Calibri"/>
              </a:rPr>
              <a:t>Package</a:t>
            </a:r>
            <a:r>
              <a:rPr lang="ja-JP" altLang="en-US" dirty="0">
                <a:latin typeface="Calibri"/>
                <a:ea typeface="Calibri"/>
                <a:cs typeface="Calibri"/>
              </a:rPr>
              <a:t>については既に幾つか使い勝手の良いものがあります。</a:t>
            </a:r>
            <a:br>
              <a:rPr lang="en-US" altLang="ja-JP" dirty="0">
                <a:latin typeface="Calibri"/>
                <a:ea typeface="Calibri"/>
                <a:cs typeface="Calibri"/>
              </a:rPr>
            </a:br>
            <a:r>
              <a:rPr lang="ja-JP" altLang="en-US" dirty="0">
                <a:latin typeface="Calibri"/>
                <a:ea typeface="Calibri"/>
                <a:cs typeface="Calibri"/>
              </a:rPr>
              <a:t>新しく関数を整備するというよりは、それらの関数を利用するための方法を整備した方が良いと考えています。</a:t>
            </a:r>
            <a:br>
              <a:rPr lang="en-US" altLang="ja-JP" dirty="0">
                <a:latin typeface="Calibri"/>
                <a:ea typeface="Calibri"/>
                <a:cs typeface="Calibri"/>
              </a:rPr>
            </a:br>
            <a:r>
              <a:rPr lang="ja-JP" altLang="en-US" dirty="0">
                <a:latin typeface="Calibri"/>
                <a:ea typeface="Calibri"/>
                <a:cs typeface="Calibri"/>
              </a:rPr>
              <a:t>そのため、現時点では</a:t>
            </a:r>
            <a:r>
              <a:rPr lang="en-US" altLang="ja-JP" dirty="0">
                <a:latin typeface="Calibri"/>
                <a:ea typeface="Calibri"/>
                <a:cs typeface="Calibri"/>
              </a:rPr>
              <a:t>ARD</a:t>
            </a:r>
            <a:r>
              <a:rPr lang="ja-JP" altLang="en-US" dirty="0">
                <a:latin typeface="Calibri"/>
                <a:ea typeface="Calibri"/>
                <a:cs typeface="Calibri"/>
              </a:rPr>
              <a:t>から</a:t>
            </a:r>
            <a:r>
              <a:rPr lang="en-US" altLang="ja-JP" dirty="0">
                <a:latin typeface="Calibri"/>
                <a:ea typeface="Calibri"/>
                <a:cs typeface="Calibri"/>
              </a:rPr>
              <a:t>Table</a:t>
            </a:r>
            <a:r>
              <a:rPr lang="ja-JP" altLang="en-US" dirty="0">
                <a:latin typeface="Calibri"/>
                <a:ea typeface="Calibri"/>
                <a:cs typeface="Calibri"/>
              </a:rPr>
              <a:t>を作成するステップについてはドキュメントでサポートすることを想定しております。</a:t>
            </a:r>
            <a:endParaRPr lang="en-US" altLang="ja-JP" dirty="0">
              <a:latin typeface="Calibri"/>
              <a:ea typeface="Calibri"/>
              <a:cs typeface="Calibri"/>
            </a:endParaRPr>
          </a:p>
        </p:txBody>
      </p:sp>
      <p:sp>
        <p:nvSpPr>
          <p:cNvPr id="4" name="Slide Number Placeholder 3"/>
          <p:cNvSpPr>
            <a:spLocks noGrp="1"/>
          </p:cNvSpPr>
          <p:nvPr>
            <p:ph type="sldNum" sz="quarter" idx="5"/>
          </p:nvPr>
        </p:nvSpPr>
        <p:spPr/>
        <p:txBody>
          <a:bodyPr/>
          <a:lstStyle/>
          <a:p>
            <a:fld id="{78CED39A-58DD-4C03-9276-40FE00EB9230}" type="slidenum">
              <a:rPr kumimoji="1" lang="ja-JP" altLang="en-US" smtClean="0"/>
              <a:t>38</a:t>
            </a:fld>
            <a:endParaRPr kumimoji="1" lang="ja-JP" altLang="en-US"/>
          </a:p>
        </p:txBody>
      </p:sp>
    </p:spTree>
    <p:extLst>
      <p:ext uri="{BB962C8B-B14F-4D97-AF65-F5344CB8AC3E}">
        <p14:creationId xmlns:p14="http://schemas.microsoft.com/office/powerpoint/2010/main" val="340675713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1 (Full Colou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9918D-BA13-C7B2-DD69-2DC8F3E605D4}"/>
              </a:ext>
            </a:extLst>
          </p:cNvPr>
          <p:cNvSpPr>
            <a:spLocks noGrp="1"/>
          </p:cNvSpPr>
          <p:nvPr>
            <p:ph type="ctrTitle"/>
          </p:nvPr>
        </p:nvSpPr>
        <p:spPr>
          <a:xfrm>
            <a:off x="327747" y="1413309"/>
            <a:ext cx="5465762" cy="2276399"/>
          </a:xfrm>
        </p:spPr>
        <p:txBody>
          <a:bodyPr anchor="b" anchorCtr="0">
            <a:normAutofit/>
          </a:bodyPr>
          <a:lstStyle>
            <a:lvl1pPr algn="l">
              <a:lnSpc>
                <a:spcPct val="90000"/>
              </a:lnSpc>
              <a:defRPr sz="4000" spc="-100" baseline="0"/>
            </a:lvl1pPr>
          </a:lstStyle>
          <a:p>
            <a:r>
              <a:rPr lang="en-US" altLang="ja-JP" noProof="0"/>
              <a:t>Click to edit Master title style</a:t>
            </a:r>
            <a:endParaRPr lang="en-US"/>
          </a:p>
        </p:txBody>
      </p:sp>
      <p:sp>
        <p:nvSpPr>
          <p:cNvPr id="3" name="Subtitle 2">
            <a:extLst>
              <a:ext uri="{FF2B5EF4-FFF2-40B4-BE49-F238E27FC236}">
                <a16:creationId xmlns:a16="http://schemas.microsoft.com/office/drawing/2014/main" id="{F5126F13-0AE9-3175-DE16-03EC60AEA720}"/>
              </a:ext>
            </a:extLst>
          </p:cNvPr>
          <p:cNvSpPr>
            <a:spLocks noGrp="1"/>
          </p:cNvSpPr>
          <p:nvPr>
            <p:ph type="subTitle" idx="1"/>
          </p:nvPr>
        </p:nvSpPr>
        <p:spPr>
          <a:xfrm>
            <a:off x="327747" y="4055266"/>
            <a:ext cx="4510395" cy="1047751"/>
          </a:xfrm>
        </p:spPr>
        <p:txBody>
          <a:bodyPr anchor="t" anchorCtr="0">
            <a:normAutofit/>
          </a:bodyPr>
          <a:lstStyle>
            <a:lvl1pPr marL="0" indent="0" algn="l">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ja-JP"/>
              <a:t>Click to edit Master subtitle style</a:t>
            </a:r>
            <a:endParaRPr lang="en-US"/>
          </a:p>
        </p:txBody>
      </p:sp>
      <p:sp>
        <p:nvSpPr>
          <p:cNvPr id="5" name="Footer Placeholder 4">
            <a:extLst>
              <a:ext uri="{FF2B5EF4-FFF2-40B4-BE49-F238E27FC236}">
                <a16:creationId xmlns:a16="http://schemas.microsoft.com/office/drawing/2014/main" id="{C23A8108-6468-F37B-B08D-4576298F528F}"/>
              </a:ext>
            </a:extLst>
          </p:cNvPr>
          <p:cNvSpPr>
            <a:spLocks noGrp="1"/>
          </p:cNvSpPr>
          <p:nvPr>
            <p:ph type="ftr" sz="quarter" idx="11"/>
          </p:nvPr>
        </p:nvSpPr>
        <p:spPr/>
        <p:txBody>
          <a:bodyPr/>
          <a:lstStyle/>
          <a:p>
            <a:r>
              <a:rPr lang="en-US" noProof="0"/>
              <a:t>Insert menu &gt; Header &amp; Footer button</a:t>
            </a:r>
          </a:p>
        </p:txBody>
      </p:sp>
      <p:sp>
        <p:nvSpPr>
          <p:cNvPr id="6" name="Slide Number Placeholder 5">
            <a:extLst>
              <a:ext uri="{FF2B5EF4-FFF2-40B4-BE49-F238E27FC236}">
                <a16:creationId xmlns:a16="http://schemas.microsoft.com/office/drawing/2014/main" id="{FC9EE5C0-CA83-92F8-E574-92C5F4ED2C0C}"/>
              </a:ext>
            </a:extLst>
          </p:cNvPr>
          <p:cNvSpPr>
            <a:spLocks noGrp="1"/>
          </p:cNvSpPr>
          <p:nvPr>
            <p:ph type="sldNum" sz="quarter" idx="12"/>
          </p:nvPr>
        </p:nvSpPr>
        <p:spPr/>
        <p:txBody>
          <a:bodyPr/>
          <a:lstStyle/>
          <a:p>
            <a:fld id="{03CB0E19-F4C8-4F98-96D2-CE1ECDE59975}" type="slidenum">
              <a:rPr lang="en-GB" smtClean="0"/>
              <a:t>‹#›</a:t>
            </a:fld>
            <a:endParaRPr lang="en-GB"/>
          </a:p>
        </p:txBody>
      </p:sp>
      <p:pic>
        <p:nvPicPr>
          <p:cNvPr id="2061" name="Picture 13">
            <a:extLst>
              <a:ext uri="{FF2B5EF4-FFF2-40B4-BE49-F238E27FC236}">
                <a16:creationId xmlns:a16="http://schemas.microsoft.com/office/drawing/2014/main" id="{11323A8E-58B2-5227-B848-7987730AF7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87863" y="6853238"/>
            <a:ext cx="133350"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Google Shape;81;gaef4685ac5_0_0" descr="A map of the world&#10;&#10;Description automatically generated with medium confidence">
            <a:extLst>
              <a:ext uri="{FF2B5EF4-FFF2-40B4-BE49-F238E27FC236}">
                <a16:creationId xmlns:a16="http://schemas.microsoft.com/office/drawing/2014/main" id="{52D02416-89A6-9245-52E8-8E957CCFB471}"/>
              </a:ext>
            </a:extLst>
          </p:cNvPr>
          <p:cNvPicPr preferRelativeResize="0"/>
          <p:nvPr userDrawn="1"/>
        </p:nvPicPr>
        <p:blipFill rotWithShape="1">
          <a:blip r:embed="rId3">
            <a:alphaModFix/>
          </a:blip>
          <a:srcRect l="4072" t="69" r="45363" b="-69"/>
          <a:stretch>
            <a:fillRect/>
          </a:stretch>
        </p:blipFill>
        <p:spPr>
          <a:xfrm>
            <a:off x="5957454" y="-4762"/>
            <a:ext cx="6594763" cy="6858000"/>
          </a:xfrm>
          <a:prstGeom prst="rect">
            <a:avLst/>
          </a:prstGeom>
          <a:noFill/>
          <a:ln>
            <a:noFill/>
          </a:ln>
        </p:spPr>
      </p:pic>
    </p:spTree>
    <p:extLst>
      <p:ext uri="{BB962C8B-B14F-4D97-AF65-F5344CB8AC3E}">
        <p14:creationId xmlns:p14="http://schemas.microsoft.com/office/powerpoint/2010/main" val="3190400876"/>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45A4A-BEAF-8F80-8835-0907262EDC2E}"/>
              </a:ext>
            </a:extLst>
          </p:cNvPr>
          <p:cNvSpPr>
            <a:spLocks noGrp="1"/>
          </p:cNvSpPr>
          <p:nvPr>
            <p:ph type="title"/>
          </p:nvPr>
        </p:nvSpPr>
        <p:spPr>
          <a:xfrm>
            <a:off x="604838" y="358793"/>
            <a:ext cx="9721417" cy="809834"/>
          </a:xfrm>
        </p:spPr>
        <p:txBody>
          <a:bodyPr>
            <a:normAutofit/>
          </a:bodyPr>
          <a:lstStyle/>
          <a:p>
            <a:r>
              <a:rPr lang="en-US" altLang="ja-JP" noProof="0"/>
              <a:t>Click to edit Master title style</a:t>
            </a:r>
            <a:endParaRPr lang="en-US" noProof="0"/>
          </a:p>
        </p:txBody>
      </p:sp>
      <p:sp>
        <p:nvSpPr>
          <p:cNvPr id="3" name="Content Placeholder 2">
            <a:extLst>
              <a:ext uri="{FF2B5EF4-FFF2-40B4-BE49-F238E27FC236}">
                <a16:creationId xmlns:a16="http://schemas.microsoft.com/office/drawing/2014/main" id="{68868F2A-23FD-5801-ACBB-432CB93397C0}"/>
              </a:ext>
            </a:extLst>
          </p:cNvPr>
          <p:cNvSpPr>
            <a:spLocks noGrp="1"/>
          </p:cNvSpPr>
          <p:nvPr>
            <p:ph idx="1"/>
          </p:nvPr>
        </p:nvSpPr>
        <p:spPr>
          <a:xfrm>
            <a:off x="604839" y="1560443"/>
            <a:ext cx="9721416" cy="4140000"/>
          </a:xfrm>
        </p:spPr>
        <p:txBody>
          <a:bodyPr>
            <a:normAutofit/>
          </a:bodyPr>
          <a:lstStyle>
            <a:lvl1pPr marL="457200" indent="-457200">
              <a:lnSpc>
                <a:spcPct val="150000"/>
              </a:lnSpc>
              <a:spcBef>
                <a:spcPts val="1100"/>
              </a:spcBef>
              <a:buFont typeface="Arial" panose="020B0604020202020204" pitchFamily="34" charset="0"/>
              <a:buChar char="•"/>
              <a:defRPr b="0"/>
            </a:lvl1pPr>
            <a:lvl2pPr marL="432000" indent="-216000">
              <a:lnSpc>
                <a:spcPct val="150000"/>
              </a:lnSpc>
              <a:spcBef>
                <a:spcPts val="500"/>
              </a:spcBef>
              <a:buSzPct val="130000"/>
              <a:buFont typeface="Wingdings" panose="05000000000000000000" pitchFamily="2" charset="2"/>
              <a:buChar char="ü"/>
              <a:defRPr sz="1800">
                <a:solidFill>
                  <a:srgbClr val="0460A9"/>
                </a:solidFill>
              </a:defRPr>
            </a:lvl2pPr>
          </a:lstStyle>
          <a:p>
            <a:pPr lvl="0"/>
            <a:r>
              <a:rPr lang="en-US" altLang="ja-JP" noProof="0"/>
              <a:t>Click to edit Master text styles</a:t>
            </a:r>
          </a:p>
          <a:p>
            <a:pPr lvl="1"/>
            <a:r>
              <a:rPr lang="en-US" altLang="ja-JP" noProof="0"/>
              <a:t>Second level</a:t>
            </a:r>
          </a:p>
        </p:txBody>
      </p:sp>
      <p:sp>
        <p:nvSpPr>
          <p:cNvPr id="5" name="Footer Placeholder 4">
            <a:extLst>
              <a:ext uri="{FF2B5EF4-FFF2-40B4-BE49-F238E27FC236}">
                <a16:creationId xmlns:a16="http://schemas.microsoft.com/office/drawing/2014/main" id="{6A5E74A7-6AA6-6A4A-386F-857155357DE5}"/>
              </a:ext>
            </a:extLst>
          </p:cNvPr>
          <p:cNvSpPr>
            <a:spLocks noGrp="1"/>
          </p:cNvSpPr>
          <p:nvPr>
            <p:ph type="ftr" sz="quarter" idx="11"/>
          </p:nvPr>
        </p:nvSpPr>
        <p:spPr/>
        <p:txBody>
          <a:bodyPr/>
          <a:lstStyle/>
          <a:p>
            <a:r>
              <a:rPr lang="en-US" noProof="0"/>
              <a:t>Insert menu &gt; Header &amp; Footer button</a:t>
            </a:r>
          </a:p>
        </p:txBody>
      </p:sp>
      <p:sp>
        <p:nvSpPr>
          <p:cNvPr id="6" name="Slide Number Placeholder 5">
            <a:extLst>
              <a:ext uri="{FF2B5EF4-FFF2-40B4-BE49-F238E27FC236}">
                <a16:creationId xmlns:a16="http://schemas.microsoft.com/office/drawing/2014/main" id="{AED2575B-FB3C-51E6-D7BC-6C7FF452EDA3}"/>
              </a:ext>
            </a:extLst>
          </p:cNvPr>
          <p:cNvSpPr>
            <a:spLocks noGrp="1"/>
          </p:cNvSpPr>
          <p:nvPr>
            <p:ph type="sldNum" sz="quarter" idx="12"/>
          </p:nvPr>
        </p:nvSpPr>
        <p:spPr/>
        <p:txBody>
          <a:bodyPr/>
          <a:lstStyle/>
          <a:p>
            <a:fld id="{03CB0E19-F4C8-4F98-96D2-CE1ECDE59975}" type="slidenum">
              <a:rPr lang="en-GB" smtClean="0"/>
              <a:t>‹#›</a:t>
            </a:fld>
            <a:endParaRPr lang="en-GB"/>
          </a:p>
        </p:txBody>
      </p:sp>
      <p:sp>
        <p:nvSpPr>
          <p:cNvPr id="7" name="Rectangle 1">
            <a:extLst>
              <a:ext uri="{FF2B5EF4-FFF2-40B4-BE49-F238E27FC236}">
                <a16:creationId xmlns:a16="http://schemas.microsoft.com/office/drawing/2014/main" id="{23E7A485-8F68-E48D-970D-E99406E9D3FC}"/>
              </a:ext>
            </a:extLst>
          </p:cNvPr>
          <p:cNvSpPr/>
          <p:nvPr userDrawn="1"/>
        </p:nvSpPr>
        <p:spPr>
          <a:xfrm>
            <a:off x="10326255" y="0"/>
            <a:ext cx="1865745" cy="6858000"/>
          </a:xfrm>
          <a:custGeom>
            <a:avLst/>
            <a:gdLst>
              <a:gd name="connsiteX0" fmla="*/ 0 w 3040380"/>
              <a:gd name="connsiteY0" fmla="*/ 0 h 5143500"/>
              <a:gd name="connsiteX1" fmla="*/ 3040380 w 3040380"/>
              <a:gd name="connsiteY1" fmla="*/ 0 h 5143500"/>
              <a:gd name="connsiteX2" fmla="*/ 3040380 w 3040380"/>
              <a:gd name="connsiteY2" fmla="*/ 5143500 h 5143500"/>
              <a:gd name="connsiteX3" fmla="*/ 0 w 3040380"/>
              <a:gd name="connsiteY3" fmla="*/ 5143500 h 5143500"/>
              <a:gd name="connsiteX4" fmla="*/ 0 w 3040380"/>
              <a:gd name="connsiteY4" fmla="*/ 0 h 5143500"/>
              <a:gd name="connsiteX0" fmla="*/ 0 w 3040380"/>
              <a:gd name="connsiteY0" fmla="*/ 0 h 5151120"/>
              <a:gd name="connsiteX1" fmla="*/ 3040380 w 3040380"/>
              <a:gd name="connsiteY1" fmla="*/ 0 h 5151120"/>
              <a:gd name="connsiteX2" fmla="*/ 3040380 w 3040380"/>
              <a:gd name="connsiteY2" fmla="*/ 5143500 h 5151120"/>
              <a:gd name="connsiteX3" fmla="*/ 693420 w 3040380"/>
              <a:gd name="connsiteY3" fmla="*/ 5151120 h 5151120"/>
              <a:gd name="connsiteX4" fmla="*/ 0 w 3040380"/>
              <a:gd name="connsiteY4" fmla="*/ 0 h 5151120"/>
              <a:gd name="connsiteX0" fmla="*/ 0 w 3040380"/>
              <a:gd name="connsiteY0" fmla="*/ 0 h 5151120"/>
              <a:gd name="connsiteX1" fmla="*/ 3040380 w 3040380"/>
              <a:gd name="connsiteY1" fmla="*/ 0 h 5151120"/>
              <a:gd name="connsiteX2" fmla="*/ 3040380 w 3040380"/>
              <a:gd name="connsiteY2" fmla="*/ 5143500 h 5151120"/>
              <a:gd name="connsiteX3" fmla="*/ 693420 w 3040380"/>
              <a:gd name="connsiteY3" fmla="*/ 5151120 h 5151120"/>
              <a:gd name="connsiteX4" fmla="*/ 0 w 3040380"/>
              <a:gd name="connsiteY4" fmla="*/ 0 h 5151120"/>
              <a:gd name="connsiteX0" fmla="*/ 1041026 w 4081406"/>
              <a:gd name="connsiteY0" fmla="*/ 0 h 5143500"/>
              <a:gd name="connsiteX1" fmla="*/ 4081406 w 4081406"/>
              <a:gd name="connsiteY1" fmla="*/ 0 h 5143500"/>
              <a:gd name="connsiteX2" fmla="*/ 4081406 w 4081406"/>
              <a:gd name="connsiteY2" fmla="*/ 5143500 h 5143500"/>
              <a:gd name="connsiteX3" fmla="*/ 0 w 4081406"/>
              <a:gd name="connsiteY3" fmla="*/ 5143500 h 5143500"/>
              <a:gd name="connsiteX4" fmla="*/ 1041026 w 4081406"/>
              <a:gd name="connsiteY4" fmla="*/ 0 h 5143500"/>
              <a:gd name="connsiteX0" fmla="*/ 1041026 w 4081406"/>
              <a:gd name="connsiteY0" fmla="*/ 0 h 5143500"/>
              <a:gd name="connsiteX1" fmla="*/ 4081406 w 4081406"/>
              <a:gd name="connsiteY1" fmla="*/ 0 h 5143500"/>
              <a:gd name="connsiteX2" fmla="*/ 4081406 w 4081406"/>
              <a:gd name="connsiteY2" fmla="*/ 5143500 h 5143500"/>
              <a:gd name="connsiteX3" fmla="*/ 0 w 4081406"/>
              <a:gd name="connsiteY3" fmla="*/ 5143500 h 5143500"/>
              <a:gd name="connsiteX4" fmla="*/ 1041026 w 4081406"/>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1406" h="5143500">
                <a:moveTo>
                  <a:pt x="1041026" y="0"/>
                </a:moveTo>
                <a:lnTo>
                  <a:pt x="4081406" y="0"/>
                </a:lnTo>
                <a:lnTo>
                  <a:pt x="4081406" y="5143500"/>
                </a:lnTo>
                <a:lnTo>
                  <a:pt x="0" y="5143500"/>
                </a:lnTo>
                <a:cubicBezTo>
                  <a:pt x="4121057" y="2900680"/>
                  <a:pt x="1272166" y="1717040"/>
                  <a:pt x="1041026" y="0"/>
                </a:cubicBezTo>
                <a:close/>
              </a:path>
            </a:pathLst>
          </a:custGeom>
          <a:solidFill>
            <a:srgbClr val="00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Google Shape;81;gaef4685ac5_0_0" descr="A map of the world&#10;&#10;Description automatically generated with medium confidence">
            <a:extLst>
              <a:ext uri="{FF2B5EF4-FFF2-40B4-BE49-F238E27FC236}">
                <a16:creationId xmlns:a16="http://schemas.microsoft.com/office/drawing/2014/main" id="{CDFF48A1-8E64-EC0B-7E75-517CAC61717E}"/>
              </a:ext>
            </a:extLst>
          </p:cNvPr>
          <p:cNvPicPr preferRelativeResize="0"/>
          <p:nvPr userDrawn="1"/>
        </p:nvPicPr>
        <p:blipFill rotWithShape="1">
          <a:blip r:embed="rId2">
            <a:alphaModFix/>
          </a:blip>
          <a:srcRect l="76038" t="6217" r="3388" b="80668"/>
          <a:stretch>
            <a:fillRect/>
          </a:stretch>
        </p:blipFill>
        <p:spPr>
          <a:xfrm>
            <a:off x="10732655" y="6225309"/>
            <a:ext cx="1459345" cy="632691"/>
          </a:xfrm>
          <a:prstGeom prst="rect">
            <a:avLst/>
          </a:prstGeom>
          <a:noFill/>
          <a:ln>
            <a:noFill/>
          </a:ln>
        </p:spPr>
      </p:pic>
    </p:spTree>
    <p:extLst>
      <p:ext uri="{BB962C8B-B14F-4D97-AF65-F5344CB8AC3E}">
        <p14:creationId xmlns:p14="http://schemas.microsoft.com/office/powerpoint/2010/main" val="987857081"/>
      </p:ext>
    </p:extLst>
  </p:cSld>
  <p:clrMapOvr>
    <a:masterClrMapping/>
  </p:clrMapOvr>
  <p:hf sldNum="0" hdr="0" dt="0"/>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7A96AB-8025-800A-2C24-7E888FEFF7BD}"/>
              </a:ext>
            </a:extLst>
          </p:cNvPr>
          <p:cNvSpPr>
            <a:spLocks noGrp="1"/>
          </p:cNvSpPr>
          <p:nvPr>
            <p:ph type="title"/>
          </p:nvPr>
        </p:nvSpPr>
        <p:spPr>
          <a:xfrm>
            <a:off x="604838" y="311086"/>
            <a:ext cx="11168062" cy="1065278"/>
          </a:xfrm>
          <a:prstGeom prst="rect">
            <a:avLst/>
          </a:prstGeom>
        </p:spPr>
        <p:txBody>
          <a:bodyPr vert="horz" lIns="0" tIns="0" rIns="0" bIns="0" rtlCol="0" anchor="t" anchorCtr="0">
            <a:noAutofit/>
          </a:bodyPr>
          <a:lstStyle/>
          <a:p>
            <a:r>
              <a:rPr lang="en-US" altLang="ja-JP" noProof="0"/>
              <a:t>Click to edit Master title style</a:t>
            </a:r>
            <a:endParaRPr lang="en-US" noProof="0"/>
          </a:p>
        </p:txBody>
      </p:sp>
      <p:sp>
        <p:nvSpPr>
          <p:cNvPr id="3" name="Text Placeholder 2">
            <a:extLst>
              <a:ext uri="{FF2B5EF4-FFF2-40B4-BE49-F238E27FC236}">
                <a16:creationId xmlns:a16="http://schemas.microsoft.com/office/drawing/2014/main" id="{904E3102-B1BD-6F42-D23F-9839C4945A58}"/>
              </a:ext>
            </a:extLst>
          </p:cNvPr>
          <p:cNvSpPr>
            <a:spLocks noGrp="1"/>
          </p:cNvSpPr>
          <p:nvPr>
            <p:ph type="body" idx="1"/>
          </p:nvPr>
        </p:nvSpPr>
        <p:spPr>
          <a:xfrm>
            <a:off x="604838" y="1573619"/>
            <a:ext cx="11168062" cy="4477931"/>
          </a:xfrm>
          <a:prstGeom prst="rect">
            <a:avLst/>
          </a:prstGeom>
        </p:spPr>
        <p:txBody>
          <a:bodyPr vert="horz" lIns="0" tIns="0" rIns="0" bIns="0" rtlCol="0" anchor="t" anchorCtr="0">
            <a:noAutofit/>
          </a:bodyPr>
          <a:lstStyle/>
          <a:p>
            <a:pPr lvl="0"/>
            <a:r>
              <a:rPr lang="en-US" altLang="ja-JP" noProof="0"/>
              <a:t>Click to edit Master text styles</a:t>
            </a:r>
          </a:p>
          <a:p>
            <a:pPr lvl="1"/>
            <a:r>
              <a:rPr lang="en-US" altLang="ja-JP" noProof="0"/>
              <a:t>Second level</a:t>
            </a:r>
          </a:p>
          <a:p>
            <a:pPr lvl="2"/>
            <a:r>
              <a:rPr lang="en-US" altLang="ja-JP" noProof="0"/>
              <a:t>Third level</a:t>
            </a:r>
          </a:p>
          <a:p>
            <a:pPr lvl="3"/>
            <a:r>
              <a:rPr lang="en-US" altLang="ja-JP" noProof="0"/>
              <a:t>Fourth level</a:t>
            </a:r>
          </a:p>
          <a:p>
            <a:pPr lvl="4"/>
            <a:r>
              <a:rPr lang="en-US" altLang="ja-JP" noProof="0"/>
              <a:t>Fifth level</a:t>
            </a:r>
            <a:endParaRPr lang="en-US" noProof="0"/>
          </a:p>
        </p:txBody>
      </p:sp>
      <p:sp>
        <p:nvSpPr>
          <p:cNvPr id="5" name="Footer Placeholder 4">
            <a:extLst>
              <a:ext uri="{FF2B5EF4-FFF2-40B4-BE49-F238E27FC236}">
                <a16:creationId xmlns:a16="http://schemas.microsoft.com/office/drawing/2014/main" id="{0360478D-6D5E-92AA-A8E5-4B2E1DDB4519}"/>
              </a:ext>
            </a:extLst>
          </p:cNvPr>
          <p:cNvSpPr>
            <a:spLocks noGrp="1"/>
          </p:cNvSpPr>
          <p:nvPr>
            <p:ph type="ftr" sz="quarter" idx="3"/>
          </p:nvPr>
        </p:nvSpPr>
        <p:spPr>
          <a:xfrm>
            <a:off x="8197850" y="6449644"/>
            <a:ext cx="2880000" cy="180000"/>
          </a:xfrm>
          <a:prstGeom prst="rect">
            <a:avLst/>
          </a:prstGeom>
        </p:spPr>
        <p:txBody>
          <a:bodyPr vert="horz" lIns="0" tIns="0" rIns="0" bIns="0" rtlCol="0" anchor="t" anchorCtr="0">
            <a:noAutofit/>
          </a:bodyPr>
          <a:lstStyle>
            <a:lvl1pPr algn="r">
              <a:defRPr sz="900">
                <a:solidFill>
                  <a:schemeClr val="tx1"/>
                </a:solidFill>
              </a:defRPr>
            </a:lvl1pPr>
          </a:lstStyle>
          <a:p>
            <a:r>
              <a:rPr lang="en-US" noProof="0"/>
              <a:t>Insert menu &gt; Header &amp; Footer button</a:t>
            </a:r>
          </a:p>
        </p:txBody>
      </p:sp>
      <p:sp>
        <p:nvSpPr>
          <p:cNvPr id="6" name="Slide Number Placeholder 5">
            <a:extLst>
              <a:ext uri="{FF2B5EF4-FFF2-40B4-BE49-F238E27FC236}">
                <a16:creationId xmlns:a16="http://schemas.microsoft.com/office/drawing/2014/main" id="{A8B61785-315A-7A76-7C7E-594293B9756B}"/>
              </a:ext>
            </a:extLst>
          </p:cNvPr>
          <p:cNvSpPr>
            <a:spLocks noGrp="1"/>
          </p:cNvSpPr>
          <p:nvPr>
            <p:ph type="sldNum" sz="quarter" idx="4"/>
          </p:nvPr>
        </p:nvSpPr>
        <p:spPr>
          <a:xfrm>
            <a:off x="11307726" y="6449644"/>
            <a:ext cx="465174" cy="180000"/>
          </a:xfrm>
          <a:prstGeom prst="rect">
            <a:avLst/>
          </a:prstGeom>
        </p:spPr>
        <p:txBody>
          <a:bodyPr vert="horz" lIns="0" tIns="0" rIns="0" bIns="0" rtlCol="0" anchor="t" anchorCtr="0">
            <a:noAutofit/>
          </a:bodyPr>
          <a:lstStyle>
            <a:lvl1pPr algn="r">
              <a:defRPr sz="900" b="1">
                <a:solidFill>
                  <a:schemeClr val="tx1"/>
                </a:solidFill>
              </a:defRPr>
            </a:lvl1pPr>
          </a:lstStyle>
          <a:p>
            <a:fld id="{03CB0E19-F4C8-4F98-96D2-CE1ECDE59975}" type="slidenum">
              <a:rPr lang="en-GB" smtClean="0"/>
              <a:pPr/>
              <a:t>‹#›</a:t>
            </a:fld>
            <a:endParaRPr lang="en-GB"/>
          </a:p>
        </p:txBody>
      </p:sp>
    </p:spTree>
    <p:extLst>
      <p:ext uri="{BB962C8B-B14F-4D97-AF65-F5344CB8AC3E}">
        <p14:creationId xmlns:p14="http://schemas.microsoft.com/office/powerpoint/2010/main" val="2936477346"/>
      </p:ext>
    </p:extLst>
  </p:cSld>
  <p:clrMap bg1="lt1" tx1="dk1" bg2="lt2" tx2="dk2" accent1="accent1" accent2="accent2" accent3="accent3" accent4="accent4" accent5="accent5" accent6="accent6" hlink="hlink" folHlink="folHlink"/>
  <p:sldLayoutIdLst>
    <p:sldLayoutId id="2147483740" r:id="rId1"/>
    <p:sldLayoutId id="2147483765" r:id="rId2"/>
  </p:sldLayoutIdLst>
  <p:hf hdr="0" dt="0"/>
  <p:txStyles>
    <p:titleStyle>
      <a:lvl1pPr algn="l" defTabSz="914400" rtl="0" eaLnBrk="1" latinLnBrk="0" hangingPunct="1">
        <a:lnSpc>
          <a:spcPct val="95000"/>
        </a:lnSpc>
        <a:spcBef>
          <a:spcPct val="0"/>
        </a:spcBef>
        <a:buNone/>
        <a:defRPr kumimoji="1" sz="3000" b="1" kern="1200">
          <a:solidFill>
            <a:srgbClr val="002068"/>
          </a:solidFill>
          <a:latin typeface="+mj-lt"/>
          <a:ea typeface="+mj-ea"/>
          <a:cs typeface="+mj-cs"/>
        </a:defRPr>
      </a:lvl1pPr>
    </p:titleStyle>
    <p:bodyStyle>
      <a:lvl1pPr marL="0" indent="0" algn="l" defTabSz="914400" rtl="0" eaLnBrk="1" latinLnBrk="0" hangingPunct="1">
        <a:lnSpc>
          <a:spcPct val="95000"/>
        </a:lnSpc>
        <a:spcBef>
          <a:spcPts val="1000"/>
        </a:spcBef>
        <a:buFontTx/>
        <a:buNone/>
        <a:defRPr kumimoji="1" sz="2000" b="1" kern="1200">
          <a:solidFill>
            <a:srgbClr val="0460A9"/>
          </a:solidFill>
          <a:latin typeface="+mn-lt"/>
          <a:ea typeface="+mn-ea"/>
          <a:cs typeface="+mn-cs"/>
        </a:defRPr>
      </a:lvl1pPr>
      <a:lvl2pPr marL="0" indent="0" algn="l" defTabSz="914400" rtl="0" eaLnBrk="1" latinLnBrk="0" hangingPunct="1">
        <a:lnSpc>
          <a:spcPct val="95000"/>
        </a:lnSpc>
        <a:spcBef>
          <a:spcPts val="700"/>
        </a:spcBef>
        <a:buFontTx/>
        <a:buNone/>
        <a:defRPr kumimoji="1" sz="2000" kern="1200">
          <a:solidFill>
            <a:schemeClr val="tx1"/>
          </a:solidFill>
          <a:latin typeface="+mn-lt"/>
          <a:ea typeface="+mn-ea"/>
          <a:cs typeface="+mn-cs"/>
        </a:defRPr>
      </a:lvl2pPr>
      <a:lvl3pPr marL="216000" indent="-216000" algn="l" defTabSz="914400" rtl="0" eaLnBrk="1" latinLnBrk="0" hangingPunct="1">
        <a:lnSpc>
          <a:spcPct val="95000"/>
        </a:lnSpc>
        <a:spcBef>
          <a:spcPts val="600"/>
        </a:spcBef>
        <a:buClr>
          <a:srgbClr val="0460A9"/>
        </a:buClr>
        <a:buFont typeface="Ping LCG Medium" pitchFamily="50" charset="0"/>
        <a:buChar char="•"/>
        <a:defRPr kumimoji="1" sz="2000" kern="1200">
          <a:solidFill>
            <a:schemeClr val="tx1"/>
          </a:solidFill>
          <a:latin typeface="+mn-lt"/>
          <a:ea typeface="+mn-ea"/>
          <a:cs typeface="+mn-cs"/>
        </a:defRPr>
      </a:lvl3pPr>
      <a:lvl4pPr marL="490538" indent="-268288" algn="l" defTabSz="914400" rtl="0" eaLnBrk="1" latinLnBrk="0" hangingPunct="1">
        <a:lnSpc>
          <a:spcPct val="95000"/>
        </a:lnSpc>
        <a:spcBef>
          <a:spcPts val="600"/>
        </a:spcBef>
        <a:buClr>
          <a:srgbClr val="0460A9"/>
        </a:buClr>
        <a:buFont typeface="Arial" panose="020B0604020202020204" pitchFamily="34" charset="0"/>
        <a:buChar char="–"/>
        <a:defRPr kumimoji="1" sz="1800" kern="1200">
          <a:solidFill>
            <a:schemeClr val="tx1"/>
          </a:solidFill>
          <a:latin typeface="+mn-lt"/>
          <a:ea typeface="+mn-ea"/>
          <a:cs typeface="+mn-cs"/>
        </a:defRPr>
      </a:lvl4pPr>
      <a:lvl5pPr marL="773113" indent="-277813" algn="l" defTabSz="914400" rtl="0" eaLnBrk="1" latinLnBrk="0" hangingPunct="1">
        <a:lnSpc>
          <a:spcPct val="95000"/>
        </a:lnSpc>
        <a:spcBef>
          <a:spcPts val="600"/>
        </a:spcBef>
        <a:buClr>
          <a:srgbClr val="0460A9"/>
        </a:buClr>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2">
          <p15:clr>
            <a:srgbClr val="F26B43"/>
          </p15:clr>
        </p15:guide>
        <p15:guide id="2" pos="3975">
          <p15:clr>
            <a:srgbClr val="F26B43"/>
          </p15:clr>
        </p15:guide>
        <p15:guide id="3" orient="horz" pos="243">
          <p15:clr>
            <a:srgbClr val="F26B43"/>
          </p15:clr>
        </p15:guide>
        <p15:guide id="4" orient="horz" pos="3812">
          <p15:clr>
            <a:srgbClr val="F26B43"/>
          </p15:clr>
        </p15:guide>
        <p15:guide id="5" orient="horz" pos="867">
          <p15:clr>
            <a:srgbClr val="F26B43"/>
          </p15:clr>
        </p15:guide>
        <p15:guide id="6" orient="horz" pos="1015">
          <p15:clr>
            <a:srgbClr val="F26B43"/>
          </p15:clr>
        </p15:guide>
        <p15:guide id="7" orient="horz" pos="1639">
          <p15:clr>
            <a:srgbClr val="F26B43"/>
          </p15:clr>
        </p15:guide>
        <p15:guide id="8" orient="horz" pos="1781">
          <p15:clr>
            <a:srgbClr val="F26B43"/>
          </p15:clr>
        </p15:guide>
        <p15:guide id="9" orient="horz" pos="2544">
          <p15:clr>
            <a:srgbClr val="F26B43"/>
          </p15:clr>
        </p15:guide>
        <p15:guide id="10" orient="horz" pos="3174">
          <p15:clr>
            <a:srgbClr val="F26B43"/>
          </p15:clr>
        </p15:guide>
        <p15:guide id="11" orient="horz" pos="3316">
          <p15:clr>
            <a:srgbClr val="F26B43"/>
          </p15:clr>
        </p15:guide>
        <p15:guide id="12" pos="7416">
          <p15:clr>
            <a:srgbClr val="F26B43"/>
          </p15:clr>
        </p15:guide>
        <p15:guide id="13" pos="381">
          <p15:clr>
            <a:srgbClr val="F26B43"/>
          </p15:clr>
        </p15:guide>
        <p15:guide id="14" pos="1434">
          <p15:clr>
            <a:srgbClr val="F26B43"/>
          </p15:clr>
        </p15:guide>
        <p15:guide id="15" pos="1581">
          <p15:clr>
            <a:srgbClr val="F26B43"/>
          </p15:clr>
        </p15:guide>
        <p15:guide id="16" pos="2625">
          <p15:clr>
            <a:srgbClr val="F26B43"/>
          </p15:clr>
        </p15:guide>
        <p15:guide id="17" pos="2776">
          <p15:clr>
            <a:srgbClr val="F26B43"/>
          </p15:clr>
        </p15:guide>
        <p15:guide id="18" pos="3824">
          <p15:clr>
            <a:srgbClr val="F26B43"/>
          </p15:clr>
        </p15:guide>
        <p15:guide id="19" pos="5020">
          <p15:clr>
            <a:srgbClr val="F26B43"/>
          </p15:clr>
        </p15:guide>
        <p15:guide id="20" pos="5166">
          <p15:clr>
            <a:srgbClr val="F26B43"/>
          </p15:clr>
        </p15:guide>
        <p15:guide id="21" pos="6219">
          <p15:clr>
            <a:srgbClr val="F26B43"/>
          </p15:clr>
        </p15:guide>
        <p15:guide id="22" pos="636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cdisc.org/sites/default/files/2023-04/CDISC-AnalysisResultsLogicalModel-Presentation-FINAL.pdf"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hyperlink" Target="https://www.danieldsjoberg.com/ARD-PHUSE-workshop-2025/slides/01-intro-cards/#/analysis-results-data-ard" TargetMode="Externa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9.svg"/><Relationship Id="rId11" Type="http://schemas.openxmlformats.org/officeDocument/2006/relationships/image" Target="../media/image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svg"/><Relationship Id="rId9"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30.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344CC-406A-FAE8-17B4-77118A9295B6}"/>
              </a:ext>
            </a:extLst>
          </p:cNvPr>
          <p:cNvSpPr>
            <a:spLocks noGrp="1"/>
          </p:cNvSpPr>
          <p:nvPr>
            <p:ph type="ctrTitle"/>
          </p:nvPr>
        </p:nvSpPr>
        <p:spPr/>
        <p:txBody>
          <a:bodyPr>
            <a:normAutofit/>
          </a:bodyPr>
          <a:lstStyle/>
          <a:p>
            <a:r>
              <a:rPr lang="en-US" altLang="ja-JP" dirty="0">
                <a:ea typeface="ＭＳ Ｐゴシック"/>
              </a:rPr>
              <a:t>Package development for PMDA Oncology inquiries</a:t>
            </a:r>
            <a:br>
              <a:rPr lang="ja-JP" altLang="en-US" dirty="0"/>
            </a:br>
            <a:endParaRPr kumimoji="1" lang="ja-JP" altLang="en-US" dirty="0"/>
          </a:p>
        </p:txBody>
      </p:sp>
      <p:sp>
        <p:nvSpPr>
          <p:cNvPr id="3" name="Subtitle 2">
            <a:extLst>
              <a:ext uri="{FF2B5EF4-FFF2-40B4-BE49-F238E27FC236}">
                <a16:creationId xmlns:a16="http://schemas.microsoft.com/office/drawing/2014/main" id="{78FE804B-48BE-28F8-57EB-4D325EDD4945}"/>
              </a:ext>
            </a:extLst>
          </p:cNvPr>
          <p:cNvSpPr>
            <a:spLocks noGrp="1"/>
          </p:cNvSpPr>
          <p:nvPr>
            <p:ph type="subTitle" idx="1"/>
          </p:nvPr>
        </p:nvSpPr>
        <p:spPr>
          <a:xfrm>
            <a:off x="327747" y="4055266"/>
            <a:ext cx="4510395" cy="2009868"/>
          </a:xfrm>
        </p:spPr>
        <p:txBody>
          <a:bodyPr>
            <a:normAutofit/>
          </a:bodyPr>
          <a:lstStyle/>
          <a:p>
            <a:r>
              <a:rPr kumimoji="1" lang="en-US" altLang="ja-JP" dirty="0"/>
              <a:t>PHUSE OST</a:t>
            </a:r>
            <a:br>
              <a:rPr kumimoji="1" lang="en-US" altLang="ja-JP" dirty="0"/>
            </a:br>
            <a:r>
              <a:rPr kumimoji="1" lang="en-US" altLang="ja-JP" sz="1600" dirty="0">
                <a:solidFill>
                  <a:schemeClr val="tx1"/>
                </a:solidFill>
              </a:rPr>
              <a:t>Shunsuke Goto</a:t>
            </a:r>
            <a:br>
              <a:rPr kumimoji="1" lang="en-US" altLang="ja-JP" sz="1600" dirty="0">
                <a:solidFill>
                  <a:schemeClr val="tx1"/>
                </a:solidFill>
              </a:rPr>
            </a:br>
            <a:r>
              <a:rPr kumimoji="1" lang="en-US" altLang="ja-JP" sz="1600" dirty="0">
                <a:solidFill>
                  <a:schemeClr val="tx1"/>
                </a:solidFill>
              </a:rPr>
              <a:t>Hiro Kosako</a:t>
            </a:r>
          </a:p>
          <a:p>
            <a:r>
              <a:rPr kumimoji="1" lang="en-US" altLang="ja-JP" sz="1600" dirty="0">
                <a:solidFill>
                  <a:schemeClr val="tx1"/>
                </a:solidFill>
              </a:rPr>
              <a:t>Tomoyuki </a:t>
            </a:r>
            <a:r>
              <a:rPr kumimoji="1" lang="en-US" altLang="ja-JP" sz="1600" dirty="0" err="1">
                <a:solidFill>
                  <a:schemeClr val="tx1"/>
                </a:solidFill>
              </a:rPr>
              <a:t>Namai</a:t>
            </a:r>
            <a:endParaRPr kumimoji="1" lang="en-US" altLang="ja-JP" sz="1600" dirty="0">
              <a:solidFill>
                <a:schemeClr val="tx1"/>
              </a:solidFill>
            </a:endParaRPr>
          </a:p>
          <a:p>
            <a:r>
              <a:rPr lang="en-US" altLang="ja-JP" sz="1600" dirty="0">
                <a:solidFill>
                  <a:schemeClr val="tx1"/>
                </a:solidFill>
              </a:rPr>
              <a:t>Hiroki </a:t>
            </a:r>
            <a:r>
              <a:rPr lang="en-US" altLang="ja-JP" sz="1600" dirty="0" err="1">
                <a:solidFill>
                  <a:schemeClr val="tx1"/>
                </a:solidFill>
              </a:rPr>
              <a:t>Yamanobe</a:t>
            </a:r>
            <a:endParaRPr kumimoji="1" lang="en-US" altLang="ja-JP" sz="1600" dirty="0">
              <a:solidFill>
                <a:schemeClr val="tx1"/>
              </a:solidFill>
            </a:endParaRPr>
          </a:p>
          <a:p>
            <a:r>
              <a:rPr lang="en-US" altLang="ja-JP" sz="1600" dirty="0">
                <a:solidFill>
                  <a:schemeClr val="tx1"/>
                </a:solidFill>
              </a:rPr>
              <a:t>Yuichi Nakajima</a:t>
            </a:r>
            <a:endParaRPr lang="en-US" altLang="ja-JP" dirty="0">
              <a:solidFill>
                <a:schemeClr val="tx1"/>
              </a:solidFill>
            </a:endParaRPr>
          </a:p>
          <a:p>
            <a:endParaRPr kumimoji="1" lang="ja-JP" altLang="en-US" dirty="0"/>
          </a:p>
        </p:txBody>
      </p:sp>
    </p:spTree>
    <p:extLst>
      <p:ext uri="{BB962C8B-B14F-4D97-AF65-F5344CB8AC3E}">
        <p14:creationId xmlns:p14="http://schemas.microsoft.com/office/powerpoint/2010/main" val="12824861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8CB83-353F-E94E-D13E-892D0FFEF954}"/>
              </a:ext>
            </a:extLst>
          </p:cNvPr>
          <p:cNvSpPr>
            <a:spLocks noGrp="1"/>
          </p:cNvSpPr>
          <p:nvPr>
            <p:ph type="title"/>
          </p:nvPr>
        </p:nvSpPr>
        <p:spPr/>
        <p:txBody>
          <a:bodyPr>
            <a:normAutofit/>
          </a:bodyPr>
          <a:lstStyle/>
          <a:p>
            <a:r>
              <a:rPr lang="ja-JP" altLang="en-US" dirty="0"/>
              <a:t>本日の発表のゴール</a:t>
            </a:r>
            <a:endParaRPr kumimoji="1" lang="ja-JP" altLang="en-US" dirty="0"/>
          </a:p>
        </p:txBody>
      </p:sp>
      <p:sp>
        <p:nvSpPr>
          <p:cNvPr id="4" name="Footer Placeholder 3">
            <a:extLst>
              <a:ext uri="{FF2B5EF4-FFF2-40B4-BE49-F238E27FC236}">
                <a16:creationId xmlns:a16="http://schemas.microsoft.com/office/drawing/2014/main" id="{E1EDCBC0-5AEA-64E7-ED05-F1D1B1E5F6CB}"/>
              </a:ext>
            </a:extLst>
          </p:cNvPr>
          <p:cNvSpPr>
            <a:spLocks noGrp="1"/>
          </p:cNvSpPr>
          <p:nvPr>
            <p:ph type="ftr" sz="quarter" idx="11"/>
          </p:nvPr>
        </p:nvSpPr>
        <p:spPr/>
        <p:txBody>
          <a:bodyPr/>
          <a:lstStyle/>
          <a:p>
            <a:r>
              <a:rPr lang="en-US" noProof="0"/>
              <a:t>Insert menu &gt; Header &amp; Footer button</a:t>
            </a:r>
          </a:p>
        </p:txBody>
      </p:sp>
      <p:sp>
        <p:nvSpPr>
          <p:cNvPr id="5" name="Rectangle: Rounded Corners 4">
            <a:extLst>
              <a:ext uri="{FF2B5EF4-FFF2-40B4-BE49-F238E27FC236}">
                <a16:creationId xmlns:a16="http://schemas.microsoft.com/office/drawing/2014/main" id="{DA6E8144-ACB0-EBA6-795D-EAFD5F024291}"/>
              </a:ext>
            </a:extLst>
          </p:cNvPr>
          <p:cNvSpPr/>
          <p:nvPr/>
        </p:nvSpPr>
        <p:spPr>
          <a:xfrm>
            <a:off x="780585" y="1839953"/>
            <a:ext cx="9846527" cy="1204332"/>
          </a:xfrm>
          <a:prstGeom prst="roundRect">
            <a:avLst/>
          </a:prstGeom>
          <a:solidFill>
            <a:srgbClr val="00B8B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lgn="ctr"/>
            <a:r>
              <a:rPr kumimoji="1" lang="en-US" altLang="ja-JP" b="1" dirty="0"/>
              <a:t>PHUSE</a:t>
            </a:r>
            <a:r>
              <a:rPr kumimoji="1" lang="ja-JP" altLang="en-US" b="1" dirty="0"/>
              <a:t> </a:t>
            </a:r>
            <a:r>
              <a:rPr kumimoji="1" lang="en-US" altLang="ja-JP" b="1" dirty="0"/>
              <a:t>OST</a:t>
            </a:r>
            <a:r>
              <a:rPr kumimoji="1" lang="ja-JP" altLang="en-US" b="1" dirty="0"/>
              <a:t>の活動の一環である</a:t>
            </a:r>
            <a:r>
              <a:rPr kumimoji="1" lang="en-US" altLang="ja-JP" b="1" dirty="0"/>
              <a:t>{</a:t>
            </a:r>
            <a:r>
              <a:rPr kumimoji="1" lang="en-US" altLang="ja-JP" b="1" dirty="0" err="1"/>
              <a:t>anaume</a:t>
            </a:r>
            <a:r>
              <a:rPr kumimoji="1" lang="en-US" altLang="ja-JP" b="1" dirty="0"/>
              <a:t>} package</a:t>
            </a:r>
            <a:r>
              <a:rPr kumimoji="1" lang="ja-JP" altLang="en-US" b="1" dirty="0"/>
              <a:t>について知っていただく</a:t>
            </a:r>
          </a:p>
        </p:txBody>
      </p:sp>
      <p:sp>
        <p:nvSpPr>
          <p:cNvPr id="6" name="Rectangle: Rounded Corners 5">
            <a:extLst>
              <a:ext uri="{FF2B5EF4-FFF2-40B4-BE49-F238E27FC236}">
                <a16:creationId xmlns:a16="http://schemas.microsoft.com/office/drawing/2014/main" id="{FC496492-2631-60AB-E822-0EB100F7A122}"/>
              </a:ext>
            </a:extLst>
          </p:cNvPr>
          <p:cNvSpPr/>
          <p:nvPr/>
        </p:nvSpPr>
        <p:spPr>
          <a:xfrm>
            <a:off x="780585" y="3456880"/>
            <a:ext cx="9846527" cy="1204332"/>
          </a:xfrm>
          <a:prstGeom prst="roundRect">
            <a:avLst/>
          </a:prstGeom>
          <a:solidFill>
            <a:srgbClr val="00B8B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t>{</a:t>
            </a:r>
            <a:r>
              <a:rPr kumimoji="1" lang="en-US" altLang="ja-JP" b="1" dirty="0" err="1"/>
              <a:t>anaume</a:t>
            </a:r>
            <a:r>
              <a:rPr kumimoji="1" lang="en-US" altLang="ja-JP" b="1" dirty="0"/>
              <a:t>}</a:t>
            </a:r>
            <a:r>
              <a:rPr kumimoji="1" lang="ja-JP" altLang="en-US" b="1" dirty="0"/>
              <a:t>を例に、一般的な</a:t>
            </a:r>
            <a:r>
              <a:rPr kumimoji="1" lang="en-US" altLang="ja-JP" b="1" dirty="0"/>
              <a:t>Package</a:t>
            </a:r>
            <a:r>
              <a:rPr kumimoji="1" lang="ja-JP" altLang="en-US" b="1" dirty="0"/>
              <a:t>の構成要素について理解を深める</a:t>
            </a:r>
          </a:p>
        </p:txBody>
      </p:sp>
    </p:spTree>
    <p:extLst>
      <p:ext uri="{BB962C8B-B14F-4D97-AF65-F5344CB8AC3E}">
        <p14:creationId xmlns:p14="http://schemas.microsoft.com/office/powerpoint/2010/main" val="20896447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9A228-343C-E370-F0F0-883395C4A557}"/>
              </a:ext>
            </a:extLst>
          </p:cNvPr>
          <p:cNvSpPr>
            <a:spLocks noGrp="1"/>
          </p:cNvSpPr>
          <p:nvPr>
            <p:ph type="title"/>
          </p:nvPr>
        </p:nvSpPr>
        <p:spPr>
          <a:xfrm>
            <a:off x="604838" y="2827673"/>
            <a:ext cx="9721417" cy="809834"/>
          </a:xfrm>
        </p:spPr>
        <p:txBody>
          <a:bodyPr/>
          <a:lstStyle/>
          <a:p>
            <a:r>
              <a:rPr lang="en-US" altLang="ja-JP" dirty="0">
                <a:ea typeface="ＭＳ Ｐゴシック"/>
              </a:rPr>
              <a:t>Introduction of {</a:t>
            </a:r>
            <a:r>
              <a:rPr lang="en-US" altLang="ja-JP" dirty="0" err="1">
                <a:ea typeface="ＭＳ Ｐゴシック"/>
              </a:rPr>
              <a:t>anaume</a:t>
            </a:r>
            <a:r>
              <a:rPr lang="en-US" altLang="ja-JP" dirty="0">
                <a:ea typeface="ＭＳ Ｐゴシック"/>
              </a:rPr>
              <a:t>}</a:t>
            </a:r>
            <a:endParaRPr kumimoji="1" lang="ja-JP" altLang="en-US" dirty="0"/>
          </a:p>
        </p:txBody>
      </p:sp>
      <p:sp>
        <p:nvSpPr>
          <p:cNvPr id="4" name="Footer Placeholder 3">
            <a:extLst>
              <a:ext uri="{FF2B5EF4-FFF2-40B4-BE49-F238E27FC236}">
                <a16:creationId xmlns:a16="http://schemas.microsoft.com/office/drawing/2014/main" id="{60407E95-DC63-8F69-1E6E-E176BBB41393}"/>
              </a:ext>
            </a:extLst>
          </p:cNvPr>
          <p:cNvSpPr>
            <a:spLocks noGrp="1"/>
          </p:cNvSpPr>
          <p:nvPr>
            <p:ph type="ftr" sz="quarter" idx="11"/>
          </p:nvPr>
        </p:nvSpPr>
        <p:spPr/>
        <p:txBody>
          <a:bodyPr/>
          <a:lstStyle/>
          <a:p>
            <a:r>
              <a:rPr lang="en-US" noProof="0"/>
              <a:t>Insert menu &gt; Header &amp; Footer button</a:t>
            </a:r>
          </a:p>
        </p:txBody>
      </p:sp>
    </p:spTree>
    <p:extLst>
      <p:ext uri="{BB962C8B-B14F-4D97-AF65-F5344CB8AC3E}">
        <p14:creationId xmlns:p14="http://schemas.microsoft.com/office/powerpoint/2010/main" val="1868981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FF934-81E6-4128-C854-EB415B33A4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477D76-5183-1C26-25B6-7621468A0A54}"/>
              </a:ext>
            </a:extLst>
          </p:cNvPr>
          <p:cNvSpPr>
            <a:spLocks noGrp="1"/>
          </p:cNvSpPr>
          <p:nvPr>
            <p:ph type="title"/>
          </p:nvPr>
        </p:nvSpPr>
        <p:spPr/>
        <p:txBody>
          <a:bodyPr>
            <a:normAutofit fontScale="90000"/>
          </a:bodyPr>
          <a:lstStyle/>
          <a:p>
            <a:r>
              <a:rPr kumimoji="1" lang="en-US" altLang="ja-JP" dirty="0"/>
              <a:t>Challenges regarding to AE analysis of PMDA queries</a:t>
            </a:r>
            <a:br>
              <a:rPr kumimoji="1" lang="en-US" altLang="ja-JP" dirty="0"/>
            </a:br>
            <a:r>
              <a:rPr kumimoji="1" lang="en-US" altLang="ja-JP" dirty="0"/>
              <a:t>in oncology</a:t>
            </a:r>
            <a:endParaRPr kumimoji="1" lang="ja-JP" altLang="en-US" dirty="0"/>
          </a:p>
        </p:txBody>
      </p:sp>
      <p:sp>
        <p:nvSpPr>
          <p:cNvPr id="3" name="Content Placeholder 2">
            <a:extLst>
              <a:ext uri="{FF2B5EF4-FFF2-40B4-BE49-F238E27FC236}">
                <a16:creationId xmlns:a16="http://schemas.microsoft.com/office/drawing/2014/main" id="{C7DA61BA-F9DF-70F1-9CE7-3894DAEBE8B1}"/>
              </a:ext>
            </a:extLst>
          </p:cNvPr>
          <p:cNvSpPr>
            <a:spLocks noGrp="1"/>
          </p:cNvSpPr>
          <p:nvPr>
            <p:ph idx="1"/>
          </p:nvPr>
        </p:nvSpPr>
        <p:spPr>
          <a:xfrm>
            <a:off x="604839" y="1560443"/>
            <a:ext cx="5058542" cy="4140000"/>
          </a:xfrm>
        </p:spPr>
        <p:txBody>
          <a:bodyPr/>
          <a:lstStyle/>
          <a:p>
            <a:r>
              <a:rPr lang="en-US" altLang="ja-JP" dirty="0"/>
              <a:t>A large number of similar-format reports are required within a short period.</a:t>
            </a:r>
          </a:p>
          <a:p>
            <a:r>
              <a:rPr lang="en-US" altLang="ja-JP" b="1" dirty="0"/>
              <a:t>No standardized format </a:t>
            </a:r>
            <a:r>
              <a:rPr lang="en-US" altLang="ja-JP" dirty="0"/>
              <a:t>like those defined by the FDA.</a:t>
            </a:r>
            <a:br>
              <a:rPr lang="en-US" altLang="ja-JP" dirty="0"/>
            </a:br>
            <a:endParaRPr lang="en-US" altLang="ja-JP" dirty="0"/>
          </a:p>
          <a:p>
            <a:pPr marL="0" indent="0">
              <a:buNone/>
            </a:pPr>
            <a:r>
              <a:rPr lang="en-US" altLang="ja-JP" dirty="0"/>
              <a:t>-&gt; This leads to challenges in preparation and streamlining.</a:t>
            </a:r>
            <a:endParaRPr kumimoji="1" lang="ja-JP" altLang="en-US" dirty="0"/>
          </a:p>
        </p:txBody>
      </p:sp>
      <p:sp>
        <p:nvSpPr>
          <p:cNvPr id="4" name="Footer Placeholder 3">
            <a:extLst>
              <a:ext uri="{FF2B5EF4-FFF2-40B4-BE49-F238E27FC236}">
                <a16:creationId xmlns:a16="http://schemas.microsoft.com/office/drawing/2014/main" id="{F958CAE9-4D40-5BEC-478A-9A80F66E4FF7}"/>
              </a:ext>
            </a:extLst>
          </p:cNvPr>
          <p:cNvSpPr>
            <a:spLocks noGrp="1"/>
          </p:cNvSpPr>
          <p:nvPr>
            <p:ph type="ftr" sz="quarter" idx="11"/>
          </p:nvPr>
        </p:nvSpPr>
        <p:spPr/>
        <p:txBody>
          <a:bodyPr/>
          <a:lstStyle/>
          <a:p>
            <a:r>
              <a:rPr lang="en-US" noProof="0"/>
              <a:t>Insert menu &gt; Header &amp; Footer button</a:t>
            </a:r>
          </a:p>
        </p:txBody>
      </p:sp>
      <p:pic>
        <p:nvPicPr>
          <p:cNvPr id="6" name="Picture 5">
            <a:extLst>
              <a:ext uri="{FF2B5EF4-FFF2-40B4-BE49-F238E27FC236}">
                <a16:creationId xmlns:a16="http://schemas.microsoft.com/office/drawing/2014/main" id="{112D51C0-CC86-82CF-5BC5-981178AA2F49}"/>
              </a:ext>
            </a:extLst>
          </p:cNvPr>
          <p:cNvPicPr>
            <a:picLocks noChangeAspect="1"/>
          </p:cNvPicPr>
          <p:nvPr/>
        </p:nvPicPr>
        <p:blipFill>
          <a:blip r:embed="rId3"/>
          <a:stretch>
            <a:fillRect/>
          </a:stretch>
        </p:blipFill>
        <p:spPr>
          <a:xfrm>
            <a:off x="6294334" y="1560443"/>
            <a:ext cx="4968362" cy="4339456"/>
          </a:xfrm>
          <a:prstGeom prst="rect">
            <a:avLst/>
          </a:prstGeom>
          <a:ln>
            <a:solidFill>
              <a:schemeClr val="accent1"/>
            </a:solidFill>
          </a:ln>
        </p:spPr>
      </p:pic>
      <p:sp>
        <p:nvSpPr>
          <p:cNvPr id="7" name="TextBox 6">
            <a:extLst>
              <a:ext uri="{FF2B5EF4-FFF2-40B4-BE49-F238E27FC236}">
                <a16:creationId xmlns:a16="http://schemas.microsoft.com/office/drawing/2014/main" id="{6337C135-D723-DAB2-C227-6C8B16B2F511}"/>
              </a:ext>
            </a:extLst>
          </p:cNvPr>
          <p:cNvSpPr txBox="1"/>
          <p:nvPr/>
        </p:nvSpPr>
        <p:spPr>
          <a:xfrm>
            <a:off x="5532582" y="2378478"/>
            <a:ext cx="1130471" cy="286342"/>
          </a:xfrm>
          <a:prstGeom prst="rect">
            <a:avLst/>
          </a:prstGeom>
          <a:solidFill>
            <a:schemeClr val="accent6">
              <a:lumMod val="20000"/>
              <a:lumOff val="80000"/>
            </a:schemeClr>
          </a:solidFill>
        </p:spPr>
        <p:txBody>
          <a:bodyPr wrap="square" lIns="0" tIns="0" rIns="0" bIns="0" rtlCol="0" anchor="ctr">
            <a:normAutofit/>
          </a:bodyPr>
          <a:lstStyle/>
          <a:p>
            <a:pPr algn="ctr">
              <a:lnSpc>
                <a:spcPct val="95000"/>
              </a:lnSpc>
            </a:pPr>
            <a:r>
              <a:rPr kumimoji="1" lang="en-US" altLang="ja-JP" sz="1400" b="1" dirty="0"/>
              <a:t>ALL AE</a:t>
            </a:r>
            <a:endParaRPr kumimoji="1" lang="ja-JP" altLang="en-US" sz="1400" b="1" dirty="0"/>
          </a:p>
        </p:txBody>
      </p:sp>
      <p:sp>
        <p:nvSpPr>
          <p:cNvPr id="8" name="TextBox 7">
            <a:extLst>
              <a:ext uri="{FF2B5EF4-FFF2-40B4-BE49-F238E27FC236}">
                <a16:creationId xmlns:a16="http://schemas.microsoft.com/office/drawing/2014/main" id="{4AE01BA6-FA02-4C37-CECA-0779905E0BFC}"/>
              </a:ext>
            </a:extLst>
          </p:cNvPr>
          <p:cNvSpPr txBox="1"/>
          <p:nvPr/>
        </p:nvSpPr>
        <p:spPr>
          <a:xfrm>
            <a:off x="5532582" y="3266888"/>
            <a:ext cx="1130471" cy="338667"/>
          </a:xfrm>
          <a:prstGeom prst="rect">
            <a:avLst/>
          </a:prstGeom>
          <a:solidFill>
            <a:schemeClr val="accent6">
              <a:lumMod val="20000"/>
              <a:lumOff val="80000"/>
            </a:schemeClr>
          </a:solidFill>
        </p:spPr>
        <p:txBody>
          <a:bodyPr wrap="square" lIns="0" tIns="0" rIns="0" bIns="0" rtlCol="0" anchor="ctr">
            <a:normAutofit fontScale="92500" lnSpcReduction="10000"/>
          </a:bodyPr>
          <a:lstStyle/>
          <a:p>
            <a:pPr algn="ctr">
              <a:lnSpc>
                <a:spcPct val="95000"/>
              </a:lnSpc>
            </a:pPr>
            <a:r>
              <a:rPr kumimoji="1" lang="en-US" altLang="ja-JP" sz="1400" b="1" dirty="0"/>
              <a:t>AE</a:t>
            </a:r>
            <a:r>
              <a:rPr kumimoji="1" lang="ja-JP" altLang="en-US" sz="1400" b="1" dirty="0"/>
              <a:t> </a:t>
            </a:r>
            <a:r>
              <a:rPr kumimoji="1" lang="en-US" altLang="ja-JP" sz="1400" b="1" dirty="0"/>
              <a:t>with</a:t>
            </a:r>
            <a:br>
              <a:rPr kumimoji="1" lang="en-US" altLang="ja-JP" sz="1400" b="1" dirty="0"/>
            </a:br>
            <a:r>
              <a:rPr kumimoji="1" lang="en-US" altLang="ja-JP" sz="1400" b="1" dirty="0"/>
              <a:t>Grade &gt;=3</a:t>
            </a:r>
            <a:endParaRPr kumimoji="1" lang="ja-JP" altLang="en-US" sz="1400" b="1" dirty="0"/>
          </a:p>
        </p:txBody>
      </p:sp>
      <p:sp>
        <p:nvSpPr>
          <p:cNvPr id="9" name="TextBox 8">
            <a:extLst>
              <a:ext uri="{FF2B5EF4-FFF2-40B4-BE49-F238E27FC236}">
                <a16:creationId xmlns:a16="http://schemas.microsoft.com/office/drawing/2014/main" id="{42224D9B-4648-1214-7A90-C54BBDB676EC}"/>
              </a:ext>
            </a:extLst>
          </p:cNvPr>
          <p:cNvSpPr txBox="1"/>
          <p:nvPr/>
        </p:nvSpPr>
        <p:spPr>
          <a:xfrm>
            <a:off x="8664305" y="1393815"/>
            <a:ext cx="1326361" cy="333256"/>
          </a:xfrm>
          <a:prstGeom prst="rect">
            <a:avLst/>
          </a:prstGeom>
          <a:solidFill>
            <a:schemeClr val="accent2">
              <a:lumMod val="20000"/>
              <a:lumOff val="80000"/>
            </a:schemeClr>
          </a:solidFill>
        </p:spPr>
        <p:txBody>
          <a:bodyPr wrap="square" lIns="0" tIns="0" rIns="0" bIns="0" rtlCol="0" anchor="ctr">
            <a:normAutofit/>
          </a:bodyPr>
          <a:lstStyle/>
          <a:p>
            <a:pPr algn="ctr">
              <a:lnSpc>
                <a:spcPct val="95000"/>
              </a:lnSpc>
            </a:pPr>
            <a:r>
              <a:rPr kumimoji="1" lang="en-US" altLang="ja-JP" sz="1400" b="1" dirty="0"/>
              <a:t>Age group</a:t>
            </a:r>
            <a:endParaRPr kumimoji="1" lang="ja-JP" altLang="en-US" sz="1400" b="1" dirty="0"/>
          </a:p>
        </p:txBody>
      </p:sp>
      <p:sp>
        <p:nvSpPr>
          <p:cNvPr id="10" name="TextBox 9">
            <a:extLst>
              <a:ext uri="{FF2B5EF4-FFF2-40B4-BE49-F238E27FC236}">
                <a16:creationId xmlns:a16="http://schemas.microsoft.com/office/drawing/2014/main" id="{7EDCA3F7-8332-9A76-CE67-2E96226D8A07}"/>
              </a:ext>
            </a:extLst>
          </p:cNvPr>
          <p:cNvSpPr txBox="1"/>
          <p:nvPr/>
        </p:nvSpPr>
        <p:spPr>
          <a:xfrm>
            <a:off x="5532582" y="4920098"/>
            <a:ext cx="1130471" cy="338667"/>
          </a:xfrm>
          <a:prstGeom prst="rect">
            <a:avLst/>
          </a:prstGeom>
          <a:solidFill>
            <a:schemeClr val="accent6">
              <a:lumMod val="20000"/>
              <a:lumOff val="80000"/>
            </a:schemeClr>
          </a:solidFill>
        </p:spPr>
        <p:txBody>
          <a:bodyPr wrap="square" lIns="0" tIns="0" rIns="0" bIns="0" rtlCol="0" anchor="ctr">
            <a:normAutofit/>
          </a:bodyPr>
          <a:lstStyle/>
          <a:p>
            <a:pPr algn="ctr">
              <a:lnSpc>
                <a:spcPct val="95000"/>
              </a:lnSpc>
            </a:pPr>
            <a:r>
              <a:rPr kumimoji="1" lang="en-US" altLang="ja-JP" sz="1400" b="1" dirty="0"/>
              <a:t>Serious AE</a:t>
            </a:r>
            <a:endParaRPr kumimoji="1" lang="ja-JP" altLang="en-US" sz="1400" b="1" dirty="0"/>
          </a:p>
        </p:txBody>
      </p:sp>
    </p:spTree>
    <p:extLst>
      <p:ext uri="{BB962C8B-B14F-4D97-AF65-F5344CB8AC3E}">
        <p14:creationId xmlns:p14="http://schemas.microsoft.com/office/powerpoint/2010/main" val="3773404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55FB5-994E-D02B-74B6-093D3EA0E13A}"/>
              </a:ext>
            </a:extLst>
          </p:cNvPr>
          <p:cNvSpPr>
            <a:spLocks noGrp="1"/>
          </p:cNvSpPr>
          <p:nvPr>
            <p:ph type="title"/>
          </p:nvPr>
        </p:nvSpPr>
        <p:spPr/>
        <p:txBody>
          <a:bodyPr/>
          <a:lstStyle/>
          <a:p>
            <a:r>
              <a:rPr kumimoji="1" lang="en-US" altLang="ja-JP" dirty="0"/>
              <a:t>Package to solve this challenge: {</a:t>
            </a:r>
            <a:r>
              <a:rPr kumimoji="1" lang="en-US" altLang="ja-JP" dirty="0" err="1"/>
              <a:t>anaume</a:t>
            </a:r>
            <a:r>
              <a:rPr kumimoji="1" lang="en-US" altLang="ja-JP" dirty="0"/>
              <a:t>}</a:t>
            </a:r>
            <a:endParaRPr kumimoji="1" lang="ja-JP" altLang="en-US" dirty="0"/>
          </a:p>
        </p:txBody>
      </p:sp>
      <p:sp>
        <p:nvSpPr>
          <p:cNvPr id="3" name="Content Placeholder 2">
            <a:extLst>
              <a:ext uri="{FF2B5EF4-FFF2-40B4-BE49-F238E27FC236}">
                <a16:creationId xmlns:a16="http://schemas.microsoft.com/office/drawing/2014/main" id="{FB15FC48-DD4C-5449-BD4C-4EAC3128C049}"/>
              </a:ext>
            </a:extLst>
          </p:cNvPr>
          <p:cNvSpPr>
            <a:spLocks noGrp="1"/>
          </p:cNvSpPr>
          <p:nvPr>
            <p:ph idx="1"/>
          </p:nvPr>
        </p:nvSpPr>
        <p:spPr/>
        <p:txBody>
          <a:bodyPr/>
          <a:lstStyle/>
          <a:p>
            <a:r>
              <a:rPr lang="en-US" altLang="ja-JP" u="sng" dirty="0"/>
              <a:t>Ana</a:t>
            </a:r>
            <a:r>
              <a:rPr lang="en-US" altLang="ja-JP" dirty="0"/>
              <a:t>lysis </a:t>
            </a:r>
            <a:r>
              <a:rPr lang="en-US" altLang="ja-JP" u="sng" dirty="0"/>
              <a:t>U</a:t>
            </a:r>
            <a:r>
              <a:rPr lang="en-US" altLang="ja-JP" dirty="0"/>
              <a:t>tility for AE </a:t>
            </a:r>
            <a:r>
              <a:rPr lang="en-US" altLang="ja-JP" u="sng" dirty="0"/>
              <a:t>M</a:t>
            </a:r>
            <a:r>
              <a:rPr lang="en-US" altLang="ja-JP" dirty="0"/>
              <a:t>apping &amp; </a:t>
            </a:r>
            <a:r>
              <a:rPr lang="en-US" altLang="ja-JP" u="sng" dirty="0"/>
              <a:t>E</a:t>
            </a:r>
            <a:r>
              <a:rPr lang="en-US" altLang="ja-JP" dirty="0"/>
              <a:t>mbedding</a:t>
            </a:r>
          </a:p>
          <a:p>
            <a:r>
              <a:rPr lang="en-US" altLang="ja-JP" dirty="0"/>
              <a:t>Package to accelerate table generation for query from PMDA</a:t>
            </a:r>
          </a:p>
          <a:p>
            <a:r>
              <a:rPr lang="en-US" altLang="ja-JP" dirty="0"/>
              <a:t>Using ARD to generate table</a:t>
            </a:r>
            <a:endParaRPr kumimoji="1" lang="ja-JP" altLang="en-US" dirty="0"/>
          </a:p>
        </p:txBody>
      </p:sp>
      <p:sp>
        <p:nvSpPr>
          <p:cNvPr id="4" name="Footer Placeholder 3">
            <a:extLst>
              <a:ext uri="{FF2B5EF4-FFF2-40B4-BE49-F238E27FC236}">
                <a16:creationId xmlns:a16="http://schemas.microsoft.com/office/drawing/2014/main" id="{2BDF632D-0D93-19E6-D4F1-72914B56105D}"/>
              </a:ext>
            </a:extLst>
          </p:cNvPr>
          <p:cNvSpPr>
            <a:spLocks noGrp="1"/>
          </p:cNvSpPr>
          <p:nvPr>
            <p:ph type="ftr" sz="quarter" idx="11"/>
          </p:nvPr>
        </p:nvSpPr>
        <p:spPr/>
        <p:txBody>
          <a:bodyPr/>
          <a:lstStyle/>
          <a:p>
            <a:r>
              <a:rPr lang="en-US" noProof="0"/>
              <a:t>Insert menu &gt; Header &amp; Footer button</a:t>
            </a:r>
          </a:p>
        </p:txBody>
      </p:sp>
      <p:pic>
        <p:nvPicPr>
          <p:cNvPr id="6" name="Picture 5">
            <a:extLst>
              <a:ext uri="{FF2B5EF4-FFF2-40B4-BE49-F238E27FC236}">
                <a16:creationId xmlns:a16="http://schemas.microsoft.com/office/drawing/2014/main" id="{B7D3B396-182A-B095-7E3A-935026539141}"/>
              </a:ext>
            </a:extLst>
          </p:cNvPr>
          <p:cNvPicPr>
            <a:picLocks noChangeAspect="1"/>
          </p:cNvPicPr>
          <p:nvPr/>
        </p:nvPicPr>
        <p:blipFill>
          <a:blip r:embed="rId3">
            <a:clrChange>
              <a:clrFrom>
                <a:srgbClr val="FCFBF9"/>
              </a:clrFrom>
              <a:clrTo>
                <a:srgbClr val="FCFBF9">
                  <a:alpha val="0"/>
                </a:srgbClr>
              </a:clrTo>
            </a:clrChange>
          </a:blip>
          <a:srcRect t="7832" b="18542"/>
          <a:stretch>
            <a:fillRect/>
          </a:stretch>
        </p:blipFill>
        <p:spPr>
          <a:xfrm>
            <a:off x="7638362" y="3139807"/>
            <a:ext cx="2880000" cy="3174141"/>
          </a:xfrm>
          <a:prstGeom prst="rect">
            <a:avLst/>
          </a:prstGeom>
        </p:spPr>
      </p:pic>
    </p:spTree>
    <p:extLst>
      <p:ext uri="{BB962C8B-B14F-4D97-AF65-F5344CB8AC3E}">
        <p14:creationId xmlns:p14="http://schemas.microsoft.com/office/powerpoint/2010/main" val="27233711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3E084-2AE5-EE1F-BEF3-1F6D7E276E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C1CF93-2CC6-5B38-A4A1-71523381811D}"/>
              </a:ext>
            </a:extLst>
          </p:cNvPr>
          <p:cNvSpPr>
            <a:spLocks noGrp="1"/>
          </p:cNvSpPr>
          <p:nvPr>
            <p:ph type="title"/>
          </p:nvPr>
        </p:nvSpPr>
        <p:spPr/>
        <p:txBody>
          <a:bodyPr>
            <a:normAutofit fontScale="90000"/>
          </a:bodyPr>
          <a:lstStyle/>
          <a:p>
            <a:r>
              <a:rPr lang="en-US" altLang="ja-JP" dirty="0"/>
              <a:t>Analysis Results Data (ARD)</a:t>
            </a:r>
            <a:r>
              <a:rPr lang="ja-JP" altLang="en-US" dirty="0"/>
              <a:t> </a:t>
            </a:r>
            <a:r>
              <a:rPr lang="en-US" altLang="ja-JP" dirty="0"/>
              <a:t>is</a:t>
            </a:r>
            <a:r>
              <a:rPr lang="ja-JP" altLang="en-US" dirty="0"/>
              <a:t> </a:t>
            </a:r>
            <a:r>
              <a:rPr lang="en-US" altLang="ja-JP" dirty="0"/>
              <a:t>structured dataset that represents the outputs of statistical analyses.</a:t>
            </a:r>
            <a:endParaRPr kumimoji="1" lang="ja-JP" altLang="en-US" dirty="0"/>
          </a:p>
        </p:txBody>
      </p:sp>
      <p:sp>
        <p:nvSpPr>
          <p:cNvPr id="4" name="Footer Placeholder 3">
            <a:extLst>
              <a:ext uri="{FF2B5EF4-FFF2-40B4-BE49-F238E27FC236}">
                <a16:creationId xmlns:a16="http://schemas.microsoft.com/office/drawing/2014/main" id="{68548C25-1E0C-166A-BF3F-BE84D6E52C9D}"/>
              </a:ext>
            </a:extLst>
          </p:cNvPr>
          <p:cNvSpPr>
            <a:spLocks noGrp="1"/>
          </p:cNvSpPr>
          <p:nvPr>
            <p:ph type="ftr" sz="quarter" idx="11"/>
          </p:nvPr>
        </p:nvSpPr>
        <p:spPr/>
        <p:txBody>
          <a:bodyPr/>
          <a:lstStyle/>
          <a:p>
            <a:r>
              <a:rPr lang="en-US" noProof="0"/>
              <a:t>Insert menu &gt; Header &amp; Footer button</a:t>
            </a:r>
          </a:p>
        </p:txBody>
      </p:sp>
      <p:sp>
        <p:nvSpPr>
          <p:cNvPr id="5" name="Footer Placeholder 3">
            <a:extLst>
              <a:ext uri="{FF2B5EF4-FFF2-40B4-BE49-F238E27FC236}">
                <a16:creationId xmlns:a16="http://schemas.microsoft.com/office/drawing/2014/main" id="{AC3F25A4-BC80-91B3-025B-B7C4872F141E}"/>
              </a:ext>
            </a:extLst>
          </p:cNvPr>
          <p:cNvSpPr txBox="1">
            <a:spLocks/>
          </p:cNvSpPr>
          <p:nvPr/>
        </p:nvSpPr>
        <p:spPr>
          <a:xfrm>
            <a:off x="253257" y="6252510"/>
            <a:ext cx="6040665" cy="197134"/>
          </a:xfrm>
          <a:prstGeom prst="rect">
            <a:avLst/>
          </a:prstGeom>
        </p:spPr>
        <p:txBody>
          <a:bodyPr vert="horz" lIns="0" tIns="0" rIns="0" bIns="0" rtlCol="0" anchor="t" anchorCtr="0">
            <a:noAutofit/>
          </a:bodyPr>
          <a:lstStyle>
            <a:defPPr>
              <a:defRPr lang="en-US"/>
            </a:defPPr>
            <a:lvl1pPr marL="0" algn="r"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ja-JP">
                <a:hlinkClick r:id="rId3"/>
              </a:rPr>
              <a:t>CDISC-AnalysisResultsLogicalModel-Presentation-FINAL.pdf</a:t>
            </a:r>
            <a:endParaRPr lang="en-US" altLang="ja-JP"/>
          </a:p>
          <a:p>
            <a:pPr algn="l"/>
            <a:r>
              <a:rPr lang="en-US" altLang="ja-JP">
                <a:hlinkClick r:id="rId4"/>
              </a:rPr>
              <a:t>Analysis Results Datasets – Analysis Results Datasets Using Open-Source Tools from the {</a:t>
            </a:r>
            <a:r>
              <a:rPr lang="en-US" altLang="ja-JP" err="1">
                <a:hlinkClick r:id="rId4"/>
              </a:rPr>
              <a:t>pharmaverse</a:t>
            </a:r>
            <a:r>
              <a:rPr lang="en-US" altLang="ja-JP">
                <a:hlinkClick r:id="rId4"/>
              </a:rPr>
              <a:t>}</a:t>
            </a:r>
            <a:endParaRPr lang="en-US"/>
          </a:p>
          <a:p>
            <a:pPr algn="l"/>
            <a:endParaRPr lang="en-US"/>
          </a:p>
        </p:txBody>
      </p:sp>
      <p:pic>
        <p:nvPicPr>
          <p:cNvPr id="7" name="Picture 6">
            <a:extLst>
              <a:ext uri="{FF2B5EF4-FFF2-40B4-BE49-F238E27FC236}">
                <a16:creationId xmlns:a16="http://schemas.microsoft.com/office/drawing/2014/main" id="{EFBEE1C2-AEFC-C926-CA94-79AC12CA62E6}"/>
              </a:ext>
            </a:extLst>
          </p:cNvPr>
          <p:cNvPicPr>
            <a:picLocks noChangeAspect="1"/>
          </p:cNvPicPr>
          <p:nvPr/>
        </p:nvPicPr>
        <p:blipFill>
          <a:blip r:embed="rId5"/>
          <a:stretch>
            <a:fillRect/>
          </a:stretch>
        </p:blipFill>
        <p:spPr>
          <a:xfrm>
            <a:off x="730963" y="1370372"/>
            <a:ext cx="10003346" cy="4139741"/>
          </a:xfrm>
          <a:prstGeom prst="rect">
            <a:avLst/>
          </a:prstGeom>
        </p:spPr>
      </p:pic>
    </p:spTree>
    <p:extLst>
      <p:ext uri="{BB962C8B-B14F-4D97-AF65-F5344CB8AC3E}">
        <p14:creationId xmlns:p14="http://schemas.microsoft.com/office/powerpoint/2010/main" val="2750921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04109-E5CC-58FD-E3D5-7D6FD79BF188}"/>
              </a:ext>
            </a:extLst>
          </p:cNvPr>
          <p:cNvSpPr>
            <a:spLocks noGrp="1"/>
          </p:cNvSpPr>
          <p:nvPr>
            <p:ph type="title"/>
          </p:nvPr>
        </p:nvSpPr>
        <p:spPr/>
        <p:txBody>
          <a:bodyPr/>
          <a:lstStyle/>
          <a:p>
            <a:r>
              <a:rPr kumimoji="1" lang="en-US" altLang="ja-JP" dirty="0"/>
              <a:t>Strong points of using ARD</a:t>
            </a:r>
            <a:endParaRPr kumimoji="1" lang="ja-JP" altLang="en-US" dirty="0"/>
          </a:p>
        </p:txBody>
      </p:sp>
      <p:graphicFrame>
        <p:nvGraphicFramePr>
          <p:cNvPr id="5" name="Content Placeholder 4">
            <a:extLst>
              <a:ext uri="{FF2B5EF4-FFF2-40B4-BE49-F238E27FC236}">
                <a16:creationId xmlns:a16="http://schemas.microsoft.com/office/drawing/2014/main" id="{75D60E1F-6143-F9FC-5557-6D3C4A5A2523}"/>
              </a:ext>
            </a:extLst>
          </p:cNvPr>
          <p:cNvGraphicFramePr>
            <a:graphicFrameLocks noGrp="1"/>
          </p:cNvGraphicFramePr>
          <p:nvPr>
            <p:ph idx="1"/>
            <p:extLst>
              <p:ext uri="{D42A27DB-BD31-4B8C-83A1-F6EECF244321}">
                <p14:modId xmlns:p14="http://schemas.microsoft.com/office/powerpoint/2010/main" val="2665725140"/>
              </p:ext>
            </p:extLst>
          </p:nvPr>
        </p:nvGraphicFramePr>
        <p:xfrm>
          <a:off x="-1" y="1608015"/>
          <a:ext cx="10806546" cy="4140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Footer Placeholder 3">
            <a:extLst>
              <a:ext uri="{FF2B5EF4-FFF2-40B4-BE49-F238E27FC236}">
                <a16:creationId xmlns:a16="http://schemas.microsoft.com/office/drawing/2014/main" id="{9EF3FAFF-6241-E537-D87C-2737030975A5}"/>
              </a:ext>
            </a:extLst>
          </p:cNvPr>
          <p:cNvSpPr>
            <a:spLocks noGrp="1"/>
          </p:cNvSpPr>
          <p:nvPr>
            <p:ph type="ftr" sz="quarter" idx="11"/>
          </p:nvPr>
        </p:nvSpPr>
        <p:spPr/>
        <p:txBody>
          <a:bodyPr/>
          <a:lstStyle/>
          <a:p>
            <a:r>
              <a:rPr lang="en-US" noProof="0"/>
              <a:t>Insert menu &gt; Header &amp; Footer button</a:t>
            </a:r>
          </a:p>
        </p:txBody>
      </p:sp>
    </p:spTree>
    <p:extLst>
      <p:ext uri="{BB962C8B-B14F-4D97-AF65-F5344CB8AC3E}">
        <p14:creationId xmlns:p14="http://schemas.microsoft.com/office/powerpoint/2010/main" val="22861454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9CA79-A6FC-74F1-C93B-B48ABDA710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CBF87F-A4B7-6DF2-C427-44DE08B80CB6}"/>
              </a:ext>
            </a:extLst>
          </p:cNvPr>
          <p:cNvSpPr>
            <a:spLocks noGrp="1"/>
          </p:cNvSpPr>
          <p:nvPr>
            <p:ph type="title"/>
          </p:nvPr>
        </p:nvSpPr>
        <p:spPr/>
        <p:txBody>
          <a:bodyPr>
            <a:normAutofit/>
          </a:bodyPr>
          <a:lstStyle/>
          <a:p>
            <a:r>
              <a:rPr lang="en-US" altLang="ja-JP"/>
              <a:t>Working flow from data to reports using ARD</a:t>
            </a:r>
            <a:endParaRPr kumimoji="1" lang="ja-JP" altLang="en-US"/>
          </a:p>
        </p:txBody>
      </p:sp>
      <p:sp>
        <p:nvSpPr>
          <p:cNvPr id="4" name="Footer Placeholder 3">
            <a:extLst>
              <a:ext uri="{FF2B5EF4-FFF2-40B4-BE49-F238E27FC236}">
                <a16:creationId xmlns:a16="http://schemas.microsoft.com/office/drawing/2014/main" id="{BAAC6228-735C-412D-128A-54351339A7BC}"/>
              </a:ext>
            </a:extLst>
          </p:cNvPr>
          <p:cNvSpPr>
            <a:spLocks noGrp="1"/>
          </p:cNvSpPr>
          <p:nvPr>
            <p:ph type="ftr" sz="quarter" idx="11"/>
          </p:nvPr>
        </p:nvSpPr>
        <p:spPr/>
        <p:txBody>
          <a:bodyPr/>
          <a:lstStyle/>
          <a:p>
            <a:r>
              <a:rPr lang="en-US" noProof="0"/>
              <a:t>Insert menu &gt; Header &amp; Footer button</a:t>
            </a:r>
          </a:p>
        </p:txBody>
      </p:sp>
      <p:pic>
        <p:nvPicPr>
          <p:cNvPr id="10" name="Graphic 9" descr="Database with solid fill">
            <a:extLst>
              <a:ext uri="{FF2B5EF4-FFF2-40B4-BE49-F238E27FC236}">
                <a16:creationId xmlns:a16="http://schemas.microsoft.com/office/drawing/2014/main" id="{FEECB06D-4648-2C2B-0B4A-2A55D19DF23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4838" y="2224450"/>
            <a:ext cx="1896446" cy="1896446"/>
          </a:xfrm>
          <a:prstGeom prst="rect">
            <a:avLst/>
          </a:prstGeom>
        </p:spPr>
      </p:pic>
      <p:pic>
        <p:nvPicPr>
          <p:cNvPr id="12" name="Graphic 11" descr="Table with solid fill">
            <a:extLst>
              <a:ext uri="{FF2B5EF4-FFF2-40B4-BE49-F238E27FC236}">
                <a16:creationId xmlns:a16="http://schemas.microsoft.com/office/drawing/2014/main" id="{51B4D7C9-5C9B-7C7D-88E1-9A0878DCC3E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495466" y="2371344"/>
            <a:ext cx="1700784" cy="1700784"/>
          </a:xfrm>
          <a:prstGeom prst="rect">
            <a:avLst/>
          </a:prstGeom>
        </p:spPr>
      </p:pic>
      <p:pic>
        <p:nvPicPr>
          <p:cNvPr id="15" name="Graphic 14" descr="Document with solid fill">
            <a:extLst>
              <a:ext uri="{FF2B5EF4-FFF2-40B4-BE49-F238E27FC236}">
                <a16:creationId xmlns:a16="http://schemas.microsoft.com/office/drawing/2014/main" id="{053EE937-20FC-1551-AD62-275F89C4BE4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09365" y="2606644"/>
            <a:ext cx="1235030" cy="1235030"/>
          </a:xfrm>
          <a:prstGeom prst="rect">
            <a:avLst/>
          </a:prstGeom>
        </p:spPr>
      </p:pic>
      <p:sp>
        <p:nvSpPr>
          <p:cNvPr id="17" name="TextBox 16">
            <a:extLst>
              <a:ext uri="{FF2B5EF4-FFF2-40B4-BE49-F238E27FC236}">
                <a16:creationId xmlns:a16="http://schemas.microsoft.com/office/drawing/2014/main" id="{9F266127-4CF9-2EB0-442B-677A6A14FDD4}"/>
              </a:ext>
            </a:extLst>
          </p:cNvPr>
          <p:cNvSpPr txBox="1"/>
          <p:nvPr/>
        </p:nvSpPr>
        <p:spPr>
          <a:xfrm>
            <a:off x="935546" y="4301944"/>
            <a:ext cx="1235030" cy="458414"/>
          </a:xfrm>
          <a:prstGeom prst="rect">
            <a:avLst/>
          </a:prstGeom>
          <a:noFill/>
        </p:spPr>
        <p:txBody>
          <a:bodyPr wrap="square" lIns="0" tIns="0" rIns="0" bIns="0" rtlCol="0" anchor="ctr">
            <a:normAutofit/>
          </a:bodyPr>
          <a:lstStyle/>
          <a:p>
            <a:pPr algn="ctr">
              <a:lnSpc>
                <a:spcPct val="95000"/>
              </a:lnSpc>
            </a:pPr>
            <a:r>
              <a:rPr kumimoji="1" lang="en-US" altLang="ja-JP" sz="2000" b="1" err="1"/>
              <a:t>ADaM</a:t>
            </a:r>
            <a:endParaRPr kumimoji="1" lang="ja-JP" altLang="en-US" sz="2000" b="1"/>
          </a:p>
        </p:txBody>
      </p:sp>
      <p:sp>
        <p:nvSpPr>
          <p:cNvPr id="18" name="TextBox 17">
            <a:extLst>
              <a:ext uri="{FF2B5EF4-FFF2-40B4-BE49-F238E27FC236}">
                <a16:creationId xmlns:a16="http://schemas.microsoft.com/office/drawing/2014/main" id="{204E1DB9-C00A-5502-2875-6E375AD44C6E}"/>
              </a:ext>
            </a:extLst>
          </p:cNvPr>
          <p:cNvSpPr txBox="1"/>
          <p:nvPr/>
        </p:nvSpPr>
        <p:spPr>
          <a:xfrm>
            <a:off x="3728343" y="4301944"/>
            <a:ext cx="1235030" cy="458414"/>
          </a:xfrm>
          <a:prstGeom prst="rect">
            <a:avLst/>
          </a:prstGeom>
          <a:noFill/>
        </p:spPr>
        <p:txBody>
          <a:bodyPr wrap="square" lIns="0" tIns="0" rIns="0" bIns="0" rtlCol="0" anchor="ctr">
            <a:normAutofit/>
          </a:bodyPr>
          <a:lstStyle/>
          <a:p>
            <a:pPr algn="ctr">
              <a:lnSpc>
                <a:spcPct val="95000"/>
              </a:lnSpc>
            </a:pPr>
            <a:r>
              <a:rPr kumimoji="1" lang="en-US" altLang="ja-JP" sz="2000" b="1"/>
              <a:t>ARD</a:t>
            </a:r>
            <a:endParaRPr kumimoji="1" lang="ja-JP" altLang="en-US" sz="2000" b="1"/>
          </a:p>
        </p:txBody>
      </p:sp>
      <p:sp>
        <p:nvSpPr>
          <p:cNvPr id="20" name="TextBox 19">
            <a:extLst>
              <a:ext uri="{FF2B5EF4-FFF2-40B4-BE49-F238E27FC236}">
                <a16:creationId xmlns:a16="http://schemas.microsoft.com/office/drawing/2014/main" id="{738CE43B-742E-353F-D99C-6DAE3FC7A772}"/>
              </a:ext>
            </a:extLst>
          </p:cNvPr>
          <p:cNvSpPr txBox="1"/>
          <p:nvPr/>
        </p:nvSpPr>
        <p:spPr>
          <a:xfrm>
            <a:off x="8709365" y="4301944"/>
            <a:ext cx="1235030" cy="458414"/>
          </a:xfrm>
          <a:prstGeom prst="rect">
            <a:avLst/>
          </a:prstGeom>
          <a:noFill/>
        </p:spPr>
        <p:txBody>
          <a:bodyPr wrap="square" lIns="0" tIns="0" rIns="0" bIns="0" rtlCol="0" anchor="ctr">
            <a:normAutofit/>
          </a:bodyPr>
          <a:lstStyle/>
          <a:p>
            <a:pPr algn="ctr">
              <a:lnSpc>
                <a:spcPct val="95000"/>
              </a:lnSpc>
            </a:pPr>
            <a:r>
              <a:rPr kumimoji="1" lang="en-US" altLang="ja-JP" sz="2000" b="1"/>
              <a:t>Reports</a:t>
            </a:r>
            <a:endParaRPr kumimoji="1" lang="ja-JP" altLang="en-US" sz="2000" b="1"/>
          </a:p>
        </p:txBody>
      </p:sp>
      <p:sp>
        <p:nvSpPr>
          <p:cNvPr id="21" name="Arrow: Right 20">
            <a:extLst>
              <a:ext uri="{FF2B5EF4-FFF2-40B4-BE49-F238E27FC236}">
                <a16:creationId xmlns:a16="http://schemas.microsoft.com/office/drawing/2014/main" id="{73344B1E-C744-27B6-A59F-C8EC604902B6}"/>
              </a:ext>
            </a:extLst>
          </p:cNvPr>
          <p:cNvSpPr/>
          <p:nvPr/>
        </p:nvSpPr>
        <p:spPr>
          <a:xfrm>
            <a:off x="2657856" y="2955036"/>
            <a:ext cx="621792" cy="533400"/>
          </a:xfrm>
          <a:prstGeom prst="rightArrow">
            <a:avLst/>
          </a:prstGeom>
          <a:solidFill>
            <a:srgbClr val="00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Arrow: Right 21">
            <a:extLst>
              <a:ext uri="{FF2B5EF4-FFF2-40B4-BE49-F238E27FC236}">
                <a16:creationId xmlns:a16="http://schemas.microsoft.com/office/drawing/2014/main" id="{19A6E5A0-39AF-B158-B7C8-8F36580681BB}"/>
              </a:ext>
            </a:extLst>
          </p:cNvPr>
          <p:cNvSpPr/>
          <p:nvPr/>
        </p:nvSpPr>
        <p:spPr>
          <a:xfrm>
            <a:off x="5465546" y="2955036"/>
            <a:ext cx="2626304" cy="533400"/>
          </a:xfrm>
          <a:prstGeom prst="rightArrow">
            <a:avLst/>
          </a:prstGeom>
          <a:solidFill>
            <a:srgbClr val="00B8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a:extLst>
              <a:ext uri="{FF2B5EF4-FFF2-40B4-BE49-F238E27FC236}">
                <a16:creationId xmlns:a16="http://schemas.microsoft.com/office/drawing/2014/main" id="{A7396A4D-9C0D-5036-9F9B-AD89CD9F366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81920" y="1989129"/>
            <a:ext cx="1235030" cy="123503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frmt logo">
            <a:extLst>
              <a:ext uri="{FF2B5EF4-FFF2-40B4-BE49-F238E27FC236}">
                <a16:creationId xmlns:a16="http://schemas.microsoft.com/office/drawing/2014/main" id="{93E7D209-3DC8-5060-E977-04ACCC002D9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55788" y="3504765"/>
            <a:ext cx="1074648" cy="123503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3C6B5DD5-0C85-B735-4C60-BBAE1EA05F6B}"/>
              </a:ext>
            </a:extLst>
          </p:cNvPr>
          <p:cNvPicPr>
            <a:picLocks noChangeAspect="1"/>
          </p:cNvPicPr>
          <p:nvPr/>
        </p:nvPicPr>
        <p:blipFill>
          <a:blip r:embed="rId11">
            <a:clrChange>
              <a:clrFrom>
                <a:srgbClr val="FCFBF9"/>
              </a:clrFrom>
              <a:clrTo>
                <a:srgbClr val="FCFBF9">
                  <a:alpha val="0"/>
                </a:srgbClr>
              </a:clrTo>
            </a:clrChange>
          </a:blip>
          <a:srcRect t="7832" b="18542"/>
          <a:stretch>
            <a:fillRect/>
          </a:stretch>
        </p:blipFill>
        <p:spPr>
          <a:xfrm>
            <a:off x="2383032" y="1672324"/>
            <a:ext cx="964459" cy="1062961"/>
          </a:xfrm>
          <a:prstGeom prst="rect">
            <a:avLst/>
          </a:prstGeom>
        </p:spPr>
      </p:pic>
    </p:spTree>
    <p:extLst>
      <p:ext uri="{BB962C8B-B14F-4D97-AF65-F5344CB8AC3E}">
        <p14:creationId xmlns:p14="http://schemas.microsoft.com/office/powerpoint/2010/main" val="1424682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EED53-F686-8364-88FD-92D6ACC21FE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A0156531-56B6-E5EA-B141-676A602BB021}"/>
              </a:ext>
            </a:extLst>
          </p:cNvPr>
          <p:cNvSpPr>
            <a:spLocks noGrp="1"/>
          </p:cNvSpPr>
          <p:nvPr>
            <p:ph type="ftr" sz="quarter" idx="11"/>
          </p:nvPr>
        </p:nvSpPr>
        <p:spPr/>
        <p:txBody>
          <a:bodyPr/>
          <a:lstStyle/>
          <a:p>
            <a:r>
              <a:rPr lang="en-US" noProof="0"/>
              <a:t>Insert menu &gt; Header &amp; Footer button</a:t>
            </a:r>
            <a:endParaRPr lang="en-US" noProof="0" dirty="0"/>
          </a:p>
        </p:txBody>
      </p:sp>
      <p:sp>
        <p:nvSpPr>
          <p:cNvPr id="2" name="Flowchart: Document 1">
            <a:extLst>
              <a:ext uri="{FF2B5EF4-FFF2-40B4-BE49-F238E27FC236}">
                <a16:creationId xmlns:a16="http://schemas.microsoft.com/office/drawing/2014/main" id="{C66B01B1-49A5-2161-6620-C168EC5D22A6}"/>
              </a:ext>
            </a:extLst>
          </p:cNvPr>
          <p:cNvSpPr/>
          <p:nvPr/>
        </p:nvSpPr>
        <p:spPr>
          <a:xfrm>
            <a:off x="3703320" y="1508760"/>
            <a:ext cx="1737360" cy="1060704"/>
          </a:xfrm>
          <a:prstGeom prst="flowChartDocumen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ja-JP" dirty="0"/>
              <a:t>Inquiry # 1</a:t>
            </a:r>
          </a:p>
          <a:p>
            <a:pPr algn="ctr"/>
            <a:r>
              <a:rPr kumimoji="1" lang="en-US" altLang="ja-JP" dirty="0"/>
              <a:t>AE1</a:t>
            </a:r>
            <a:endParaRPr kumimoji="1" lang="ja-JP" altLang="en-US" dirty="0"/>
          </a:p>
        </p:txBody>
      </p:sp>
      <p:sp>
        <p:nvSpPr>
          <p:cNvPr id="3" name="Flowchart: Document 2">
            <a:extLst>
              <a:ext uri="{FF2B5EF4-FFF2-40B4-BE49-F238E27FC236}">
                <a16:creationId xmlns:a16="http://schemas.microsoft.com/office/drawing/2014/main" id="{FE468060-46D3-B7EC-63DF-A2266F8CEDAC}"/>
              </a:ext>
            </a:extLst>
          </p:cNvPr>
          <p:cNvSpPr/>
          <p:nvPr/>
        </p:nvSpPr>
        <p:spPr>
          <a:xfrm>
            <a:off x="3703320" y="5068824"/>
            <a:ext cx="1737360" cy="1060704"/>
          </a:xfrm>
          <a:prstGeom prst="flowChartDocumen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ja-JP" dirty="0"/>
              <a:t>Inquiry # 1</a:t>
            </a:r>
          </a:p>
          <a:p>
            <a:pPr algn="ctr"/>
            <a:r>
              <a:rPr lang="en-US" altLang="ja-JP" dirty="0"/>
              <a:t>AE2</a:t>
            </a:r>
            <a:endParaRPr lang="ja-JP" altLang="en-US" dirty="0"/>
          </a:p>
        </p:txBody>
      </p:sp>
      <p:sp>
        <p:nvSpPr>
          <p:cNvPr id="5" name="Flowchart: Data 4">
            <a:extLst>
              <a:ext uri="{FF2B5EF4-FFF2-40B4-BE49-F238E27FC236}">
                <a16:creationId xmlns:a16="http://schemas.microsoft.com/office/drawing/2014/main" id="{290874A7-6725-3A8B-85F3-4FE320A12D64}"/>
              </a:ext>
            </a:extLst>
          </p:cNvPr>
          <p:cNvSpPr/>
          <p:nvPr/>
        </p:nvSpPr>
        <p:spPr>
          <a:xfrm>
            <a:off x="6684264" y="1508760"/>
            <a:ext cx="1737360" cy="1060704"/>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t>ARD -</a:t>
            </a:r>
          </a:p>
          <a:p>
            <a:pPr algn="ctr"/>
            <a:r>
              <a:rPr lang="en-US" altLang="ja-JP" sz="1400" dirty="0"/>
              <a:t>Summary</a:t>
            </a:r>
          </a:p>
          <a:p>
            <a:pPr algn="ctr"/>
            <a:r>
              <a:rPr lang="en-US" altLang="ja-JP" sz="1400" dirty="0"/>
              <a:t>For AE1</a:t>
            </a:r>
          </a:p>
        </p:txBody>
      </p:sp>
      <p:sp>
        <p:nvSpPr>
          <p:cNvPr id="6" name="Flowchart: Document 5">
            <a:extLst>
              <a:ext uri="{FF2B5EF4-FFF2-40B4-BE49-F238E27FC236}">
                <a16:creationId xmlns:a16="http://schemas.microsoft.com/office/drawing/2014/main" id="{926BF806-0FB3-F2CA-48F3-B806B5D155B8}"/>
              </a:ext>
            </a:extLst>
          </p:cNvPr>
          <p:cNvSpPr/>
          <p:nvPr/>
        </p:nvSpPr>
        <p:spPr>
          <a:xfrm>
            <a:off x="9899904" y="1508760"/>
            <a:ext cx="1737360" cy="1060704"/>
          </a:xfrm>
          <a:prstGeom prst="flowChartDocumen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1400" dirty="0"/>
              <a:t>Analysis Results (summary)</a:t>
            </a:r>
          </a:p>
          <a:p>
            <a:pPr algn="ctr"/>
            <a:r>
              <a:rPr lang="en-US" altLang="ja-JP" sz="1400" dirty="0"/>
              <a:t>For AE1</a:t>
            </a:r>
            <a:endParaRPr kumimoji="1" lang="ja-JP" altLang="en-US" sz="1400" dirty="0"/>
          </a:p>
        </p:txBody>
      </p:sp>
      <p:sp>
        <p:nvSpPr>
          <p:cNvPr id="7" name="Flowchart: Data 6">
            <a:extLst>
              <a:ext uri="{FF2B5EF4-FFF2-40B4-BE49-F238E27FC236}">
                <a16:creationId xmlns:a16="http://schemas.microsoft.com/office/drawing/2014/main" id="{723CB233-2529-B0DC-EC1D-318135E4041D}"/>
              </a:ext>
            </a:extLst>
          </p:cNvPr>
          <p:cNvSpPr/>
          <p:nvPr/>
        </p:nvSpPr>
        <p:spPr>
          <a:xfrm>
            <a:off x="6684264" y="5068824"/>
            <a:ext cx="1737360" cy="1060704"/>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dirty="0"/>
              <a:t>ARD -</a:t>
            </a:r>
          </a:p>
          <a:p>
            <a:pPr algn="ctr"/>
            <a:r>
              <a:rPr lang="en-US" altLang="ja-JP" sz="1400" dirty="0"/>
              <a:t>Summary</a:t>
            </a:r>
          </a:p>
          <a:p>
            <a:pPr algn="ctr"/>
            <a:r>
              <a:rPr lang="en-US" altLang="ja-JP" sz="1400" dirty="0"/>
              <a:t>For AE2</a:t>
            </a:r>
          </a:p>
        </p:txBody>
      </p:sp>
      <p:sp>
        <p:nvSpPr>
          <p:cNvPr id="8" name="Flowchart: Document 7">
            <a:extLst>
              <a:ext uri="{FF2B5EF4-FFF2-40B4-BE49-F238E27FC236}">
                <a16:creationId xmlns:a16="http://schemas.microsoft.com/office/drawing/2014/main" id="{E4F5460E-2121-4A47-1D8A-5FBAD25DF9FA}"/>
              </a:ext>
            </a:extLst>
          </p:cNvPr>
          <p:cNvSpPr/>
          <p:nvPr/>
        </p:nvSpPr>
        <p:spPr>
          <a:xfrm>
            <a:off x="9899904" y="3136392"/>
            <a:ext cx="1737360" cy="1060704"/>
          </a:xfrm>
          <a:prstGeom prst="flowChartDocumen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400" dirty="0"/>
              <a:t>Analysis Results (PT summary)</a:t>
            </a:r>
          </a:p>
          <a:p>
            <a:pPr algn="ctr"/>
            <a:r>
              <a:rPr lang="en-US" altLang="ja-JP" sz="1400" dirty="0"/>
              <a:t>For AE1</a:t>
            </a:r>
            <a:endParaRPr lang="ja-JP" altLang="en-US" sz="1400" dirty="0"/>
          </a:p>
        </p:txBody>
      </p:sp>
      <p:sp>
        <p:nvSpPr>
          <p:cNvPr id="9" name="Flowchart: Document 8">
            <a:extLst>
              <a:ext uri="{FF2B5EF4-FFF2-40B4-BE49-F238E27FC236}">
                <a16:creationId xmlns:a16="http://schemas.microsoft.com/office/drawing/2014/main" id="{1733773F-C07D-27B0-4DCF-DEB7F33743C7}"/>
              </a:ext>
            </a:extLst>
          </p:cNvPr>
          <p:cNvSpPr/>
          <p:nvPr/>
        </p:nvSpPr>
        <p:spPr>
          <a:xfrm>
            <a:off x="9899904" y="5068824"/>
            <a:ext cx="1737360" cy="1060704"/>
          </a:xfrm>
          <a:prstGeom prst="flowChartDocumen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400" dirty="0"/>
              <a:t>Analysis Results (summary)</a:t>
            </a:r>
          </a:p>
          <a:p>
            <a:pPr algn="ctr"/>
            <a:r>
              <a:rPr lang="en-US" altLang="ja-JP" sz="1400" dirty="0"/>
              <a:t>For AE1</a:t>
            </a:r>
            <a:endParaRPr lang="ja-JP" altLang="en-US" sz="1400" dirty="0"/>
          </a:p>
        </p:txBody>
      </p:sp>
      <p:sp>
        <p:nvSpPr>
          <p:cNvPr id="10" name="Flowchart: Data 9">
            <a:extLst>
              <a:ext uri="{FF2B5EF4-FFF2-40B4-BE49-F238E27FC236}">
                <a16:creationId xmlns:a16="http://schemas.microsoft.com/office/drawing/2014/main" id="{2A42CCA1-E0C0-587D-A58B-F8579D6773B4}"/>
              </a:ext>
            </a:extLst>
          </p:cNvPr>
          <p:cNvSpPr/>
          <p:nvPr/>
        </p:nvSpPr>
        <p:spPr>
          <a:xfrm>
            <a:off x="691896" y="3288792"/>
            <a:ext cx="1737360" cy="1060704"/>
          </a:xfrm>
          <a:prstGeom prst="flowChartInputOutpu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1" lang="en-US" altLang="ja-JP" dirty="0"/>
              <a:t>ADAE</a:t>
            </a:r>
            <a:endParaRPr kumimoji="1" lang="ja-JP" altLang="en-US" dirty="0"/>
          </a:p>
        </p:txBody>
      </p:sp>
      <p:sp>
        <p:nvSpPr>
          <p:cNvPr id="11" name="Flowchart: Data 10">
            <a:extLst>
              <a:ext uri="{FF2B5EF4-FFF2-40B4-BE49-F238E27FC236}">
                <a16:creationId xmlns:a16="http://schemas.microsoft.com/office/drawing/2014/main" id="{0F52FCC3-7C15-23C7-7D31-1FFB3512CBAB}"/>
              </a:ext>
            </a:extLst>
          </p:cNvPr>
          <p:cNvSpPr/>
          <p:nvPr/>
        </p:nvSpPr>
        <p:spPr>
          <a:xfrm>
            <a:off x="6684264" y="3136392"/>
            <a:ext cx="1737360" cy="1060704"/>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t>ARD -</a:t>
            </a:r>
          </a:p>
          <a:p>
            <a:pPr algn="ctr"/>
            <a:r>
              <a:rPr lang="en-US" altLang="ja-JP" sz="1200" dirty="0"/>
              <a:t>PT summary</a:t>
            </a:r>
          </a:p>
          <a:p>
            <a:pPr algn="ctr"/>
            <a:r>
              <a:rPr lang="en-US" altLang="ja-JP" sz="1200" dirty="0"/>
              <a:t>For AE1</a:t>
            </a:r>
          </a:p>
        </p:txBody>
      </p:sp>
      <p:cxnSp>
        <p:nvCxnSpPr>
          <p:cNvPr id="12" name="Connector: Elbow 11">
            <a:extLst>
              <a:ext uri="{FF2B5EF4-FFF2-40B4-BE49-F238E27FC236}">
                <a16:creationId xmlns:a16="http://schemas.microsoft.com/office/drawing/2014/main" id="{6C89406E-34B3-045A-E4A8-424D1AFE8B0E}"/>
              </a:ext>
            </a:extLst>
          </p:cNvPr>
          <p:cNvCxnSpPr>
            <a:stCxn id="10" idx="1"/>
            <a:endCxn id="2" idx="1"/>
          </p:cNvCxnSpPr>
          <p:nvPr/>
        </p:nvCxnSpPr>
        <p:spPr>
          <a:xfrm rot="5400000" flipH="1" flipV="1">
            <a:off x="2007108" y="1592580"/>
            <a:ext cx="1249680" cy="2142744"/>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Connector: Elbow 12">
            <a:extLst>
              <a:ext uri="{FF2B5EF4-FFF2-40B4-BE49-F238E27FC236}">
                <a16:creationId xmlns:a16="http://schemas.microsoft.com/office/drawing/2014/main" id="{F51F4BEA-B56A-BFD1-AEE9-631FBE9B0839}"/>
              </a:ext>
            </a:extLst>
          </p:cNvPr>
          <p:cNvCxnSpPr>
            <a:stCxn id="10" idx="4"/>
            <a:endCxn id="3" idx="1"/>
          </p:cNvCxnSpPr>
          <p:nvPr/>
        </p:nvCxnSpPr>
        <p:spPr>
          <a:xfrm rot="16200000" flipH="1">
            <a:off x="2007108" y="3902964"/>
            <a:ext cx="1249680" cy="2142744"/>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35B49B57-B49F-BC9C-DFD2-5492A43A3F86}"/>
              </a:ext>
            </a:extLst>
          </p:cNvPr>
          <p:cNvCxnSpPr>
            <a:stCxn id="2" idx="3"/>
            <a:endCxn id="5" idx="2"/>
          </p:cNvCxnSpPr>
          <p:nvPr/>
        </p:nvCxnSpPr>
        <p:spPr>
          <a:xfrm>
            <a:off x="5440680" y="2039112"/>
            <a:ext cx="141732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Connector: Elbow 14">
            <a:extLst>
              <a:ext uri="{FF2B5EF4-FFF2-40B4-BE49-F238E27FC236}">
                <a16:creationId xmlns:a16="http://schemas.microsoft.com/office/drawing/2014/main" id="{419ED695-0F40-35BD-D559-1F39840F34A6}"/>
              </a:ext>
            </a:extLst>
          </p:cNvPr>
          <p:cNvCxnSpPr>
            <a:stCxn id="2" idx="2"/>
            <a:endCxn id="11" idx="2"/>
          </p:cNvCxnSpPr>
          <p:nvPr/>
        </p:nvCxnSpPr>
        <p:spPr>
          <a:xfrm rot="16200000" flipH="1">
            <a:off x="5131298" y="1940042"/>
            <a:ext cx="1167404" cy="2286000"/>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3D01ABAE-68D8-DB53-5E7B-4AAB3D8C873D}"/>
              </a:ext>
            </a:extLst>
          </p:cNvPr>
          <p:cNvCxnSpPr>
            <a:stCxn id="3" idx="3"/>
            <a:endCxn id="7" idx="2"/>
          </p:cNvCxnSpPr>
          <p:nvPr/>
        </p:nvCxnSpPr>
        <p:spPr>
          <a:xfrm>
            <a:off x="5440680" y="5599176"/>
            <a:ext cx="141732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A4101DB0-272D-BCD8-911A-F43915CA8117}"/>
              </a:ext>
            </a:extLst>
          </p:cNvPr>
          <p:cNvCxnSpPr>
            <a:stCxn id="5" idx="5"/>
            <a:endCxn id="6" idx="1"/>
          </p:cNvCxnSpPr>
          <p:nvPr/>
        </p:nvCxnSpPr>
        <p:spPr>
          <a:xfrm>
            <a:off x="8247888" y="2039112"/>
            <a:ext cx="165201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29CBBFCF-6410-BB22-A630-48EDDDA42E27}"/>
              </a:ext>
            </a:extLst>
          </p:cNvPr>
          <p:cNvCxnSpPr>
            <a:stCxn id="11" idx="5"/>
            <a:endCxn id="8" idx="1"/>
          </p:cNvCxnSpPr>
          <p:nvPr/>
        </p:nvCxnSpPr>
        <p:spPr>
          <a:xfrm>
            <a:off x="8247888" y="3666744"/>
            <a:ext cx="165201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57CEF457-EFFB-7485-22AB-F3D90B540C07}"/>
              </a:ext>
            </a:extLst>
          </p:cNvPr>
          <p:cNvCxnSpPr>
            <a:stCxn id="7" idx="5"/>
            <a:endCxn id="9" idx="1"/>
          </p:cNvCxnSpPr>
          <p:nvPr/>
        </p:nvCxnSpPr>
        <p:spPr>
          <a:xfrm>
            <a:off x="8247888" y="5599176"/>
            <a:ext cx="165201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A03087A5-476A-9079-9559-DA8BE5FF52AA}"/>
              </a:ext>
            </a:extLst>
          </p:cNvPr>
          <p:cNvSpPr txBox="1"/>
          <p:nvPr/>
        </p:nvSpPr>
        <p:spPr>
          <a:xfrm>
            <a:off x="1751683" y="1115782"/>
            <a:ext cx="1997358" cy="923330"/>
          </a:xfrm>
          <a:prstGeom prst="rect">
            <a:avLst/>
          </a:prstGeom>
          <a:noFill/>
        </p:spPr>
        <p:txBody>
          <a:bodyPr wrap="square" rtlCol="0">
            <a:spAutoFit/>
          </a:bodyPr>
          <a:lstStyle/>
          <a:p>
            <a:r>
              <a:rPr lang="en-US" altLang="ja-JP" b="1" i="1" dirty="0" err="1">
                <a:solidFill>
                  <a:srgbClr val="FF0000"/>
                </a:solidFill>
              </a:rPr>
              <a:t>make_ae_type</a:t>
            </a:r>
            <a:r>
              <a:rPr lang="en-US" altLang="ja-JP" b="1" i="1" dirty="0">
                <a:solidFill>
                  <a:srgbClr val="FF0000"/>
                </a:solidFill>
              </a:rPr>
              <a:t>()</a:t>
            </a:r>
            <a:endParaRPr kumimoji="1" lang="en-US" altLang="ja-JP" b="1" i="1" dirty="0">
              <a:solidFill>
                <a:srgbClr val="FF0000"/>
              </a:solidFill>
            </a:endParaRPr>
          </a:p>
          <a:p>
            <a:r>
              <a:rPr lang="en-US" altLang="ja-JP" dirty="0"/>
              <a:t>To create event flag</a:t>
            </a:r>
            <a:endParaRPr kumimoji="1" lang="ja-JP" altLang="en-US" dirty="0"/>
          </a:p>
        </p:txBody>
      </p:sp>
      <p:sp>
        <p:nvSpPr>
          <p:cNvPr id="22" name="TextBox 21">
            <a:extLst>
              <a:ext uri="{FF2B5EF4-FFF2-40B4-BE49-F238E27FC236}">
                <a16:creationId xmlns:a16="http://schemas.microsoft.com/office/drawing/2014/main" id="{C77436F9-4DCC-29F0-E5D3-C6913E6D8BD4}"/>
              </a:ext>
            </a:extLst>
          </p:cNvPr>
          <p:cNvSpPr txBox="1"/>
          <p:nvPr/>
        </p:nvSpPr>
        <p:spPr>
          <a:xfrm>
            <a:off x="5440679" y="761166"/>
            <a:ext cx="4353315" cy="646331"/>
          </a:xfrm>
          <a:prstGeom prst="rect">
            <a:avLst/>
          </a:prstGeom>
          <a:noFill/>
        </p:spPr>
        <p:txBody>
          <a:bodyPr wrap="square" rtlCol="0">
            <a:spAutoFit/>
          </a:bodyPr>
          <a:lstStyle/>
          <a:p>
            <a:r>
              <a:rPr kumimoji="1" lang="en-US" altLang="ja-JP" b="1" i="1" dirty="0" err="1">
                <a:solidFill>
                  <a:srgbClr val="00B050"/>
                </a:solidFill>
              </a:rPr>
              <a:t>jpn_query_overview</a:t>
            </a:r>
            <a:r>
              <a:rPr kumimoji="1" lang="en-US" altLang="ja-JP" b="1" i="1" dirty="0">
                <a:solidFill>
                  <a:srgbClr val="00B050"/>
                </a:solidFill>
              </a:rPr>
              <a:t>()</a:t>
            </a:r>
            <a:br>
              <a:rPr kumimoji="1" lang="en-US" altLang="ja-JP" b="1" i="1" dirty="0"/>
            </a:br>
            <a:r>
              <a:rPr lang="en-US" altLang="ja-JP" dirty="0"/>
              <a:t>To create ARD for summary information</a:t>
            </a:r>
            <a:endParaRPr kumimoji="1" lang="ja-JP" altLang="en-US" dirty="0"/>
          </a:p>
        </p:txBody>
      </p:sp>
      <p:sp>
        <p:nvSpPr>
          <p:cNvPr id="24" name="TextBox 23">
            <a:extLst>
              <a:ext uri="{FF2B5EF4-FFF2-40B4-BE49-F238E27FC236}">
                <a16:creationId xmlns:a16="http://schemas.microsoft.com/office/drawing/2014/main" id="{01CCB7D4-4651-B58E-96C9-6EB13D1B990C}"/>
              </a:ext>
            </a:extLst>
          </p:cNvPr>
          <p:cNvSpPr txBox="1"/>
          <p:nvPr/>
        </p:nvSpPr>
        <p:spPr>
          <a:xfrm>
            <a:off x="5440680" y="2543663"/>
            <a:ext cx="3364992" cy="646331"/>
          </a:xfrm>
          <a:prstGeom prst="rect">
            <a:avLst/>
          </a:prstGeom>
          <a:noFill/>
        </p:spPr>
        <p:txBody>
          <a:bodyPr wrap="square" rtlCol="0">
            <a:spAutoFit/>
          </a:bodyPr>
          <a:lstStyle/>
          <a:p>
            <a:r>
              <a:rPr kumimoji="1" lang="ja-JP" altLang="en-US" b="1" i="1" dirty="0">
                <a:solidFill>
                  <a:srgbClr val="0070C0"/>
                </a:solidFill>
              </a:rPr>
              <a:t>ｊ</a:t>
            </a:r>
            <a:r>
              <a:rPr kumimoji="1" lang="en-US" altLang="ja-JP" b="1" i="1" dirty="0" err="1">
                <a:solidFill>
                  <a:srgbClr val="0070C0"/>
                </a:solidFill>
              </a:rPr>
              <a:t>pn_query_summary_pt</a:t>
            </a:r>
            <a:endParaRPr kumimoji="1" lang="en-US" altLang="ja-JP" b="1" i="1" dirty="0">
              <a:solidFill>
                <a:srgbClr val="0070C0"/>
              </a:solidFill>
            </a:endParaRPr>
          </a:p>
          <a:p>
            <a:r>
              <a:rPr lang="en-US" altLang="ja-JP" dirty="0"/>
              <a:t>To create ARD for PT summary </a:t>
            </a:r>
            <a:endParaRPr kumimoji="1" lang="ja-JP" altLang="en-US" dirty="0"/>
          </a:p>
        </p:txBody>
      </p:sp>
      <p:sp>
        <p:nvSpPr>
          <p:cNvPr id="25" name="TextBox 24">
            <a:extLst>
              <a:ext uri="{FF2B5EF4-FFF2-40B4-BE49-F238E27FC236}">
                <a16:creationId xmlns:a16="http://schemas.microsoft.com/office/drawing/2014/main" id="{8C333ACE-02A2-C37F-1261-348715C44593}"/>
              </a:ext>
            </a:extLst>
          </p:cNvPr>
          <p:cNvSpPr txBox="1"/>
          <p:nvPr/>
        </p:nvSpPr>
        <p:spPr>
          <a:xfrm>
            <a:off x="1762700" y="4445014"/>
            <a:ext cx="1997358" cy="923330"/>
          </a:xfrm>
          <a:prstGeom prst="rect">
            <a:avLst/>
          </a:prstGeom>
          <a:noFill/>
        </p:spPr>
        <p:txBody>
          <a:bodyPr wrap="square" rtlCol="0">
            <a:spAutoFit/>
          </a:bodyPr>
          <a:lstStyle/>
          <a:p>
            <a:r>
              <a:rPr lang="en-US" altLang="ja-JP" b="1" i="1" dirty="0" err="1">
                <a:solidFill>
                  <a:srgbClr val="FF0000"/>
                </a:solidFill>
              </a:rPr>
              <a:t>make_ae_type</a:t>
            </a:r>
            <a:r>
              <a:rPr lang="en-US" altLang="ja-JP" b="1" i="1" dirty="0">
                <a:solidFill>
                  <a:srgbClr val="FF0000"/>
                </a:solidFill>
              </a:rPr>
              <a:t>()</a:t>
            </a:r>
            <a:endParaRPr kumimoji="1" lang="en-US" altLang="ja-JP" b="1" i="1" dirty="0">
              <a:solidFill>
                <a:srgbClr val="FF0000"/>
              </a:solidFill>
            </a:endParaRPr>
          </a:p>
          <a:p>
            <a:r>
              <a:rPr lang="en-US" altLang="ja-JP" dirty="0"/>
              <a:t>To create event flag</a:t>
            </a:r>
            <a:endParaRPr kumimoji="1" lang="ja-JP" altLang="en-US" dirty="0"/>
          </a:p>
        </p:txBody>
      </p:sp>
      <p:sp>
        <p:nvSpPr>
          <p:cNvPr id="26" name="TextBox 25">
            <a:extLst>
              <a:ext uri="{FF2B5EF4-FFF2-40B4-BE49-F238E27FC236}">
                <a16:creationId xmlns:a16="http://schemas.microsoft.com/office/drawing/2014/main" id="{87A8962E-1915-DC66-6CED-F3A3ED9FD30B}"/>
              </a:ext>
            </a:extLst>
          </p:cNvPr>
          <p:cNvSpPr txBox="1"/>
          <p:nvPr/>
        </p:nvSpPr>
        <p:spPr>
          <a:xfrm>
            <a:off x="5376286" y="4328005"/>
            <a:ext cx="4353315" cy="646331"/>
          </a:xfrm>
          <a:prstGeom prst="rect">
            <a:avLst/>
          </a:prstGeom>
          <a:noFill/>
        </p:spPr>
        <p:txBody>
          <a:bodyPr wrap="square" rtlCol="0">
            <a:spAutoFit/>
          </a:bodyPr>
          <a:lstStyle/>
          <a:p>
            <a:r>
              <a:rPr kumimoji="1" lang="en-US" altLang="ja-JP" b="1" i="1" dirty="0" err="1">
                <a:solidFill>
                  <a:srgbClr val="00B050"/>
                </a:solidFill>
              </a:rPr>
              <a:t>jpn_query_overview</a:t>
            </a:r>
            <a:r>
              <a:rPr kumimoji="1" lang="en-US" altLang="ja-JP" b="1" i="1" dirty="0">
                <a:solidFill>
                  <a:srgbClr val="00B050"/>
                </a:solidFill>
              </a:rPr>
              <a:t>()</a:t>
            </a:r>
            <a:br>
              <a:rPr kumimoji="1" lang="en-US" altLang="ja-JP" b="1" i="1" dirty="0">
                <a:solidFill>
                  <a:srgbClr val="00B050"/>
                </a:solidFill>
              </a:rPr>
            </a:br>
            <a:r>
              <a:rPr lang="en-US" altLang="ja-JP" dirty="0"/>
              <a:t>To create ARD for summary information</a:t>
            </a:r>
            <a:endParaRPr kumimoji="1" lang="ja-JP" altLang="en-US" dirty="0"/>
          </a:p>
        </p:txBody>
      </p:sp>
    </p:spTree>
    <p:extLst>
      <p:ext uri="{BB962C8B-B14F-4D97-AF65-F5344CB8AC3E}">
        <p14:creationId xmlns:p14="http://schemas.microsoft.com/office/powerpoint/2010/main" val="11175220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FE6CD-C570-E806-A74B-A6AB083FF0C3}"/>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1F040B91-F470-0813-518A-E31D276E48D8}"/>
              </a:ext>
            </a:extLst>
          </p:cNvPr>
          <p:cNvSpPr>
            <a:spLocks noGrp="1"/>
          </p:cNvSpPr>
          <p:nvPr>
            <p:ph type="ftr" sz="quarter" idx="11"/>
          </p:nvPr>
        </p:nvSpPr>
        <p:spPr/>
        <p:txBody>
          <a:bodyPr/>
          <a:lstStyle/>
          <a:p>
            <a:r>
              <a:rPr lang="en-US" noProof="0"/>
              <a:t>Insert menu &gt; Header &amp; Footer button</a:t>
            </a:r>
            <a:endParaRPr lang="en-US" noProof="0" dirty="0"/>
          </a:p>
        </p:txBody>
      </p:sp>
      <p:sp>
        <p:nvSpPr>
          <p:cNvPr id="2" name="Flowchart: Document 1">
            <a:extLst>
              <a:ext uri="{FF2B5EF4-FFF2-40B4-BE49-F238E27FC236}">
                <a16:creationId xmlns:a16="http://schemas.microsoft.com/office/drawing/2014/main" id="{FE67F341-665D-A3C7-CF67-69576D330A6C}"/>
              </a:ext>
            </a:extLst>
          </p:cNvPr>
          <p:cNvSpPr/>
          <p:nvPr/>
        </p:nvSpPr>
        <p:spPr>
          <a:xfrm>
            <a:off x="3703320" y="1508760"/>
            <a:ext cx="1737360" cy="1060704"/>
          </a:xfrm>
          <a:prstGeom prst="flowChartDocumen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ja-JP" dirty="0"/>
              <a:t>Inquiry # 1</a:t>
            </a:r>
          </a:p>
          <a:p>
            <a:pPr algn="ctr"/>
            <a:r>
              <a:rPr kumimoji="1" lang="en-US" altLang="ja-JP" dirty="0"/>
              <a:t>AE1</a:t>
            </a:r>
            <a:endParaRPr kumimoji="1" lang="ja-JP" altLang="en-US" dirty="0"/>
          </a:p>
        </p:txBody>
      </p:sp>
      <p:sp>
        <p:nvSpPr>
          <p:cNvPr id="3" name="Flowchart: Document 2">
            <a:extLst>
              <a:ext uri="{FF2B5EF4-FFF2-40B4-BE49-F238E27FC236}">
                <a16:creationId xmlns:a16="http://schemas.microsoft.com/office/drawing/2014/main" id="{2473EA79-3D86-3F2F-4468-377C2C9A0E17}"/>
              </a:ext>
            </a:extLst>
          </p:cNvPr>
          <p:cNvSpPr/>
          <p:nvPr/>
        </p:nvSpPr>
        <p:spPr>
          <a:xfrm>
            <a:off x="3703320" y="5068824"/>
            <a:ext cx="1737360" cy="1060704"/>
          </a:xfrm>
          <a:prstGeom prst="flowChartDocumen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ja-JP" dirty="0"/>
              <a:t>Inquiry # 1</a:t>
            </a:r>
          </a:p>
          <a:p>
            <a:pPr algn="ctr"/>
            <a:r>
              <a:rPr lang="en-US" altLang="ja-JP" dirty="0"/>
              <a:t>AE2</a:t>
            </a:r>
            <a:endParaRPr lang="ja-JP" altLang="en-US" dirty="0"/>
          </a:p>
        </p:txBody>
      </p:sp>
      <p:sp>
        <p:nvSpPr>
          <p:cNvPr id="5" name="Flowchart: Data 4">
            <a:extLst>
              <a:ext uri="{FF2B5EF4-FFF2-40B4-BE49-F238E27FC236}">
                <a16:creationId xmlns:a16="http://schemas.microsoft.com/office/drawing/2014/main" id="{71DB5115-065A-FBD4-65E0-E040E2488A37}"/>
              </a:ext>
            </a:extLst>
          </p:cNvPr>
          <p:cNvSpPr/>
          <p:nvPr/>
        </p:nvSpPr>
        <p:spPr>
          <a:xfrm>
            <a:off x="6684264" y="1508760"/>
            <a:ext cx="1737360" cy="1060704"/>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t>ARD -</a:t>
            </a:r>
          </a:p>
          <a:p>
            <a:pPr algn="ctr"/>
            <a:r>
              <a:rPr lang="en-US" altLang="ja-JP" sz="1400" dirty="0"/>
              <a:t>Summary</a:t>
            </a:r>
          </a:p>
          <a:p>
            <a:pPr algn="ctr"/>
            <a:r>
              <a:rPr lang="en-US" altLang="ja-JP" sz="1400" dirty="0"/>
              <a:t>For AE1</a:t>
            </a:r>
          </a:p>
        </p:txBody>
      </p:sp>
      <p:sp>
        <p:nvSpPr>
          <p:cNvPr id="6" name="Flowchart: Document 5">
            <a:extLst>
              <a:ext uri="{FF2B5EF4-FFF2-40B4-BE49-F238E27FC236}">
                <a16:creationId xmlns:a16="http://schemas.microsoft.com/office/drawing/2014/main" id="{39DD06F5-552E-01E9-932C-F7A2CA167359}"/>
              </a:ext>
            </a:extLst>
          </p:cNvPr>
          <p:cNvSpPr/>
          <p:nvPr/>
        </p:nvSpPr>
        <p:spPr>
          <a:xfrm>
            <a:off x="9899904" y="1508760"/>
            <a:ext cx="1737360" cy="1060704"/>
          </a:xfrm>
          <a:prstGeom prst="flowChartDocumen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1400" dirty="0"/>
              <a:t>Analysis Results (summary)</a:t>
            </a:r>
          </a:p>
          <a:p>
            <a:pPr algn="ctr"/>
            <a:r>
              <a:rPr lang="en-US" altLang="ja-JP" sz="1400" dirty="0"/>
              <a:t>For AE1</a:t>
            </a:r>
            <a:endParaRPr kumimoji="1" lang="ja-JP" altLang="en-US" sz="1400" dirty="0"/>
          </a:p>
        </p:txBody>
      </p:sp>
      <p:sp>
        <p:nvSpPr>
          <p:cNvPr id="7" name="Flowchart: Data 6">
            <a:extLst>
              <a:ext uri="{FF2B5EF4-FFF2-40B4-BE49-F238E27FC236}">
                <a16:creationId xmlns:a16="http://schemas.microsoft.com/office/drawing/2014/main" id="{195FFD44-79D2-2B4B-759C-3B4BD1B3D267}"/>
              </a:ext>
            </a:extLst>
          </p:cNvPr>
          <p:cNvSpPr/>
          <p:nvPr/>
        </p:nvSpPr>
        <p:spPr>
          <a:xfrm>
            <a:off x="6684264" y="5068824"/>
            <a:ext cx="1737360" cy="1060704"/>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dirty="0"/>
              <a:t>ARD -</a:t>
            </a:r>
          </a:p>
          <a:p>
            <a:pPr algn="ctr"/>
            <a:r>
              <a:rPr lang="en-US" altLang="ja-JP" sz="1400" dirty="0"/>
              <a:t>Summary</a:t>
            </a:r>
          </a:p>
          <a:p>
            <a:pPr algn="ctr"/>
            <a:r>
              <a:rPr lang="en-US" altLang="ja-JP" sz="1400" dirty="0"/>
              <a:t>For AE2</a:t>
            </a:r>
          </a:p>
        </p:txBody>
      </p:sp>
      <p:sp>
        <p:nvSpPr>
          <p:cNvPr id="8" name="Flowchart: Document 7">
            <a:extLst>
              <a:ext uri="{FF2B5EF4-FFF2-40B4-BE49-F238E27FC236}">
                <a16:creationId xmlns:a16="http://schemas.microsoft.com/office/drawing/2014/main" id="{24ACF557-58FD-B6BC-4675-4C9D1B2A0853}"/>
              </a:ext>
            </a:extLst>
          </p:cNvPr>
          <p:cNvSpPr/>
          <p:nvPr/>
        </p:nvSpPr>
        <p:spPr>
          <a:xfrm>
            <a:off x="9899904" y="3136392"/>
            <a:ext cx="1737360" cy="1060704"/>
          </a:xfrm>
          <a:prstGeom prst="flowChartDocumen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400" dirty="0"/>
              <a:t>Analysis Results (PT summary)</a:t>
            </a:r>
          </a:p>
          <a:p>
            <a:pPr algn="ctr"/>
            <a:r>
              <a:rPr lang="en-US" altLang="ja-JP" sz="1400" dirty="0"/>
              <a:t>For AE1</a:t>
            </a:r>
            <a:endParaRPr lang="ja-JP" altLang="en-US" sz="1400" dirty="0"/>
          </a:p>
        </p:txBody>
      </p:sp>
      <p:sp>
        <p:nvSpPr>
          <p:cNvPr id="9" name="Flowchart: Document 8">
            <a:extLst>
              <a:ext uri="{FF2B5EF4-FFF2-40B4-BE49-F238E27FC236}">
                <a16:creationId xmlns:a16="http://schemas.microsoft.com/office/drawing/2014/main" id="{5AFFA2EA-C9AB-9FF8-52AC-D660FD5F93FF}"/>
              </a:ext>
            </a:extLst>
          </p:cNvPr>
          <p:cNvSpPr/>
          <p:nvPr/>
        </p:nvSpPr>
        <p:spPr>
          <a:xfrm>
            <a:off x="9899904" y="5068824"/>
            <a:ext cx="1737360" cy="1060704"/>
          </a:xfrm>
          <a:prstGeom prst="flowChartDocumen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400" dirty="0"/>
              <a:t>Analysis Results (summary)</a:t>
            </a:r>
          </a:p>
          <a:p>
            <a:pPr algn="ctr"/>
            <a:r>
              <a:rPr lang="en-US" altLang="ja-JP" sz="1400" dirty="0"/>
              <a:t>For AE1</a:t>
            </a:r>
            <a:endParaRPr lang="ja-JP" altLang="en-US" sz="1400" dirty="0"/>
          </a:p>
        </p:txBody>
      </p:sp>
      <p:sp>
        <p:nvSpPr>
          <p:cNvPr id="10" name="Flowchart: Data 9">
            <a:extLst>
              <a:ext uri="{FF2B5EF4-FFF2-40B4-BE49-F238E27FC236}">
                <a16:creationId xmlns:a16="http://schemas.microsoft.com/office/drawing/2014/main" id="{13B8ED70-5956-61B6-8570-FD313E2628AA}"/>
              </a:ext>
            </a:extLst>
          </p:cNvPr>
          <p:cNvSpPr/>
          <p:nvPr/>
        </p:nvSpPr>
        <p:spPr>
          <a:xfrm>
            <a:off x="691896" y="3288792"/>
            <a:ext cx="1737360" cy="1060704"/>
          </a:xfrm>
          <a:prstGeom prst="flowChartInputOutpu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1" lang="en-US" altLang="ja-JP" dirty="0"/>
              <a:t>ADAE</a:t>
            </a:r>
            <a:endParaRPr kumimoji="1" lang="ja-JP" altLang="en-US" dirty="0"/>
          </a:p>
        </p:txBody>
      </p:sp>
      <p:sp>
        <p:nvSpPr>
          <p:cNvPr id="11" name="Flowchart: Data 10">
            <a:extLst>
              <a:ext uri="{FF2B5EF4-FFF2-40B4-BE49-F238E27FC236}">
                <a16:creationId xmlns:a16="http://schemas.microsoft.com/office/drawing/2014/main" id="{D277D0E6-1EF1-4277-F676-E2E024EEFA0A}"/>
              </a:ext>
            </a:extLst>
          </p:cNvPr>
          <p:cNvSpPr/>
          <p:nvPr/>
        </p:nvSpPr>
        <p:spPr>
          <a:xfrm>
            <a:off x="6684264" y="3136392"/>
            <a:ext cx="1737360" cy="1060704"/>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t>ARD -</a:t>
            </a:r>
          </a:p>
          <a:p>
            <a:pPr algn="ctr"/>
            <a:r>
              <a:rPr lang="en-US" altLang="ja-JP" sz="1200" dirty="0"/>
              <a:t>PT summary</a:t>
            </a:r>
          </a:p>
          <a:p>
            <a:pPr algn="ctr"/>
            <a:r>
              <a:rPr lang="en-US" altLang="ja-JP" sz="1200" dirty="0"/>
              <a:t>For AE1</a:t>
            </a:r>
          </a:p>
        </p:txBody>
      </p:sp>
      <p:cxnSp>
        <p:nvCxnSpPr>
          <p:cNvPr id="12" name="Connector: Elbow 11">
            <a:extLst>
              <a:ext uri="{FF2B5EF4-FFF2-40B4-BE49-F238E27FC236}">
                <a16:creationId xmlns:a16="http://schemas.microsoft.com/office/drawing/2014/main" id="{97F685CF-63BC-BC98-50E6-9C2E84891B27}"/>
              </a:ext>
            </a:extLst>
          </p:cNvPr>
          <p:cNvCxnSpPr>
            <a:stCxn id="10" idx="1"/>
            <a:endCxn id="2" idx="1"/>
          </p:cNvCxnSpPr>
          <p:nvPr/>
        </p:nvCxnSpPr>
        <p:spPr>
          <a:xfrm rot="5400000" flipH="1" flipV="1">
            <a:off x="2007108" y="1592580"/>
            <a:ext cx="1249680" cy="2142744"/>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Connector: Elbow 12">
            <a:extLst>
              <a:ext uri="{FF2B5EF4-FFF2-40B4-BE49-F238E27FC236}">
                <a16:creationId xmlns:a16="http://schemas.microsoft.com/office/drawing/2014/main" id="{42CDC43C-12E6-A462-CC4E-F55CE1EE36DD}"/>
              </a:ext>
            </a:extLst>
          </p:cNvPr>
          <p:cNvCxnSpPr>
            <a:stCxn id="10" idx="4"/>
            <a:endCxn id="3" idx="1"/>
          </p:cNvCxnSpPr>
          <p:nvPr/>
        </p:nvCxnSpPr>
        <p:spPr>
          <a:xfrm rot="16200000" flipH="1">
            <a:off x="2007108" y="3902964"/>
            <a:ext cx="1249680" cy="2142744"/>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994C562B-7C05-B439-C62B-C346C2555076}"/>
              </a:ext>
            </a:extLst>
          </p:cNvPr>
          <p:cNvCxnSpPr>
            <a:stCxn id="2" idx="3"/>
            <a:endCxn id="5" idx="2"/>
          </p:cNvCxnSpPr>
          <p:nvPr/>
        </p:nvCxnSpPr>
        <p:spPr>
          <a:xfrm>
            <a:off x="5440680" y="2039112"/>
            <a:ext cx="141732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Connector: Elbow 14">
            <a:extLst>
              <a:ext uri="{FF2B5EF4-FFF2-40B4-BE49-F238E27FC236}">
                <a16:creationId xmlns:a16="http://schemas.microsoft.com/office/drawing/2014/main" id="{EA4A5784-95D8-5C3C-C086-B278F4F65C6F}"/>
              </a:ext>
            </a:extLst>
          </p:cNvPr>
          <p:cNvCxnSpPr>
            <a:stCxn id="2" idx="2"/>
            <a:endCxn id="11" idx="2"/>
          </p:cNvCxnSpPr>
          <p:nvPr/>
        </p:nvCxnSpPr>
        <p:spPr>
          <a:xfrm rot="16200000" flipH="1">
            <a:off x="5131298" y="1940042"/>
            <a:ext cx="1167404" cy="2286000"/>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7FB8588F-3B61-D848-693B-C19FF7AB64F4}"/>
              </a:ext>
            </a:extLst>
          </p:cNvPr>
          <p:cNvCxnSpPr>
            <a:stCxn id="3" idx="3"/>
            <a:endCxn id="7" idx="2"/>
          </p:cNvCxnSpPr>
          <p:nvPr/>
        </p:nvCxnSpPr>
        <p:spPr>
          <a:xfrm>
            <a:off x="5440680" y="5599176"/>
            <a:ext cx="141732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F8A9B893-0B31-C2D2-062C-215B33BC990F}"/>
              </a:ext>
            </a:extLst>
          </p:cNvPr>
          <p:cNvCxnSpPr>
            <a:stCxn id="5" idx="5"/>
            <a:endCxn id="6" idx="1"/>
          </p:cNvCxnSpPr>
          <p:nvPr/>
        </p:nvCxnSpPr>
        <p:spPr>
          <a:xfrm>
            <a:off x="8247888" y="2039112"/>
            <a:ext cx="165201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18501646-1D01-DA56-9222-43B631476B58}"/>
              </a:ext>
            </a:extLst>
          </p:cNvPr>
          <p:cNvCxnSpPr>
            <a:stCxn id="11" idx="5"/>
            <a:endCxn id="8" idx="1"/>
          </p:cNvCxnSpPr>
          <p:nvPr/>
        </p:nvCxnSpPr>
        <p:spPr>
          <a:xfrm>
            <a:off x="8247888" y="3666744"/>
            <a:ext cx="165201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85518516-50E1-5DD9-D602-67FCDEB3A866}"/>
              </a:ext>
            </a:extLst>
          </p:cNvPr>
          <p:cNvCxnSpPr>
            <a:stCxn id="7" idx="5"/>
            <a:endCxn id="9" idx="1"/>
          </p:cNvCxnSpPr>
          <p:nvPr/>
        </p:nvCxnSpPr>
        <p:spPr>
          <a:xfrm>
            <a:off x="8247888" y="5599176"/>
            <a:ext cx="165201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2459BD0E-5BD4-6ABD-C763-FDA61FD2090D}"/>
              </a:ext>
            </a:extLst>
          </p:cNvPr>
          <p:cNvSpPr txBox="1"/>
          <p:nvPr/>
        </p:nvSpPr>
        <p:spPr>
          <a:xfrm>
            <a:off x="1751683" y="1115782"/>
            <a:ext cx="1997358" cy="923330"/>
          </a:xfrm>
          <a:prstGeom prst="rect">
            <a:avLst/>
          </a:prstGeom>
          <a:noFill/>
        </p:spPr>
        <p:txBody>
          <a:bodyPr wrap="square" rtlCol="0">
            <a:spAutoFit/>
          </a:bodyPr>
          <a:lstStyle/>
          <a:p>
            <a:r>
              <a:rPr lang="en-US" altLang="ja-JP" b="1" i="1" dirty="0" err="1">
                <a:solidFill>
                  <a:srgbClr val="FF0000"/>
                </a:solidFill>
              </a:rPr>
              <a:t>make_ae_type</a:t>
            </a:r>
            <a:r>
              <a:rPr lang="en-US" altLang="ja-JP" b="1" i="1" dirty="0">
                <a:solidFill>
                  <a:srgbClr val="FF0000"/>
                </a:solidFill>
              </a:rPr>
              <a:t>()</a:t>
            </a:r>
            <a:endParaRPr kumimoji="1" lang="en-US" altLang="ja-JP" b="1" i="1" dirty="0">
              <a:solidFill>
                <a:srgbClr val="FF0000"/>
              </a:solidFill>
            </a:endParaRPr>
          </a:p>
          <a:p>
            <a:r>
              <a:rPr lang="en-US" altLang="ja-JP" dirty="0"/>
              <a:t>To create event flag</a:t>
            </a:r>
            <a:endParaRPr kumimoji="1" lang="ja-JP" altLang="en-US" dirty="0"/>
          </a:p>
        </p:txBody>
      </p:sp>
      <p:sp>
        <p:nvSpPr>
          <p:cNvPr id="22" name="TextBox 21">
            <a:extLst>
              <a:ext uri="{FF2B5EF4-FFF2-40B4-BE49-F238E27FC236}">
                <a16:creationId xmlns:a16="http://schemas.microsoft.com/office/drawing/2014/main" id="{9C506A0D-38F4-091A-2191-A420ADC38985}"/>
              </a:ext>
            </a:extLst>
          </p:cNvPr>
          <p:cNvSpPr txBox="1"/>
          <p:nvPr/>
        </p:nvSpPr>
        <p:spPr>
          <a:xfrm>
            <a:off x="5440679" y="761166"/>
            <a:ext cx="4353315" cy="646331"/>
          </a:xfrm>
          <a:prstGeom prst="rect">
            <a:avLst/>
          </a:prstGeom>
          <a:noFill/>
        </p:spPr>
        <p:txBody>
          <a:bodyPr wrap="square" rtlCol="0">
            <a:spAutoFit/>
          </a:bodyPr>
          <a:lstStyle/>
          <a:p>
            <a:r>
              <a:rPr kumimoji="1" lang="en-US" altLang="ja-JP" b="1" i="1" dirty="0" err="1">
                <a:solidFill>
                  <a:srgbClr val="00B050"/>
                </a:solidFill>
              </a:rPr>
              <a:t>jpn_query_overview</a:t>
            </a:r>
            <a:r>
              <a:rPr kumimoji="1" lang="en-US" altLang="ja-JP" b="1" i="1" dirty="0">
                <a:solidFill>
                  <a:srgbClr val="00B050"/>
                </a:solidFill>
              </a:rPr>
              <a:t>()</a:t>
            </a:r>
            <a:br>
              <a:rPr kumimoji="1" lang="en-US" altLang="ja-JP" b="1" i="1" dirty="0"/>
            </a:br>
            <a:r>
              <a:rPr lang="en-US" altLang="ja-JP" dirty="0"/>
              <a:t>To create ARD for summary information</a:t>
            </a:r>
            <a:endParaRPr kumimoji="1" lang="ja-JP" altLang="en-US" dirty="0"/>
          </a:p>
        </p:txBody>
      </p:sp>
      <p:sp>
        <p:nvSpPr>
          <p:cNvPr id="24" name="TextBox 23">
            <a:extLst>
              <a:ext uri="{FF2B5EF4-FFF2-40B4-BE49-F238E27FC236}">
                <a16:creationId xmlns:a16="http://schemas.microsoft.com/office/drawing/2014/main" id="{B52198BD-4607-3578-0CBE-72121C301824}"/>
              </a:ext>
            </a:extLst>
          </p:cNvPr>
          <p:cNvSpPr txBox="1"/>
          <p:nvPr/>
        </p:nvSpPr>
        <p:spPr>
          <a:xfrm>
            <a:off x="5440680" y="2543663"/>
            <a:ext cx="3364992" cy="646331"/>
          </a:xfrm>
          <a:prstGeom prst="rect">
            <a:avLst/>
          </a:prstGeom>
          <a:noFill/>
        </p:spPr>
        <p:txBody>
          <a:bodyPr wrap="square" rtlCol="0">
            <a:spAutoFit/>
          </a:bodyPr>
          <a:lstStyle/>
          <a:p>
            <a:r>
              <a:rPr kumimoji="1" lang="ja-JP" altLang="en-US" b="1" i="1" dirty="0">
                <a:solidFill>
                  <a:srgbClr val="0070C0"/>
                </a:solidFill>
              </a:rPr>
              <a:t>ｊ</a:t>
            </a:r>
            <a:r>
              <a:rPr kumimoji="1" lang="en-US" altLang="ja-JP" b="1" i="1" dirty="0" err="1">
                <a:solidFill>
                  <a:srgbClr val="0070C0"/>
                </a:solidFill>
              </a:rPr>
              <a:t>pn_query_summary_pt</a:t>
            </a:r>
            <a:endParaRPr kumimoji="1" lang="en-US" altLang="ja-JP" b="1" i="1" dirty="0">
              <a:solidFill>
                <a:srgbClr val="0070C0"/>
              </a:solidFill>
            </a:endParaRPr>
          </a:p>
          <a:p>
            <a:r>
              <a:rPr lang="en-US" altLang="ja-JP" dirty="0"/>
              <a:t>To create ARD for PT summary </a:t>
            </a:r>
            <a:endParaRPr kumimoji="1" lang="ja-JP" altLang="en-US" dirty="0"/>
          </a:p>
        </p:txBody>
      </p:sp>
      <p:sp>
        <p:nvSpPr>
          <p:cNvPr id="25" name="TextBox 24">
            <a:extLst>
              <a:ext uri="{FF2B5EF4-FFF2-40B4-BE49-F238E27FC236}">
                <a16:creationId xmlns:a16="http://schemas.microsoft.com/office/drawing/2014/main" id="{43780D68-129E-8A1E-D5C3-8956BEF05D6A}"/>
              </a:ext>
            </a:extLst>
          </p:cNvPr>
          <p:cNvSpPr txBox="1"/>
          <p:nvPr/>
        </p:nvSpPr>
        <p:spPr>
          <a:xfrm>
            <a:off x="1762700" y="4445014"/>
            <a:ext cx="1997358" cy="923330"/>
          </a:xfrm>
          <a:prstGeom prst="rect">
            <a:avLst/>
          </a:prstGeom>
          <a:noFill/>
        </p:spPr>
        <p:txBody>
          <a:bodyPr wrap="square" rtlCol="0">
            <a:spAutoFit/>
          </a:bodyPr>
          <a:lstStyle/>
          <a:p>
            <a:r>
              <a:rPr lang="en-US" altLang="ja-JP" b="1" i="1" dirty="0" err="1">
                <a:solidFill>
                  <a:srgbClr val="FF0000"/>
                </a:solidFill>
              </a:rPr>
              <a:t>make_ae_type</a:t>
            </a:r>
            <a:r>
              <a:rPr lang="en-US" altLang="ja-JP" b="1" i="1" dirty="0">
                <a:solidFill>
                  <a:srgbClr val="FF0000"/>
                </a:solidFill>
              </a:rPr>
              <a:t>()</a:t>
            </a:r>
            <a:endParaRPr kumimoji="1" lang="en-US" altLang="ja-JP" b="1" i="1" dirty="0">
              <a:solidFill>
                <a:srgbClr val="FF0000"/>
              </a:solidFill>
            </a:endParaRPr>
          </a:p>
          <a:p>
            <a:r>
              <a:rPr lang="en-US" altLang="ja-JP" dirty="0"/>
              <a:t>To create event flag</a:t>
            </a:r>
            <a:endParaRPr kumimoji="1" lang="ja-JP" altLang="en-US" dirty="0"/>
          </a:p>
        </p:txBody>
      </p:sp>
      <p:sp>
        <p:nvSpPr>
          <p:cNvPr id="26" name="TextBox 25">
            <a:extLst>
              <a:ext uri="{FF2B5EF4-FFF2-40B4-BE49-F238E27FC236}">
                <a16:creationId xmlns:a16="http://schemas.microsoft.com/office/drawing/2014/main" id="{A7C03C2F-3A76-7C1C-3921-67C1A4AE4F71}"/>
              </a:ext>
            </a:extLst>
          </p:cNvPr>
          <p:cNvSpPr txBox="1"/>
          <p:nvPr/>
        </p:nvSpPr>
        <p:spPr>
          <a:xfrm>
            <a:off x="5376286" y="4328005"/>
            <a:ext cx="4353315" cy="646331"/>
          </a:xfrm>
          <a:prstGeom prst="rect">
            <a:avLst/>
          </a:prstGeom>
          <a:noFill/>
        </p:spPr>
        <p:txBody>
          <a:bodyPr wrap="square" rtlCol="0">
            <a:spAutoFit/>
          </a:bodyPr>
          <a:lstStyle/>
          <a:p>
            <a:r>
              <a:rPr kumimoji="1" lang="en-US" altLang="ja-JP" b="1" i="1" dirty="0" err="1">
                <a:solidFill>
                  <a:srgbClr val="00B050"/>
                </a:solidFill>
              </a:rPr>
              <a:t>jpn_query_overview</a:t>
            </a:r>
            <a:r>
              <a:rPr kumimoji="1" lang="en-US" altLang="ja-JP" b="1" i="1" dirty="0">
                <a:solidFill>
                  <a:srgbClr val="00B050"/>
                </a:solidFill>
              </a:rPr>
              <a:t>()</a:t>
            </a:r>
            <a:br>
              <a:rPr kumimoji="1" lang="en-US" altLang="ja-JP" b="1" i="1" dirty="0">
                <a:solidFill>
                  <a:srgbClr val="00B050"/>
                </a:solidFill>
              </a:rPr>
            </a:br>
            <a:r>
              <a:rPr lang="en-US" altLang="ja-JP" dirty="0"/>
              <a:t>To create ARD for summary information</a:t>
            </a:r>
            <a:endParaRPr kumimoji="1" lang="ja-JP" altLang="en-US" dirty="0"/>
          </a:p>
        </p:txBody>
      </p:sp>
      <p:sp>
        <p:nvSpPr>
          <p:cNvPr id="21" name="Speech Bubble: Rectangle 20">
            <a:extLst>
              <a:ext uri="{FF2B5EF4-FFF2-40B4-BE49-F238E27FC236}">
                <a16:creationId xmlns:a16="http://schemas.microsoft.com/office/drawing/2014/main" id="{3EFD9974-278C-EB58-E0AD-05B13F408B58}"/>
              </a:ext>
            </a:extLst>
          </p:cNvPr>
          <p:cNvSpPr/>
          <p:nvPr/>
        </p:nvSpPr>
        <p:spPr>
          <a:xfrm>
            <a:off x="462013" y="221381"/>
            <a:ext cx="4260121" cy="1645920"/>
          </a:xfrm>
          <a:prstGeom prst="wedgeRectCallout">
            <a:avLst>
              <a:gd name="adj1" fmla="val 26840"/>
              <a:gd name="adj2" fmla="val 7068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Step1: Define the event </a:t>
            </a:r>
            <a:endParaRPr kumimoji="1" lang="ja-JP" altLang="en-US" dirty="0"/>
          </a:p>
        </p:txBody>
      </p:sp>
      <p:sp>
        <p:nvSpPr>
          <p:cNvPr id="23" name="Speech Bubble: Rectangle 22">
            <a:extLst>
              <a:ext uri="{FF2B5EF4-FFF2-40B4-BE49-F238E27FC236}">
                <a16:creationId xmlns:a16="http://schemas.microsoft.com/office/drawing/2014/main" id="{3AF06020-4031-FA3A-A528-09064681D40A}"/>
              </a:ext>
            </a:extLst>
          </p:cNvPr>
          <p:cNvSpPr/>
          <p:nvPr/>
        </p:nvSpPr>
        <p:spPr>
          <a:xfrm>
            <a:off x="1461436" y="4445267"/>
            <a:ext cx="4260121" cy="1645920"/>
          </a:xfrm>
          <a:prstGeom prst="wedgeRectCallout">
            <a:avLst>
              <a:gd name="adj1" fmla="val 41978"/>
              <a:gd name="adj2" fmla="val -1106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Step2: Create ARD</a:t>
            </a:r>
            <a:endParaRPr kumimoji="1" lang="ja-JP" altLang="en-US" dirty="0"/>
          </a:p>
        </p:txBody>
      </p:sp>
      <p:sp>
        <p:nvSpPr>
          <p:cNvPr id="27" name="Speech Bubble: Rectangle 26">
            <a:extLst>
              <a:ext uri="{FF2B5EF4-FFF2-40B4-BE49-F238E27FC236}">
                <a16:creationId xmlns:a16="http://schemas.microsoft.com/office/drawing/2014/main" id="{7DB0A900-E4F6-1B2B-D76F-519CD9CAB0F9}"/>
              </a:ext>
            </a:extLst>
          </p:cNvPr>
          <p:cNvSpPr/>
          <p:nvPr/>
        </p:nvSpPr>
        <p:spPr>
          <a:xfrm>
            <a:off x="7931879" y="610435"/>
            <a:ext cx="4260121" cy="1645920"/>
          </a:xfrm>
          <a:prstGeom prst="wedgeRectCallout">
            <a:avLst>
              <a:gd name="adj1" fmla="val -39360"/>
              <a:gd name="adj2" fmla="val 7945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Step3: Generate outputs from ARD</a:t>
            </a:r>
            <a:endParaRPr kumimoji="1" lang="ja-JP" altLang="en-US" dirty="0"/>
          </a:p>
        </p:txBody>
      </p:sp>
    </p:spTree>
    <p:extLst>
      <p:ext uri="{BB962C8B-B14F-4D97-AF65-F5344CB8AC3E}">
        <p14:creationId xmlns:p14="http://schemas.microsoft.com/office/powerpoint/2010/main" val="3659654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id="{431A5FA9-08F0-8F6C-BDC9-5ED987621400}"/>
              </a:ext>
            </a:extLst>
          </p:cNvPr>
          <p:cNvPicPr>
            <a:picLocks noChangeAspect="1"/>
          </p:cNvPicPr>
          <p:nvPr/>
        </p:nvPicPr>
        <p:blipFill>
          <a:blip r:embed="rId3"/>
          <a:stretch>
            <a:fillRect/>
          </a:stretch>
        </p:blipFill>
        <p:spPr>
          <a:xfrm>
            <a:off x="8683964" y="39703"/>
            <a:ext cx="3284582" cy="1847577"/>
          </a:xfrm>
          <a:prstGeom prst="rect">
            <a:avLst/>
          </a:prstGeom>
        </p:spPr>
      </p:pic>
      <p:sp>
        <p:nvSpPr>
          <p:cNvPr id="2" name="Title 1">
            <a:extLst>
              <a:ext uri="{FF2B5EF4-FFF2-40B4-BE49-F238E27FC236}">
                <a16:creationId xmlns:a16="http://schemas.microsoft.com/office/drawing/2014/main" id="{B3003B8E-2A72-F1A9-3263-AB8F4AD45AAA}"/>
              </a:ext>
            </a:extLst>
          </p:cNvPr>
          <p:cNvSpPr>
            <a:spLocks noGrp="1"/>
          </p:cNvSpPr>
          <p:nvPr>
            <p:ph type="title"/>
          </p:nvPr>
        </p:nvSpPr>
        <p:spPr/>
        <p:txBody>
          <a:bodyPr>
            <a:normAutofit fontScale="90000"/>
          </a:bodyPr>
          <a:lstStyle/>
          <a:p>
            <a:r>
              <a:rPr kumimoji="1" lang="en-US" altLang="ja-JP" dirty="0"/>
              <a:t>Step1: </a:t>
            </a:r>
            <a:r>
              <a:rPr lang="en-US" altLang="ja-JP" dirty="0"/>
              <a:t>Define the event </a:t>
            </a:r>
            <a:br>
              <a:rPr lang="en-US" altLang="ja-JP" dirty="0"/>
            </a:br>
            <a:r>
              <a:rPr lang="en-US" altLang="ja-JP" dirty="0" err="1"/>
              <a:t>make_ae_type</a:t>
            </a:r>
            <a:endParaRPr kumimoji="1" lang="ja-JP" altLang="en-US" dirty="0"/>
          </a:p>
        </p:txBody>
      </p:sp>
      <p:sp>
        <p:nvSpPr>
          <p:cNvPr id="3" name="Content Placeholder 2">
            <a:extLst>
              <a:ext uri="{FF2B5EF4-FFF2-40B4-BE49-F238E27FC236}">
                <a16:creationId xmlns:a16="http://schemas.microsoft.com/office/drawing/2014/main" id="{F8DDE687-6942-6F5D-83C9-26A17F1FA3BF}"/>
              </a:ext>
            </a:extLst>
          </p:cNvPr>
          <p:cNvSpPr>
            <a:spLocks noGrp="1"/>
          </p:cNvSpPr>
          <p:nvPr>
            <p:ph idx="1"/>
          </p:nvPr>
        </p:nvSpPr>
        <p:spPr>
          <a:xfrm>
            <a:off x="604839" y="1560443"/>
            <a:ext cx="9721416" cy="3743077"/>
          </a:xfrm>
        </p:spPr>
        <p:txBody>
          <a:bodyPr/>
          <a:lstStyle/>
          <a:p>
            <a:pPr>
              <a:lnSpc>
                <a:spcPct val="100000"/>
              </a:lnSpc>
            </a:pPr>
            <a:r>
              <a:rPr lang="en-US" altLang="ja-JP" dirty="0"/>
              <a:t>Define conditions for target AEs and display labels for tables</a:t>
            </a:r>
          </a:p>
          <a:p>
            <a:pPr>
              <a:lnSpc>
                <a:spcPct val="100000"/>
              </a:lnSpc>
            </a:pPr>
            <a:r>
              <a:rPr lang="en-US" altLang="ja-JP" dirty="0"/>
              <a:t>Create an object of class </a:t>
            </a:r>
            <a:r>
              <a:rPr lang="en-US" altLang="ja-JP" dirty="0" err="1"/>
              <a:t>ae_type</a:t>
            </a:r>
            <a:r>
              <a:rPr lang="en-US" altLang="ja-JP" dirty="0"/>
              <a:t> (essentially a list)</a:t>
            </a:r>
          </a:p>
          <a:p>
            <a:pPr>
              <a:lnSpc>
                <a:spcPct val="100000"/>
              </a:lnSpc>
            </a:pPr>
            <a:r>
              <a:rPr lang="en-US" altLang="ja-JP" dirty="0"/>
              <a:t>Pass this object as an argument to subsequent functions for flexible analysis</a:t>
            </a:r>
          </a:p>
        </p:txBody>
      </p:sp>
      <p:sp>
        <p:nvSpPr>
          <p:cNvPr id="4" name="Footer Placeholder 3">
            <a:extLst>
              <a:ext uri="{FF2B5EF4-FFF2-40B4-BE49-F238E27FC236}">
                <a16:creationId xmlns:a16="http://schemas.microsoft.com/office/drawing/2014/main" id="{F54F1AB3-ECFE-7D4B-AD36-146F9388C4CA}"/>
              </a:ext>
            </a:extLst>
          </p:cNvPr>
          <p:cNvSpPr>
            <a:spLocks noGrp="1"/>
          </p:cNvSpPr>
          <p:nvPr>
            <p:ph type="ftr" sz="quarter" idx="11"/>
          </p:nvPr>
        </p:nvSpPr>
        <p:spPr/>
        <p:txBody>
          <a:bodyPr/>
          <a:lstStyle/>
          <a:p>
            <a:r>
              <a:rPr lang="en-US" noProof="0"/>
              <a:t>Insert menu &gt; Header &amp; Footer button</a:t>
            </a:r>
          </a:p>
        </p:txBody>
      </p:sp>
      <p:sp>
        <p:nvSpPr>
          <p:cNvPr id="7" name="TextBox 6">
            <a:extLst>
              <a:ext uri="{FF2B5EF4-FFF2-40B4-BE49-F238E27FC236}">
                <a16:creationId xmlns:a16="http://schemas.microsoft.com/office/drawing/2014/main" id="{82C2308F-0E8E-3DDE-3D70-EC87E986C9D6}"/>
              </a:ext>
            </a:extLst>
          </p:cNvPr>
          <p:cNvSpPr txBox="1"/>
          <p:nvPr/>
        </p:nvSpPr>
        <p:spPr>
          <a:xfrm>
            <a:off x="604838" y="3173869"/>
            <a:ext cx="8214458" cy="1542511"/>
          </a:xfrm>
          <a:prstGeom prst="rect">
            <a:avLst/>
          </a:prstGeom>
          <a:solidFill>
            <a:schemeClr val="accent4">
              <a:lumMod val="20000"/>
              <a:lumOff val="80000"/>
            </a:schemeClr>
          </a:solidFill>
          <a:ln>
            <a:solidFill>
              <a:schemeClr val="tx1"/>
            </a:solidFill>
          </a:ln>
        </p:spPr>
        <p:txBody>
          <a:bodyPr wrap="square" lIns="0" tIns="0" rIns="0" bIns="0" rtlCol="0">
            <a:normAutofit/>
          </a:bodyPr>
          <a:lstStyle/>
          <a:p>
            <a:pPr algn="l" latinLnBrk="1">
              <a:buNone/>
            </a:pPr>
            <a:r>
              <a:rPr lang="en-US" altLang="ja-JP" b="0" i="0" dirty="0">
                <a:solidFill>
                  <a:srgbClr val="0000FF"/>
                </a:solidFill>
                <a:effectLst/>
                <a:latin typeface="Lucida Console" panose="020B0609040504020204" pitchFamily="49" charset="0"/>
              </a:rPr>
              <a:t>&gt; </a:t>
            </a:r>
            <a:r>
              <a:rPr lang="en-US" altLang="ja-JP" b="0" i="0" dirty="0" err="1">
                <a:solidFill>
                  <a:srgbClr val="0000FF"/>
                </a:solidFill>
                <a:effectLst/>
                <a:latin typeface="Lucida Console" panose="020B0609040504020204" pitchFamily="49" charset="0"/>
              </a:rPr>
              <a:t>make_ae_type</a:t>
            </a:r>
            <a:r>
              <a:rPr lang="en-US" altLang="ja-JP" b="0" i="0" dirty="0">
                <a:solidFill>
                  <a:srgbClr val="0000FF"/>
                </a:solidFill>
                <a:effectLst/>
                <a:latin typeface="Lucida Console" panose="020B0609040504020204" pitchFamily="49" charset="0"/>
              </a:rPr>
              <a:t>("aeg3", "AE &gt;= Grade 3",expr(AEGRD == "Y"))</a:t>
            </a:r>
          </a:p>
          <a:p>
            <a:pPr algn="l" latinLnBrk="1">
              <a:buNone/>
            </a:pPr>
            <a:r>
              <a:rPr lang="en-US" altLang="ja-JP" b="0" i="0" dirty="0" err="1">
                <a:solidFill>
                  <a:srgbClr val="000000"/>
                </a:solidFill>
                <a:effectLst/>
                <a:latin typeface="Lucida Console" panose="020B0609040504020204" pitchFamily="49" charset="0"/>
              </a:rPr>
              <a:t>ae_type</a:t>
            </a:r>
            <a:endParaRPr lang="en-US" altLang="ja-JP" b="0" i="0" dirty="0">
              <a:solidFill>
                <a:srgbClr val="000000"/>
              </a:solidFill>
              <a:effectLst/>
              <a:latin typeface="Lucida Console" panose="020B0609040504020204" pitchFamily="49" charset="0"/>
            </a:endParaRPr>
          </a:p>
          <a:p>
            <a:pPr algn="l" latinLnBrk="1">
              <a:buNone/>
            </a:pPr>
            <a:r>
              <a:rPr lang="en-US" altLang="ja-JP" b="0" i="0" dirty="0">
                <a:solidFill>
                  <a:srgbClr val="000000"/>
                </a:solidFill>
                <a:effectLst/>
                <a:latin typeface="Lucida Console" panose="020B0609040504020204" pitchFamily="49" charset="0"/>
              </a:rPr>
              <a:t>  id: aeg3</a:t>
            </a:r>
          </a:p>
          <a:p>
            <a:pPr algn="l" latinLnBrk="1">
              <a:buNone/>
            </a:pPr>
            <a:r>
              <a:rPr lang="en-US" altLang="ja-JP" b="0" i="0" dirty="0">
                <a:solidFill>
                  <a:srgbClr val="000000"/>
                </a:solidFill>
                <a:effectLst/>
                <a:latin typeface="Lucida Console" panose="020B0609040504020204" pitchFamily="49" charset="0"/>
              </a:rPr>
              <a:t>  label: AE &gt;= Grade 3</a:t>
            </a:r>
          </a:p>
          <a:p>
            <a:pPr algn="l" latinLnBrk="1">
              <a:buNone/>
            </a:pPr>
            <a:r>
              <a:rPr lang="en-US" altLang="ja-JP" b="0" i="0" dirty="0">
                <a:solidFill>
                  <a:srgbClr val="000000"/>
                </a:solidFill>
                <a:effectLst/>
                <a:latin typeface="Lucida Console" panose="020B0609040504020204" pitchFamily="49" charset="0"/>
              </a:rPr>
              <a:t>  condition: AEGRD == "Y"</a:t>
            </a:r>
          </a:p>
          <a:p>
            <a:pPr algn="l">
              <a:lnSpc>
                <a:spcPct val="95000"/>
              </a:lnSpc>
            </a:pPr>
            <a:endParaRPr kumimoji="1" lang="ja-JP" altLang="en-US" b="1" dirty="0"/>
          </a:p>
        </p:txBody>
      </p:sp>
      <p:sp>
        <p:nvSpPr>
          <p:cNvPr id="10" name="TextBox 9">
            <a:extLst>
              <a:ext uri="{FF2B5EF4-FFF2-40B4-BE49-F238E27FC236}">
                <a16:creationId xmlns:a16="http://schemas.microsoft.com/office/drawing/2014/main" id="{FC4669ED-9B78-DA29-81F4-C2905F157D5E}"/>
              </a:ext>
            </a:extLst>
          </p:cNvPr>
          <p:cNvSpPr txBox="1"/>
          <p:nvPr/>
        </p:nvSpPr>
        <p:spPr>
          <a:xfrm>
            <a:off x="604838" y="4873741"/>
            <a:ext cx="8214458" cy="1619388"/>
          </a:xfrm>
          <a:prstGeom prst="rect">
            <a:avLst/>
          </a:prstGeom>
          <a:solidFill>
            <a:schemeClr val="accent4">
              <a:lumMod val="20000"/>
              <a:lumOff val="80000"/>
            </a:schemeClr>
          </a:solidFill>
          <a:ln>
            <a:solidFill>
              <a:schemeClr val="tx1"/>
            </a:solidFill>
          </a:ln>
        </p:spPr>
        <p:txBody>
          <a:bodyPr wrap="square" lIns="0" tIns="0" rIns="0" bIns="0" rtlCol="0">
            <a:normAutofit/>
          </a:bodyPr>
          <a:lstStyle/>
          <a:p>
            <a:pPr algn="l" latinLnBrk="1">
              <a:buNone/>
            </a:pPr>
            <a:r>
              <a:rPr lang="en-US" altLang="ja-JP" sz="1100" b="0" i="0" dirty="0">
                <a:solidFill>
                  <a:srgbClr val="0000FF"/>
                </a:solidFill>
                <a:effectLst/>
                <a:latin typeface="Lucida Console" panose="020B0609040504020204" pitchFamily="49" charset="0"/>
              </a:rPr>
              <a:t>&gt; </a:t>
            </a:r>
            <a:r>
              <a:rPr lang="en-US" altLang="ja-JP" sz="1100" b="0" i="0" dirty="0" err="1">
                <a:solidFill>
                  <a:srgbClr val="0000FF"/>
                </a:solidFill>
                <a:effectLst/>
                <a:latin typeface="Lucida Console" panose="020B0609040504020204" pitchFamily="49" charset="0"/>
              </a:rPr>
              <a:t>ae_types</a:t>
            </a:r>
            <a:r>
              <a:rPr lang="en-US" altLang="ja-JP" sz="1100" b="0" i="0" dirty="0">
                <a:solidFill>
                  <a:srgbClr val="0000FF"/>
                </a:solidFill>
                <a:effectLst/>
                <a:latin typeface="Lucida Console" panose="020B0609040504020204" pitchFamily="49" charset="0"/>
              </a:rPr>
              <a:t> &lt;- list(</a:t>
            </a:r>
          </a:p>
          <a:p>
            <a:pPr algn="l" latinLnBrk="1">
              <a:buNone/>
            </a:pPr>
            <a:r>
              <a:rPr lang="en-US" altLang="ja-JP" sz="1100" b="0" i="0" dirty="0">
                <a:solidFill>
                  <a:srgbClr val="0000FF"/>
                </a:solidFill>
                <a:effectLst/>
                <a:latin typeface="Lucida Console" panose="020B0609040504020204" pitchFamily="49" charset="0"/>
              </a:rPr>
              <a:t>+   </a:t>
            </a:r>
            <a:r>
              <a:rPr lang="en-US" altLang="ja-JP" sz="1100" b="0" i="0" dirty="0" err="1">
                <a:solidFill>
                  <a:srgbClr val="0000FF"/>
                </a:solidFill>
                <a:effectLst/>
                <a:latin typeface="Lucida Console" panose="020B0609040504020204" pitchFamily="49" charset="0"/>
              </a:rPr>
              <a:t>make_ae_type</a:t>
            </a:r>
            <a:r>
              <a:rPr lang="en-US" altLang="ja-JP" sz="1100" b="0" i="0" dirty="0">
                <a:solidFill>
                  <a:srgbClr val="0000FF"/>
                </a:solidFill>
                <a:effectLst/>
                <a:latin typeface="Lucida Console" panose="020B0609040504020204" pitchFamily="49" charset="0"/>
              </a:rPr>
              <a:t>("</a:t>
            </a:r>
            <a:r>
              <a:rPr lang="en-US" altLang="ja-JP" sz="1100" b="0" i="0" dirty="0" err="1">
                <a:solidFill>
                  <a:srgbClr val="0000FF"/>
                </a:solidFill>
                <a:effectLst/>
                <a:latin typeface="Lucida Console" panose="020B0609040504020204" pitchFamily="49" charset="0"/>
              </a:rPr>
              <a:t>any_ae</a:t>
            </a:r>
            <a:r>
              <a:rPr lang="en-US" altLang="ja-JP" sz="1100" b="0" i="0" dirty="0">
                <a:solidFill>
                  <a:srgbClr val="0000FF"/>
                </a:solidFill>
                <a:effectLst/>
                <a:latin typeface="Lucida Console" panose="020B0609040504020204" pitchFamily="49" charset="0"/>
              </a:rPr>
              <a:t>",   "Any AE",                       expr(TRUE)),</a:t>
            </a:r>
          </a:p>
          <a:p>
            <a:pPr algn="l" latinLnBrk="1">
              <a:buNone/>
            </a:pPr>
            <a:r>
              <a:rPr lang="en-US" altLang="ja-JP" sz="1100" b="0" i="0" dirty="0">
                <a:solidFill>
                  <a:srgbClr val="0000FF"/>
                </a:solidFill>
                <a:effectLst/>
                <a:latin typeface="Lucida Console" panose="020B0609040504020204" pitchFamily="49" charset="0"/>
              </a:rPr>
              <a:t>+   </a:t>
            </a:r>
            <a:r>
              <a:rPr lang="en-US" altLang="ja-JP" sz="1100" b="0" i="0" dirty="0" err="1">
                <a:solidFill>
                  <a:srgbClr val="0000FF"/>
                </a:solidFill>
                <a:effectLst/>
                <a:latin typeface="Lucida Console" panose="020B0609040504020204" pitchFamily="49" charset="0"/>
              </a:rPr>
              <a:t>make_ae_type</a:t>
            </a:r>
            <a:r>
              <a:rPr lang="en-US" altLang="ja-JP" sz="1100" b="0" i="0" dirty="0">
                <a:solidFill>
                  <a:srgbClr val="0000FF"/>
                </a:solidFill>
                <a:effectLst/>
                <a:latin typeface="Lucida Console" panose="020B0609040504020204" pitchFamily="49" charset="0"/>
              </a:rPr>
              <a:t>("aeg3",     "AE &gt;= Grade 3",                expr(AEGRD == "Y")),</a:t>
            </a:r>
          </a:p>
          <a:p>
            <a:pPr algn="l" latinLnBrk="1">
              <a:buNone/>
            </a:pPr>
            <a:r>
              <a:rPr lang="en-US" altLang="ja-JP" sz="1100" b="0" i="0" dirty="0">
                <a:solidFill>
                  <a:srgbClr val="0000FF"/>
                </a:solidFill>
                <a:effectLst/>
                <a:latin typeface="Lucida Console" panose="020B0609040504020204" pitchFamily="49" charset="0"/>
              </a:rPr>
              <a:t>+   </a:t>
            </a:r>
            <a:r>
              <a:rPr lang="en-US" altLang="ja-JP" sz="1100" b="0" i="0" dirty="0" err="1">
                <a:solidFill>
                  <a:srgbClr val="0000FF"/>
                </a:solidFill>
                <a:effectLst/>
                <a:latin typeface="Lucida Console" panose="020B0609040504020204" pitchFamily="49" charset="0"/>
              </a:rPr>
              <a:t>make_ae_type</a:t>
            </a:r>
            <a:r>
              <a:rPr lang="en-US" altLang="ja-JP" sz="1100" b="0" i="0" dirty="0">
                <a:solidFill>
                  <a:srgbClr val="0000FF"/>
                </a:solidFill>
                <a:effectLst/>
                <a:latin typeface="Lucida Console" panose="020B0609040504020204" pitchFamily="49" charset="0"/>
              </a:rPr>
              <a:t>("</a:t>
            </a:r>
            <a:r>
              <a:rPr lang="en-US" altLang="ja-JP" sz="1100" b="0" i="0" dirty="0" err="1">
                <a:solidFill>
                  <a:srgbClr val="0000FF"/>
                </a:solidFill>
                <a:effectLst/>
                <a:latin typeface="Lucida Console" panose="020B0609040504020204" pitchFamily="49" charset="0"/>
              </a:rPr>
              <a:t>sae</a:t>
            </a:r>
            <a:r>
              <a:rPr lang="en-US" altLang="ja-JP" sz="1100" b="0" i="0" dirty="0">
                <a:solidFill>
                  <a:srgbClr val="0000FF"/>
                </a:solidFill>
                <a:effectLst/>
                <a:latin typeface="Lucida Console" panose="020B0609040504020204" pitchFamily="49" charset="0"/>
              </a:rPr>
              <a:t>",      "Any SAE",                      expr(AESER == "Y")),</a:t>
            </a:r>
          </a:p>
          <a:p>
            <a:pPr algn="l" latinLnBrk="1">
              <a:buNone/>
            </a:pPr>
            <a:r>
              <a:rPr lang="en-US" altLang="ja-JP" sz="1100" b="0" i="0" dirty="0">
                <a:solidFill>
                  <a:srgbClr val="0000FF"/>
                </a:solidFill>
                <a:effectLst/>
                <a:latin typeface="Lucida Console" panose="020B0609040504020204" pitchFamily="49" charset="0"/>
              </a:rPr>
              <a:t>+   </a:t>
            </a:r>
            <a:r>
              <a:rPr lang="en-US" altLang="ja-JP" sz="1100" b="0" i="0" dirty="0" err="1">
                <a:solidFill>
                  <a:srgbClr val="0000FF"/>
                </a:solidFill>
                <a:effectLst/>
                <a:latin typeface="Lucida Console" panose="020B0609040504020204" pitchFamily="49" charset="0"/>
              </a:rPr>
              <a:t>make_ae_type</a:t>
            </a:r>
            <a:r>
              <a:rPr lang="en-US" altLang="ja-JP" sz="1100" b="0" i="0" dirty="0">
                <a:solidFill>
                  <a:srgbClr val="0000FF"/>
                </a:solidFill>
                <a:effectLst/>
                <a:latin typeface="Lucida Console" panose="020B0609040504020204" pitchFamily="49" charset="0"/>
              </a:rPr>
              <a:t>("fatal",    "Fatal SAEs",                   expr(AESER == "Y" &amp; AEFAT == "Y")),</a:t>
            </a:r>
          </a:p>
          <a:p>
            <a:pPr algn="l" latinLnBrk="1">
              <a:buNone/>
            </a:pPr>
            <a:r>
              <a:rPr lang="en-US" altLang="ja-JP" sz="1100" b="0" i="0" dirty="0">
                <a:solidFill>
                  <a:srgbClr val="0000FF"/>
                </a:solidFill>
                <a:effectLst/>
                <a:latin typeface="Lucida Console" panose="020B0609040504020204" pitchFamily="49" charset="0"/>
              </a:rPr>
              <a:t>+   </a:t>
            </a:r>
            <a:r>
              <a:rPr lang="en-US" altLang="ja-JP" sz="1100" b="0" i="0" dirty="0" err="1">
                <a:solidFill>
                  <a:srgbClr val="0000FF"/>
                </a:solidFill>
                <a:effectLst/>
                <a:latin typeface="Lucida Console" panose="020B0609040504020204" pitchFamily="49" charset="0"/>
              </a:rPr>
              <a:t>make_ae_type</a:t>
            </a:r>
            <a:r>
              <a:rPr lang="en-US" altLang="ja-JP" sz="1100" b="0" i="0" dirty="0">
                <a:solidFill>
                  <a:srgbClr val="0000FF"/>
                </a:solidFill>
                <a:effectLst/>
                <a:latin typeface="Lucida Console" panose="020B0609040504020204" pitchFamily="49" charset="0"/>
              </a:rPr>
              <a:t>("disc",     "AE leads drug withdraw",       expr(AEDISCON == "Y")),</a:t>
            </a:r>
          </a:p>
          <a:p>
            <a:pPr algn="l" latinLnBrk="1">
              <a:buNone/>
            </a:pPr>
            <a:r>
              <a:rPr lang="en-US" altLang="ja-JP" sz="1100" b="0" i="0" dirty="0">
                <a:solidFill>
                  <a:srgbClr val="0000FF"/>
                </a:solidFill>
                <a:effectLst/>
                <a:latin typeface="Lucida Console" panose="020B0609040504020204" pitchFamily="49" charset="0"/>
              </a:rPr>
              <a:t>+   </a:t>
            </a:r>
            <a:r>
              <a:rPr lang="en-US" altLang="ja-JP" sz="1100" b="0" i="0" dirty="0" err="1">
                <a:solidFill>
                  <a:srgbClr val="0000FF"/>
                </a:solidFill>
                <a:effectLst/>
                <a:latin typeface="Lucida Console" panose="020B0609040504020204" pitchFamily="49" charset="0"/>
              </a:rPr>
              <a:t>make_ae_type</a:t>
            </a:r>
            <a:r>
              <a:rPr lang="en-US" altLang="ja-JP" sz="1100" b="0" i="0" dirty="0">
                <a:solidFill>
                  <a:srgbClr val="0000FF"/>
                </a:solidFill>
                <a:effectLst/>
                <a:latin typeface="Lucida Console" panose="020B0609040504020204" pitchFamily="49" charset="0"/>
              </a:rPr>
              <a:t>("</a:t>
            </a:r>
            <a:r>
              <a:rPr lang="en-US" altLang="ja-JP" sz="1100" b="0" i="0" dirty="0" err="1">
                <a:solidFill>
                  <a:srgbClr val="0000FF"/>
                </a:solidFill>
                <a:effectLst/>
                <a:latin typeface="Lucida Console" panose="020B0609040504020204" pitchFamily="49" charset="0"/>
              </a:rPr>
              <a:t>itrr</a:t>
            </a:r>
            <a:r>
              <a:rPr lang="en-US" altLang="ja-JP" sz="1100" b="0" i="0" dirty="0">
                <a:solidFill>
                  <a:srgbClr val="0000FF"/>
                </a:solidFill>
                <a:effectLst/>
                <a:latin typeface="Lucida Console" panose="020B0609040504020204" pitchFamily="49" charset="0"/>
              </a:rPr>
              <a:t>",     "AE leads drug interrupt",      expr(AEITRR == "Y")),</a:t>
            </a:r>
          </a:p>
          <a:p>
            <a:pPr algn="l" latinLnBrk="1">
              <a:buNone/>
            </a:pPr>
            <a:r>
              <a:rPr lang="en-US" altLang="ja-JP" sz="1100" b="0" i="0" dirty="0">
                <a:solidFill>
                  <a:srgbClr val="0000FF"/>
                </a:solidFill>
                <a:effectLst/>
                <a:latin typeface="Lucida Console" panose="020B0609040504020204" pitchFamily="49" charset="0"/>
              </a:rPr>
              <a:t>+   </a:t>
            </a:r>
            <a:r>
              <a:rPr lang="en-US" altLang="ja-JP" sz="1100" b="0" i="0" dirty="0" err="1">
                <a:solidFill>
                  <a:srgbClr val="0000FF"/>
                </a:solidFill>
                <a:effectLst/>
                <a:latin typeface="Lucida Console" panose="020B0609040504020204" pitchFamily="49" charset="0"/>
              </a:rPr>
              <a:t>make_ae_type</a:t>
            </a:r>
            <a:r>
              <a:rPr lang="en-US" altLang="ja-JP" sz="1100" b="0" i="0" dirty="0">
                <a:solidFill>
                  <a:srgbClr val="0000FF"/>
                </a:solidFill>
                <a:effectLst/>
                <a:latin typeface="Lucida Console" panose="020B0609040504020204" pitchFamily="49" charset="0"/>
              </a:rPr>
              <a:t>("</a:t>
            </a:r>
            <a:r>
              <a:rPr lang="en-US" altLang="ja-JP" sz="1100" b="0" i="0" dirty="0" err="1">
                <a:solidFill>
                  <a:srgbClr val="0000FF"/>
                </a:solidFill>
                <a:effectLst/>
                <a:latin typeface="Lucida Console" panose="020B0609040504020204" pitchFamily="49" charset="0"/>
              </a:rPr>
              <a:t>redu</a:t>
            </a:r>
            <a:r>
              <a:rPr lang="en-US" altLang="ja-JP" sz="1100" b="0" i="0" dirty="0">
                <a:solidFill>
                  <a:srgbClr val="0000FF"/>
                </a:solidFill>
                <a:effectLst/>
                <a:latin typeface="Lucida Console" panose="020B0609040504020204" pitchFamily="49" charset="0"/>
              </a:rPr>
              <a:t>",     "AE leads to dose reduction",   expr(AEREDUCE == "Y"))</a:t>
            </a:r>
          </a:p>
          <a:p>
            <a:pPr algn="l" latinLnBrk="1">
              <a:buNone/>
            </a:pPr>
            <a:r>
              <a:rPr lang="en-US" altLang="ja-JP" sz="1100" b="0" i="0" dirty="0">
                <a:solidFill>
                  <a:srgbClr val="0000FF"/>
                </a:solidFill>
                <a:effectLst/>
                <a:latin typeface="Lucida Console" panose="020B0609040504020204" pitchFamily="49" charset="0"/>
              </a:rPr>
              <a:t>+ )</a:t>
            </a:r>
            <a:endParaRPr lang="en-US" altLang="ja-JP" sz="1100" b="0" i="0" dirty="0">
              <a:solidFill>
                <a:srgbClr val="000000"/>
              </a:solidFill>
              <a:effectLst/>
              <a:latin typeface="Lucida Console" panose="020B0609040504020204" pitchFamily="49" charset="0"/>
            </a:endParaRPr>
          </a:p>
          <a:p>
            <a:pPr algn="l">
              <a:lnSpc>
                <a:spcPct val="95000"/>
              </a:lnSpc>
            </a:pPr>
            <a:endParaRPr kumimoji="1" lang="ja-JP" altLang="en-US" sz="1100" b="1" dirty="0"/>
          </a:p>
        </p:txBody>
      </p:sp>
      <p:sp>
        <p:nvSpPr>
          <p:cNvPr id="12" name="Speech Bubble: Rectangle 11">
            <a:extLst>
              <a:ext uri="{FF2B5EF4-FFF2-40B4-BE49-F238E27FC236}">
                <a16:creationId xmlns:a16="http://schemas.microsoft.com/office/drawing/2014/main" id="{03EBED2A-BD85-125C-9BAE-A6E31CDC04CA}"/>
              </a:ext>
            </a:extLst>
          </p:cNvPr>
          <p:cNvSpPr/>
          <p:nvPr/>
        </p:nvSpPr>
        <p:spPr>
          <a:xfrm>
            <a:off x="7368367" y="3755938"/>
            <a:ext cx="3110447" cy="378372"/>
          </a:xfrm>
          <a:prstGeom prst="wedgeRectCallout">
            <a:avLst>
              <a:gd name="adj1" fmla="val -35545"/>
              <a:gd name="adj2" fmla="val -13749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Condition for this ae type</a:t>
            </a:r>
            <a:endParaRPr kumimoji="1" lang="ja-JP" altLang="en-US" dirty="0"/>
          </a:p>
        </p:txBody>
      </p:sp>
      <p:sp>
        <p:nvSpPr>
          <p:cNvPr id="13" name="Speech Bubble: Rectangle 12">
            <a:extLst>
              <a:ext uri="{FF2B5EF4-FFF2-40B4-BE49-F238E27FC236}">
                <a16:creationId xmlns:a16="http://schemas.microsoft.com/office/drawing/2014/main" id="{F2DFC79B-3241-4CA5-D863-5AE6EE534C21}"/>
              </a:ext>
            </a:extLst>
          </p:cNvPr>
          <p:cNvSpPr/>
          <p:nvPr/>
        </p:nvSpPr>
        <p:spPr>
          <a:xfrm>
            <a:off x="4410479" y="3755938"/>
            <a:ext cx="2517061" cy="378372"/>
          </a:xfrm>
          <a:prstGeom prst="wedgeRectCallout">
            <a:avLst>
              <a:gd name="adj1" fmla="val -31369"/>
              <a:gd name="adj2" fmla="val -12638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Label to be displayed</a:t>
            </a:r>
            <a:endParaRPr kumimoji="1" lang="ja-JP" altLang="en-US" dirty="0"/>
          </a:p>
        </p:txBody>
      </p:sp>
      <p:sp>
        <p:nvSpPr>
          <p:cNvPr id="5" name="TextBox 4">
            <a:extLst>
              <a:ext uri="{FF2B5EF4-FFF2-40B4-BE49-F238E27FC236}">
                <a16:creationId xmlns:a16="http://schemas.microsoft.com/office/drawing/2014/main" id="{9620F1EE-3B80-063D-A025-CAB5EE9E253B}"/>
              </a:ext>
            </a:extLst>
          </p:cNvPr>
          <p:cNvSpPr txBox="1"/>
          <p:nvPr/>
        </p:nvSpPr>
        <p:spPr>
          <a:xfrm>
            <a:off x="9045081" y="233430"/>
            <a:ext cx="606391" cy="1412256"/>
          </a:xfrm>
          <a:prstGeom prst="rect">
            <a:avLst/>
          </a:prstGeom>
          <a:noFill/>
          <a:ln w="38100">
            <a:solidFill>
              <a:srgbClr val="FF0000"/>
            </a:solidFill>
          </a:ln>
        </p:spPr>
        <p:txBody>
          <a:bodyPr wrap="square" lIns="0" tIns="0" rIns="0" bIns="0" rtlCol="0">
            <a:normAutofit/>
          </a:bodyPr>
          <a:lstStyle/>
          <a:p>
            <a:pPr algn="l">
              <a:lnSpc>
                <a:spcPct val="95000"/>
              </a:lnSpc>
            </a:pPr>
            <a:endParaRPr kumimoji="1" lang="ja-JP" altLang="en-US" sz="1000" b="1" dirty="0"/>
          </a:p>
        </p:txBody>
      </p:sp>
    </p:spTree>
    <p:extLst>
      <p:ext uri="{BB962C8B-B14F-4D97-AF65-F5344CB8AC3E}">
        <p14:creationId xmlns:p14="http://schemas.microsoft.com/office/powerpoint/2010/main" val="34788951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8C624-1E59-3EA9-D2FF-85230D54477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1567BF9-954F-8646-3500-4B19C8719465}"/>
              </a:ext>
            </a:extLst>
          </p:cNvPr>
          <p:cNvPicPr>
            <a:picLocks noChangeAspect="1"/>
          </p:cNvPicPr>
          <p:nvPr/>
        </p:nvPicPr>
        <p:blipFill>
          <a:blip r:embed="rId3"/>
          <a:stretch>
            <a:fillRect/>
          </a:stretch>
        </p:blipFill>
        <p:spPr>
          <a:xfrm>
            <a:off x="8683964" y="39703"/>
            <a:ext cx="3284582" cy="1847577"/>
          </a:xfrm>
          <a:prstGeom prst="rect">
            <a:avLst/>
          </a:prstGeom>
        </p:spPr>
      </p:pic>
      <p:sp>
        <p:nvSpPr>
          <p:cNvPr id="2" name="Title 1">
            <a:extLst>
              <a:ext uri="{FF2B5EF4-FFF2-40B4-BE49-F238E27FC236}">
                <a16:creationId xmlns:a16="http://schemas.microsoft.com/office/drawing/2014/main" id="{9BBC5CBB-ECBE-53D9-1FF5-97CCC06FE243}"/>
              </a:ext>
            </a:extLst>
          </p:cNvPr>
          <p:cNvSpPr>
            <a:spLocks noGrp="1"/>
          </p:cNvSpPr>
          <p:nvPr>
            <p:ph type="title"/>
          </p:nvPr>
        </p:nvSpPr>
        <p:spPr/>
        <p:txBody>
          <a:bodyPr>
            <a:normAutofit fontScale="90000"/>
          </a:bodyPr>
          <a:lstStyle/>
          <a:p>
            <a:r>
              <a:rPr kumimoji="1" lang="en-US" altLang="ja-JP" dirty="0"/>
              <a:t>Step2: </a:t>
            </a:r>
            <a:r>
              <a:rPr lang="en-US" altLang="ja-JP" dirty="0"/>
              <a:t>Create ARD</a:t>
            </a:r>
            <a:br>
              <a:rPr lang="en-US" altLang="ja-JP" dirty="0"/>
            </a:br>
            <a:r>
              <a:rPr lang="en-US" altLang="ja-JP" dirty="0" err="1"/>
              <a:t>jpn_query_overview</a:t>
            </a:r>
            <a:r>
              <a:rPr lang="en-US" altLang="ja-JP" dirty="0"/>
              <a:t>/</a:t>
            </a:r>
            <a:r>
              <a:rPr lang="ja-JP" altLang="en-US" dirty="0"/>
              <a:t>ｊ</a:t>
            </a:r>
            <a:r>
              <a:rPr lang="en-US" altLang="ja-JP" dirty="0" err="1"/>
              <a:t>pn_query_summary_pt</a:t>
            </a:r>
            <a:endParaRPr kumimoji="1" lang="ja-JP" altLang="en-US" dirty="0"/>
          </a:p>
        </p:txBody>
      </p:sp>
      <p:sp>
        <p:nvSpPr>
          <p:cNvPr id="3" name="Content Placeholder 2">
            <a:extLst>
              <a:ext uri="{FF2B5EF4-FFF2-40B4-BE49-F238E27FC236}">
                <a16:creationId xmlns:a16="http://schemas.microsoft.com/office/drawing/2014/main" id="{A7E1B1B7-4B22-5216-1F57-8FAF2F0EFA2D}"/>
              </a:ext>
            </a:extLst>
          </p:cNvPr>
          <p:cNvSpPr>
            <a:spLocks noGrp="1"/>
          </p:cNvSpPr>
          <p:nvPr>
            <p:ph idx="1"/>
          </p:nvPr>
        </p:nvSpPr>
        <p:spPr>
          <a:xfrm>
            <a:off x="604839" y="1560443"/>
            <a:ext cx="5207382" cy="4889201"/>
          </a:xfrm>
        </p:spPr>
        <p:txBody>
          <a:bodyPr/>
          <a:lstStyle/>
          <a:p>
            <a:r>
              <a:rPr lang="en-US" altLang="ja-JP" dirty="0" err="1"/>
              <a:t>jpn_query_overview</a:t>
            </a:r>
            <a:r>
              <a:rPr lang="en-US" altLang="ja-JP" dirty="0"/>
              <a:t>()</a:t>
            </a:r>
          </a:p>
          <a:p>
            <a:pPr lvl="3"/>
            <a:r>
              <a:rPr lang="en-US" altLang="ja-JP" dirty="0"/>
              <a:t>Function to Generate ARD for AE Overview</a:t>
            </a:r>
          </a:p>
          <a:p>
            <a:endParaRPr lang="en-US" altLang="ja-JP" dirty="0"/>
          </a:p>
          <a:p>
            <a:endParaRPr lang="en-US" altLang="ja-JP" dirty="0"/>
          </a:p>
          <a:p>
            <a:r>
              <a:rPr lang="ja-JP" altLang="en-US" dirty="0"/>
              <a:t>ｊ</a:t>
            </a:r>
            <a:r>
              <a:rPr lang="en-US" altLang="ja-JP" dirty="0" err="1"/>
              <a:t>pn_query_summary_pt</a:t>
            </a:r>
            <a:r>
              <a:rPr lang="en-US" altLang="ja-JP" dirty="0"/>
              <a:t>()</a:t>
            </a:r>
          </a:p>
          <a:p>
            <a:pPr lvl="3"/>
            <a:r>
              <a:rPr lang="en-US" altLang="ja-JP" dirty="0"/>
              <a:t>Function to Generate ARD for AE by PT</a:t>
            </a:r>
          </a:p>
          <a:p>
            <a:pPr lvl="3"/>
            <a:endParaRPr lang="en-US" altLang="ja-JP" dirty="0"/>
          </a:p>
          <a:p>
            <a:pPr lvl="3"/>
            <a:endParaRPr lang="en-US" altLang="ja-JP" dirty="0"/>
          </a:p>
          <a:p>
            <a:pPr lvl="3"/>
            <a:endParaRPr lang="en-US" altLang="ja-JP" dirty="0"/>
          </a:p>
          <a:p>
            <a:pPr marL="222250" lvl="3" indent="0">
              <a:buNone/>
            </a:pPr>
            <a:endParaRPr lang="en-US" altLang="ja-JP" dirty="0"/>
          </a:p>
          <a:p>
            <a:pPr marL="222250" lvl="3" indent="0">
              <a:buNone/>
            </a:pPr>
            <a:r>
              <a:rPr lang="en-US" altLang="ja-JP" dirty="0"/>
              <a:t>Both functions internally use {cards}.</a:t>
            </a:r>
          </a:p>
        </p:txBody>
      </p:sp>
      <p:sp>
        <p:nvSpPr>
          <p:cNvPr id="4" name="Footer Placeholder 3">
            <a:extLst>
              <a:ext uri="{FF2B5EF4-FFF2-40B4-BE49-F238E27FC236}">
                <a16:creationId xmlns:a16="http://schemas.microsoft.com/office/drawing/2014/main" id="{93361441-A0CE-C267-F066-1F5618008862}"/>
              </a:ext>
            </a:extLst>
          </p:cNvPr>
          <p:cNvSpPr>
            <a:spLocks noGrp="1"/>
          </p:cNvSpPr>
          <p:nvPr>
            <p:ph type="ftr" sz="quarter" idx="11"/>
          </p:nvPr>
        </p:nvSpPr>
        <p:spPr/>
        <p:txBody>
          <a:bodyPr/>
          <a:lstStyle/>
          <a:p>
            <a:r>
              <a:rPr lang="en-US" noProof="0"/>
              <a:t>Insert menu &gt; Header &amp; Footer button</a:t>
            </a:r>
          </a:p>
        </p:txBody>
      </p:sp>
      <p:sp>
        <p:nvSpPr>
          <p:cNvPr id="5" name="TextBox 4">
            <a:extLst>
              <a:ext uri="{FF2B5EF4-FFF2-40B4-BE49-F238E27FC236}">
                <a16:creationId xmlns:a16="http://schemas.microsoft.com/office/drawing/2014/main" id="{BCD22CC3-56A1-5AF1-6175-187E1E39FCF6}"/>
              </a:ext>
            </a:extLst>
          </p:cNvPr>
          <p:cNvSpPr txBox="1"/>
          <p:nvPr/>
        </p:nvSpPr>
        <p:spPr>
          <a:xfrm>
            <a:off x="10118844" y="173812"/>
            <a:ext cx="1173445" cy="1543395"/>
          </a:xfrm>
          <a:prstGeom prst="rect">
            <a:avLst/>
          </a:prstGeom>
          <a:noFill/>
          <a:ln w="38100">
            <a:solidFill>
              <a:srgbClr val="FF0000"/>
            </a:solidFill>
          </a:ln>
        </p:spPr>
        <p:txBody>
          <a:bodyPr wrap="square" lIns="0" tIns="0" rIns="0" bIns="0" rtlCol="0">
            <a:normAutofit/>
          </a:bodyPr>
          <a:lstStyle/>
          <a:p>
            <a:pPr algn="l">
              <a:lnSpc>
                <a:spcPct val="95000"/>
              </a:lnSpc>
            </a:pPr>
            <a:endParaRPr kumimoji="1" lang="ja-JP" altLang="en-US" sz="1000" b="1" dirty="0"/>
          </a:p>
        </p:txBody>
      </p:sp>
      <p:pic>
        <p:nvPicPr>
          <p:cNvPr id="10" name="Picture 9">
            <a:extLst>
              <a:ext uri="{FF2B5EF4-FFF2-40B4-BE49-F238E27FC236}">
                <a16:creationId xmlns:a16="http://schemas.microsoft.com/office/drawing/2014/main" id="{E3D33246-4FC8-1C24-C719-136C8FF354A4}"/>
              </a:ext>
            </a:extLst>
          </p:cNvPr>
          <p:cNvPicPr>
            <a:picLocks noChangeAspect="1"/>
          </p:cNvPicPr>
          <p:nvPr/>
        </p:nvPicPr>
        <p:blipFill>
          <a:blip r:embed="rId4"/>
          <a:stretch>
            <a:fillRect/>
          </a:stretch>
        </p:blipFill>
        <p:spPr>
          <a:xfrm>
            <a:off x="6003789" y="2003511"/>
            <a:ext cx="4564751" cy="1589574"/>
          </a:xfrm>
          <a:prstGeom prst="rect">
            <a:avLst/>
          </a:prstGeom>
          <a:ln>
            <a:solidFill>
              <a:schemeClr val="accent1"/>
            </a:solidFill>
          </a:ln>
        </p:spPr>
      </p:pic>
      <p:pic>
        <p:nvPicPr>
          <p:cNvPr id="11" name="Picture 10">
            <a:extLst>
              <a:ext uri="{FF2B5EF4-FFF2-40B4-BE49-F238E27FC236}">
                <a16:creationId xmlns:a16="http://schemas.microsoft.com/office/drawing/2014/main" id="{2B47EB50-9B4F-DDCD-FCC7-1BE37E543D5A}"/>
              </a:ext>
            </a:extLst>
          </p:cNvPr>
          <p:cNvPicPr>
            <a:picLocks noChangeAspect="1"/>
          </p:cNvPicPr>
          <p:nvPr/>
        </p:nvPicPr>
        <p:blipFill>
          <a:blip r:embed="rId5"/>
          <a:srcRect b="34173"/>
          <a:stretch>
            <a:fillRect/>
          </a:stretch>
        </p:blipFill>
        <p:spPr>
          <a:xfrm>
            <a:off x="6003789" y="3879388"/>
            <a:ext cx="4066110" cy="2337794"/>
          </a:xfrm>
          <a:prstGeom prst="rect">
            <a:avLst/>
          </a:prstGeom>
          <a:ln>
            <a:solidFill>
              <a:schemeClr val="accent1"/>
            </a:solidFill>
          </a:ln>
        </p:spPr>
      </p:pic>
    </p:spTree>
    <p:extLst>
      <p:ext uri="{BB962C8B-B14F-4D97-AF65-F5344CB8AC3E}">
        <p14:creationId xmlns:p14="http://schemas.microsoft.com/office/powerpoint/2010/main" val="9434545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5AA21-11C8-9E44-174A-C321ED61B3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B35E57-9ADB-BAAF-BC4C-7A920E326E13}"/>
              </a:ext>
            </a:extLst>
          </p:cNvPr>
          <p:cNvSpPr>
            <a:spLocks noGrp="1"/>
          </p:cNvSpPr>
          <p:nvPr>
            <p:ph type="title"/>
          </p:nvPr>
        </p:nvSpPr>
        <p:spPr/>
        <p:txBody>
          <a:bodyPr>
            <a:normAutofit fontScale="90000"/>
          </a:bodyPr>
          <a:lstStyle/>
          <a:p>
            <a:r>
              <a:rPr kumimoji="1" lang="en-US" altLang="ja-JP" dirty="0"/>
              <a:t>Step2: </a:t>
            </a:r>
            <a:r>
              <a:rPr lang="en-US" altLang="ja-JP" dirty="0"/>
              <a:t>Create ARD </a:t>
            </a:r>
            <a:br>
              <a:rPr lang="en-US" altLang="ja-JP" dirty="0"/>
            </a:br>
            <a:r>
              <a:rPr lang="en-US" altLang="ja-JP" dirty="0"/>
              <a:t>ex) </a:t>
            </a:r>
            <a:r>
              <a:rPr lang="en-US" altLang="ja-JP" dirty="0" err="1"/>
              <a:t>jpn_query_overview</a:t>
            </a:r>
            <a:endParaRPr kumimoji="1" lang="ja-JP" altLang="en-US" dirty="0"/>
          </a:p>
        </p:txBody>
      </p:sp>
      <p:sp>
        <p:nvSpPr>
          <p:cNvPr id="3" name="Content Placeholder 2">
            <a:extLst>
              <a:ext uri="{FF2B5EF4-FFF2-40B4-BE49-F238E27FC236}">
                <a16:creationId xmlns:a16="http://schemas.microsoft.com/office/drawing/2014/main" id="{BA581AFF-0568-F9D6-E7F8-85AAC2B0A49A}"/>
              </a:ext>
            </a:extLst>
          </p:cNvPr>
          <p:cNvSpPr>
            <a:spLocks noGrp="1"/>
          </p:cNvSpPr>
          <p:nvPr>
            <p:ph idx="1"/>
          </p:nvPr>
        </p:nvSpPr>
        <p:spPr>
          <a:xfrm>
            <a:off x="604838" y="1560443"/>
            <a:ext cx="9963701" cy="4889201"/>
          </a:xfrm>
        </p:spPr>
        <p:txBody>
          <a:bodyPr/>
          <a:lstStyle/>
          <a:p>
            <a:r>
              <a:rPr lang="en-US" altLang="ja-JP" dirty="0" err="1"/>
              <a:t>jpn_query_overview</a:t>
            </a:r>
            <a:r>
              <a:rPr lang="en-US" altLang="ja-JP" dirty="0"/>
              <a:t>()</a:t>
            </a:r>
          </a:p>
          <a:p>
            <a:pPr marL="0" indent="0">
              <a:buNone/>
            </a:pPr>
            <a:endParaRPr lang="en-US" altLang="ja-JP" dirty="0"/>
          </a:p>
          <a:p>
            <a:endParaRPr lang="en-US" altLang="ja-JP" dirty="0"/>
          </a:p>
          <a:p>
            <a:endParaRPr lang="en-US" altLang="ja-JP" dirty="0"/>
          </a:p>
        </p:txBody>
      </p:sp>
      <p:sp>
        <p:nvSpPr>
          <p:cNvPr id="4" name="Footer Placeholder 3">
            <a:extLst>
              <a:ext uri="{FF2B5EF4-FFF2-40B4-BE49-F238E27FC236}">
                <a16:creationId xmlns:a16="http://schemas.microsoft.com/office/drawing/2014/main" id="{0A57162C-215A-9801-60CB-BF66F14196DF}"/>
              </a:ext>
            </a:extLst>
          </p:cNvPr>
          <p:cNvSpPr>
            <a:spLocks noGrp="1"/>
          </p:cNvSpPr>
          <p:nvPr>
            <p:ph type="ftr" sz="quarter" idx="11"/>
          </p:nvPr>
        </p:nvSpPr>
        <p:spPr/>
        <p:txBody>
          <a:bodyPr/>
          <a:lstStyle/>
          <a:p>
            <a:r>
              <a:rPr lang="en-US" noProof="0"/>
              <a:t>Insert menu &gt; Header &amp; Footer button</a:t>
            </a:r>
          </a:p>
        </p:txBody>
      </p:sp>
      <p:sp>
        <p:nvSpPr>
          <p:cNvPr id="6" name="TextBox 5">
            <a:extLst>
              <a:ext uri="{FF2B5EF4-FFF2-40B4-BE49-F238E27FC236}">
                <a16:creationId xmlns:a16="http://schemas.microsoft.com/office/drawing/2014/main" id="{A50FF419-6651-5F85-8DD8-A7C4C761BAFD}"/>
              </a:ext>
            </a:extLst>
          </p:cNvPr>
          <p:cNvSpPr txBox="1"/>
          <p:nvPr/>
        </p:nvSpPr>
        <p:spPr>
          <a:xfrm>
            <a:off x="447182" y="2229195"/>
            <a:ext cx="5816984" cy="1533509"/>
          </a:xfrm>
          <a:prstGeom prst="rect">
            <a:avLst/>
          </a:prstGeom>
          <a:solidFill>
            <a:schemeClr val="accent4">
              <a:lumMod val="20000"/>
              <a:lumOff val="80000"/>
            </a:schemeClr>
          </a:solidFill>
          <a:ln>
            <a:solidFill>
              <a:schemeClr val="tx1"/>
            </a:solidFill>
          </a:ln>
        </p:spPr>
        <p:txBody>
          <a:bodyPr wrap="square" lIns="0" tIns="0" rIns="0" bIns="0" rtlCol="0">
            <a:normAutofit lnSpcReduction="10000"/>
          </a:bodyPr>
          <a:lstStyle/>
          <a:p>
            <a:pPr algn="l" latinLnBrk="1">
              <a:buNone/>
            </a:pPr>
            <a:r>
              <a:rPr lang="en-US" altLang="ja-JP" b="0" i="0" dirty="0">
                <a:solidFill>
                  <a:srgbClr val="0000FF"/>
                </a:solidFill>
                <a:effectLst/>
                <a:latin typeface="Lucida Console" panose="020B0609040504020204" pitchFamily="49" charset="0"/>
              </a:rPr>
              <a:t>&gt; </a:t>
            </a:r>
            <a:r>
              <a:rPr lang="en-US" altLang="ja-JP" b="0" i="0" dirty="0" err="1">
                <a:solidFill>
                  <a:srgbClr val="0000FF"/>
                </a:solidFill>
                <a:effectLst/>
                <a:latin typeface="Lucida Console" panose="020B0609040504020204" pitchFamily="49" charset="0"/>
              </a:rPr>
              <a:t>jpn_query_overview</a:t>
            </a:r>
            <a:r>
              <a:rPr lang="en-US" altLang="ja-JP" b="0" i="0" dirty="0">
                <a:solidFill>
                  <a:srgbClr val="0000FF"/>
                </a:solidFill>
                <a:effectLst/>
                <a:latin typeface="Lucida Console" panose="020B0609040504020204" pitchFamily="49" charset="0"/>
              </a:rPr>
              <a:t>(</a:t>
            </a:r>
          </a:p>
          <a:p>
            <a:pPr algn="l" latinLnBrk="1">
              <a:buNone/>
            </a:pPr>
            <a:r>
              <a:rPr lang="en-US" altLang="ja-JP" b="0" i="0" dirty="0">
                <a:solidFill>
                  <a:srgbClr val="0000FF"/>
                </a:solidFill>
                <a:effectLst/>
                <a:latin typeface="Lucida Console" panose="020B0609040504020204" pitchFamily="49" charset="0"/>
              </a:rPr>
              <a:t>+   data = </a:t>
            </a:r>
            <a:r>
              <a:rPr lang="en-US" altLang="ja-JP" b="0" i="0" dirty="0" err="1">
                <a:solidFill>
                  <a:srgbClr val="0000FF"/>
                </a:solidFill>
                <a:effectLst/>
                <a:latin typeface="Lucida Console" panose="020B0609040504020204" pitchFamily="49" charset="0"/>
              </a:rPr>
              <a:t>adae</a:t>
            </a:r>
            <a:r>
              <a:rPr lang="en-US" altLang="ja-JP" b="0" i="0" dirty="0">
                <a:solidFill>
                  <a:srgbClr val="0000FF"/>
                </a:solidFill>
                <a:effectLst/>
                <a:latin typeface="Lucida Console" panose="020B0609040504020204" pitchFamily="49" charset="0"/>
              </a:rPr>
              <a:t>,</a:t>
            </a:r>
          </a:p>
          <a:p>
            <a:pPr algn="l" latinLnBrk="1">
              <a:buNone/>
            </a:pPr>
            <a:r>
              <a:rPr lang="en-US" altLang="ja-JP" b="0" i="0" dirty="0">
                <a:solidFill>
                  <a:srgbClr val="0000FF"/>
                </a:solidFill>
                <a:effectLst/>
                <a:latin typeface="Lucida Console" panose="020B0609040504020204" pitchFamily="49" charset="0"/>
              </a:rPr>
              <a:t>+   </a:t>
            </a:r>
            <a:r>
              <a:rPr lang="en-US" altLang="ja-JP" dirty="0">
                <a:solidFill>
                  <a:srgbClr val="0000FF"/>
                </a:solidFill>
                <a:latin typeface="Lucida Console" panose="020B0609040504020204" pitchFamily="49" charset="0"/>
              </a:rPr>
              <a:t>denominator</a:t>
            </a:r>
            <a:r>
              <a:rPr lang="en-US" altLang="ja-JP" b="0" i="0" dirty="0">
                <a:solidFill>
                  <a:srgbClr val="0000FF"/>
                </a:solidFill>
                <a:effectLst/>
                <a:latin typeface="Lucida Console" panose="020B0609040504020204" pitchFamily="49" charset="0"/>
              </a:rPr>
              <a:t> = </a:t>
            </a:r>
            <a:r>
              <a:rPr lang="en-US" altLang="ja-JP" b="0" i="0" dirty="0" err="1">
                <a:solidFill>
                  <a:srgbClr val="0000FF"/>
                </a:solidFill>
                <a:effectLst/>
                <a:latin typeface="Lucida Console" panose="020B0609040504020204" pitchFamily="49" charset="0"/>
              </a:rPr>
              <a:t>adsl</a:t>
            </a:r>
            <a:r>
              <a:rPr lang="en-US" altLang="ja-JP" b="0" i="0" dirty="0">
                <a:solidFill>
                  <a:srgbClr val="0000FF"/>
                </a:solidFill>
                <a:effectLst/>
                <a:latin typeface="Lucida Console" panose="020B0609040504020204" pitchFamily="49" charset="0"/>
              </a:rPr>
              <a:t>,</a:t>
            </a:r>
          </a:p>
          <a:p>
            <a:pPr algn="l" latinLnBrk="1">
              <a:buNone/>
            </a:pPr>
            <a:r>
              <a:rPr lang="en-US" altLang="ja-JP" b="0" i="0" dirty="0">
                <a:solidFill>
                  <a:srgbClr val="0000FF"/>
                </a:solidFill>
                <a:effectLst/>
                <a:latin typeface="Lucida Console" panose="020B0609040504020204" pitchFamily="49" charset="0"/>
              </a:rPr>
              <a:t>+   </a:t>
            </a:r>
            <a:r>
              <a:rPr lang="en-US" altLang="ja-JP" b="0" i="0" dirty="0" err="1">
                <a:solidFill>
                  <a:srgbClr val="0000FF"/>
                </a:solidFill>
                <a:effectLst/>
                <a:latin typeface="Lucida Console" panose="020B0609040504020204" pitchFamily="49" charset="0"/>
              </a:rPr>
              <a:t>ae_types</a:t>
            </a:r>
            <a:r>
              <a:rPr lang="en-US" altLang="ja-JP" b="0" i="0" dirty="0">
                <a:solidFill>
                  <a:srgbClr val="0000FF"/>
                </a:solidFill>
                <a:effectLst/>
                <a:latin typeface="Lucida Console" panose="020B0609040504020204" pitchFamily="49" charset="0"/>
              </a:rPr>
              <a:t> = </a:t>
            </a:r>
            <a:r>
              <a:rPr lang="en-US" altLang="ja-JP" b="0" i="0" dirty="0" err="1">
                <a:solidFill>
                  <a:srgbClr val="0000FF"/>
                </a:solidFill>
                <a:effectLst/>
                <a:latin typeface="Lucida Console" panose="020B0609040504020204" pitchFamily="49" charset="0"/>
              </a:rPr>
              <a:t>ae_types</a:t>
            </a:r>
            <a:r>
              <a:rPr lang="en-US" altLang="ja-JP" b="0" i="0" dirty="0">
                <a:solidFill>
                  <a:srgbClr val="0000FF"/>
                </a:solidFill>
                <a:effectLst/>
                <a:latin typeface="Lucida Console" panose="020B0609040504020204" pitchFamily="49" charset="0"/>
              </a:rPr>
              <a:t>,</a:t>
            </a:r>
          </a:p>
          <a:p>
            <a:pPr algn="l" latinLnBrk="1">
              <a:buNone/>
            </a:pPr>
            <a:r>
              <a:rPr lang="en-US" altLang="ja-JP" b="0" i="0" dirty="0">
                <a:solidFill>
                  <a:srgbClr val="0000FF"/>
                </a:solidFill>
                <a:effectLst/>
                <a:latin typeface="Lucida Console" panose="020B0609040504020204" pitchFamily="49" charset="0"/>
              </a:rPr>
              <a:t>+   by = TRT01A</a:t>
            </a:r>
          </a:p>
          <a:p>
            <a:pPr algn="l" latinLnBrk="1">
              <a:buNone/>
            </a:pPr>
            <a:r>
              <a:rPr lang="en-US" altLang="ja-JP" b="0" i="0" dirty="0">
                <a:solidFill>
                  <a:srgbClr val="0000FF"/>
                </a:solidFill>
                <a:effectLst/>
                <a:latin typeface="Lucida Console" panose="020B0609040504020204" pitchFamily="49" charset="0"/>
              </a:rPr>
              <a:t>+ )</a:t>
            </a:r>
            <a:endParaRPr lang="en-US" altLang="ja-JP" b="0" i="0" dirty="0">
              <a:solidFill>
                <a:srgbClr val="000000"/>
              </a:solidFill>
              <a:effectLst/>
              <a:latin typeface="Lucida Console" panose="020B0609040504020204" pitchFamily="49" charset="0"/>
            </a:endParaRPr>
          </a:p>
        </p:txBody>
      </p:sp>
      <p:pic>
        <p:nvPicPr>
          <p:cNvPr id="12" name="Picture 11">
            <a:extLst>
              <a:ext uri="{FF2B5EF4-FFF2-40B4-BE49-F238E27FC236}">
                <a16:creationId xmlns:a16="http://schemas.microsoft.com/office/drawing/2014/main" id="{923A3C98-6C0D-2B41-EFFD-9F64C6596608}"/>
              </a:ext>
            </a:extLst>
          </p:cNvPr>
          <p:cNvPicPr>
            <a:picLocks noChangeAspect="1"/>
          </p:cNvPicPr>
          <p:nvPr/>
        </p:nvPicPr>
        <p:blipFill>
          <a:blip r:embed="rId3"/>
          <a:stretch>
            <a:fillRect/>
          </a:stretch>
        </p:blipFill>
        <p:spPr>
          <a:xfrm>
            <a:off x="6540039" y="2229195"/>
            <a:ext cx="5047123" cy="2962915"/>
          </a:xfrm>
          <a:prstGeom prst="rect">
            <a:avLst/>
          </a:prstGeom>
          <a:ln>
            <a:solidFill>
              <a:schemeClr val="accent1"/>
            </a:solidFill>
          </a:ln>
        </p:spPr>
      </p:pic>
      <p:pic>
        <p:nvPicPr>
          <p:cNvPr id="9" name="Picture 8">
            <a:extLst>
              <a:ext uri="{FF2B5EF4-FFF2-40B4-BE49-F238E27FC236}">
                <a16:creationId xmlns:a16="http://schemas.microsoft.com/office/drawing/2014/main" id="{781F76AF-BA7C-AE11-8917-77F293BE98F7}"/>
              </a:ext>
            </a:extLst>
          </p:cNvPr>
          <p:cNvPicPr>
            <a:picLocks noChangeAspect="1"/>
          </p:cNvPicPr>
          <p:nvPr/>
        </p:nvPicPr>
        <p:blipFill>
          <a:blip r:embed="rId4"/>
          <a:stretch>
            <a:fillRect/>
          </a:stretch>
        </p:blipFill>
        <p:spPr>
          <a:xfrm>
            <a:off x="8683964" y="39703"/>
            <a:ext cx="3284582" cy="1847577"/>
          </a:xfrm>
          <a:prstGeom prst="rect">
            <a:avLst/>
          </a:prstGeom>
        </p:spPr>
      </p:pic>
      <p:sp>
        <p:nvSpPr>
          <p:cNvPr id="10" name="TextBox 9">
            <a:extLst>
              <a:ext uri="{FF2B5EF4-FFF2-40B4-BE49-F238E27FC236}">
                <a16:creationId xmlns:a16="http://schemas.microsoft.com/office/drawing/2014/main" id="{FD72FD13-134E-E9EF-8818-F13942B0EE94}"/>
              </a:ext>
            </a:extLst>
          </p:cNvPr>
          <p:cNvSpPr txBox="1"/>
          <p:nvPr/>
        </p:nvSpPr>
        <p:spPr>
          <a:xfrm>
            <a:off x="10118844" y="173812"/>
            <a:ext cx="1173445" cy="1543395"/>
          </a:xfrm>
          <a:prstGeom prst="rect">
            <a:avLst/>
          </a:prstGeom>
          <a:noFill/>
          <a:ln w="38100">
            <a:solidFill>
              <a:srgbClr val="FF0000"/>
            </a:solidFill>
          </a:ln>
        </p:spPr>
        <p:txBody>
          <a:bodyPr wrap="square" lIns="0" tIns="0" rIns="0" bIns="0" rtlCol="0">
            <a:normAutofit/>
          </a:bodyPr>
          <a:lstStyle/>
          <a:p>
            <a:pPr algn="l">
              <a:lnSpc>
                <a:spcPct val="95000"/>
              </a:lnSpc>
            </a:pPr>
            <a:endParaRPr kumimoji="1" lang="ja-JP" altLang="en-US" sz="1000" b="1" dirty="0"/>
          </a:p>
        </p:txBody>
      </p:sp>
    </p:spTree>
    <p:extLst>
      <p:ext uri="{BB962C8B-B14F-4D97-AF65-F5344CB8AC3E}">
        <p14:creationId xmlns:p14="http://schemas.microsoft.com/office/powerpoint/2010/main" val="1533173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095FC-8677-3190-7F83-3B0F26E508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3B5018-38D1-408F-B68F-D5215AB7C21E}"/>
              </a:ext>
            </a:extLst>
          </p:cNvPr>
          <p:cNvSpPr>
            <a:spLocks noGrp="1"/>
          </p:cNvSpPr>
          <p:nvPr>
            <p:ph type="title"/>
          </p:nvPr>
        </p:nvSpPr>
        <p:spPr/>
        <p:txBody>
          <a:bodyPr>
            <a:normAutofit/>
          </a:bodyPr>
          <a:lstStyle/>
          <a:p>
            <a:r>
              <a:rPr kumimoji="1" lang="en-US" altLang="ja-JP" dirty="0"/>
              <a:t>Step3: </a:t>
            </a:r>
            <a:r>
              <a:rPr lang="en-US" altLang="ja-JP" dirty="0"/>
              <a:t>Create outputs from ARD </a:t>
            </a:r>
            <a:endParaRPr kumimoji="1" lang="ja-JP" altLang="en-US" dirty="0"/>
          </a:p>
        </p:txBody>
      </p:sp>
      <p:sp>
        <p:nvSpPr>
          <p:cNvPr id="3" name="Content Placeholder 2">
            <a:extLst>
              <a:ext uri="{FF2B5EF4-FFF2-40B4-BE49-F238E27FC236}">
                <a16:creationId xmlns:a16="http://schemas.microsoft.com/office/drawing/2014/main" id="{EEAE57A8-D3D5-B7AD-3212-E8124C11E0A5}"/>
              </a:ext>
            </a:extLst>
          </p:cNvPr>
          <p:cNvSpPr>
            <a:spLocks noGrp="1"/>
          </p:cNvSpPr>
          <p:nvPr>
            <p:ph idx="1"/>
          </p:nvPr>
        </p:nvSpPr>
        <p:spPr>
          <a:xfrm>
            <a:off x="604839" y="1560443"/>
            <a:ext cx="9721416" cy="3743077"/>
          </a:xfrm>
        </p:spPr>
        <p:txBody>
          <a:bodyPr>
            <a:normAutofit/>
          </a:bodyPr>
          <a:lstStyle/>
          <a:p>
            <a:r>
              <a:rPr lang="en-US" altLang="ja-JP" dirty="0"/>
              <a:t>Provide template program to generate table from ARD </a:t>
            </a:r>
            <a:br>
              <a:rPr lang="en-US" altLang="ja-JP" dirty="0"/>
            </a:br>
            <a:r>
              <a:rPr lang="en-US" altLang="ja-JP" dirty="0"/>
              <a:t>instead of functions for flexible modification in actual queries.</a:t>
            </a:r>
          </a:p>
          <a:p>
            <a:r>
              <a:rPr lang="en-US" altLang="ja-JP" dirty="0"/>
              <a:t>Generate Output from ARD using: </a:t>
            </a:r>
          </a:p>
          <a:p>
            <a:pPr lvl="1"/>
            <a:r>
              <a:rPr lang="en-US" altLang="ja-JP" dirty="0"/>
              <a:t>{</a:t>
            </a:r>
            <a:r>
              <a:rPr lang="en-US" altLang="ja-JP" dirty="0" err="1"/>
              <a:t>gt</a:t>
            </a:r>
            <a:r>
              <a:rPr lang="en-US" altLang="ja-JP" dirty="0"/>
              <a:t>}</a:t>
            </a:r>
          </a:p>
          <a:p>
            <a:pPr lvl="1"/>
            <a:r>
              <a:rPr lang="en-US" altLang="ja-JP" dirty="0"/>
              <a:t>{</a:t>
            </a:r>
            <a:r>
              <a:rPr lang="en-US" altLang="ja-JP" dirty="0" err="1"/>
              <a:t>gtsummary</a:t>
            </a:r>
            <a:r>
              <a:rPr lang="en-US" altLang="ja-JP" dirty="0"/>
              <a:t>}</a:t>
            </a:r>
          </a:p>
          <a:p>
            <a:pPr lvl="1"/>
            <a:r>
              <a:rPr lang="en-US" altLang="ja-JP" dirty="0"/>
              <a:t>{</a:t>
            </a:r>
            <a:r>
              <a:rPr lang="en-US" altLang="ja-JP" dirty="0" err="1"/>
              <a:t>tfrmt</a:t>
            </a:r>
            <a:r>
              <a:rPr lang="en-US" altLang="ja-JP" dirty="0"/>
              <a:t>}</a:t>
            </a:r>
          </a:p>
          <a:p>
            <a:r>
              <a:rPr lang="en-US" altLang="ja-JP" dirty="0"/>
              <a:t>Next Slides Will Show Examples Using {</a:t>
            </a:r>
            <a:r>
              <a:rPr lang="en-US" altLang="ja-JP" dirty="0" err="1"/>
              <a:t>tfrmt</a:t>
            </a:r>
            <a:r>
              <a:rPr lang="en-US" altLang="ja-JP" dirty="0"/>
              <a:t>}</a:t>
            </a:r>
          </a:p>
          <a:p>
            <a:pPr lvl="3"/>
            <a:endParaRPr lang="en-US" altLang="ja-JP" dirty="0"/>
          </a:p>
          <a:p>
            <a:pPr lvl="3"/>
            <a:endParaRPr lang="en-US" altLang="ja-JP" dirty="0"/>
          </a:p>
          <a:p>
            <a:pPr marL="0" indent="0">
              <a:buNone/>
            </a:pPr>
            <a:endParaRPr lang="en-US" altLang="ja-JP" dirty="0"/>
          </a:p>
        </p:txBody>
      </p:sp>
      <p:sp>
        <p:nvSpPr>
          <p:cNvPr id="4" name="Footer Placeholder 3">
            <a:extLst>
              <a:ext uri="{FF2B5EF4-FFF2-40B4-BE49-F238E27FC236}">
                <a16:creationId xmlns:a16="http://schemas.microsoft.com/office/drawing/2014/main" id="{C4616AA0-9D07-08E5-9DDF-6AFD355E4D6E}"/>
              </a:ext>
            </a:extLst>
          </p:cNvPr>
          <p:cNvSpPr>
            <a:spLocks noGrp="1"/>
          </p:cNvSpPr>
          <p:nvPr>
            <p:ph type="ftr" sz="quarter" idx="11"/>
          </p:nvPr>
        </p:nvSpPr>
        <p:spPr/>
        <p:txBody>
          <a:bodyPr/>
          <a:lstStyle/>
          <a:p>
            <a:r>
              <a:rPr lang="en-US" noProof="0"/>
              <a:t>Insert menu &gt; Header &amp; Footer button</a:t>
            </a:r>
          </a:p>
        </p:txBody>
      </p:sp>
      <p:pic>
        <p:nvPicPr>
          <p:cNvPr id="6" name="Picture 5">
            <a:extLst>
              <a:ext uri="{FF2B5EF4-FFF2-40B4-BE49-F238E27FC236}">
                <a16:creationId xmlns:a16="http://schemas.microsoft.com/office/drawing/2014/main" id="{C215E6E0-9F9E-C7B4-75B1-8AC2DB1457F4}"/>
              </a:ext>
            </a:extLst>
          </p:cNvPr>
          <p:cNvPicPr>
            <a:picLocks noChangeAspect="1"/>
          </p:cNvPicPr>
          <p:nvPr/>
        </p:nvPicPr>
        <p:blipFill>
          <a:blip r:embed="rId3"/>
          <a:stretch>
            <a:fillRect/>
          </a:stretch>
        </p:blipFill>
        <p:spPr>
          <a:xfrm>
            <a:off x="8683964" y="39703"/>
            <a:ext cx="3284582" cy="1847577"/>
          </a:xfrm>
          <a:prstGeom prst="rect">
            <a:avLst/>
          </a:prstGeom>
        </p:spPr>
      </p:pic>
      <p:sp>
        <p:nvSpPr>
          <p:cNvPr id="5" name="TextBox 4">
            <a:extLst>
              <a:ext uri="{FF2B5EF4-FFF2-40B4-BE49-F238E27FC236}">
                <a16:creationId xmlns:a16="http://schemas.microsoft.com/office/drawing/2014/main" id="{BC8F02D4-802D-0EB0-74C7-6D6A75AFFCF5}"/>
              </a:ext>
            </a:extLst>
          </p:cNvPr>
          <p:cNvSpPr txBox="1"/>
          <p:nvPr/>
        </p:nvSpPr>
        <p:spPr>
          <a:xfrm>
            <a:off x="11226188" y="228356"/>
            <a:ext cx="629966" cy="1521762"/>
          </a:xfrm>
          <a:prstGeom prst="rect">
            <a:avLst/>
          </a:prstGeom>
          <a:noFill/>
          <a:ln w="38100">
            <a:solidFill>
              <a:srgbClr val="FF0000"/>
            </a:solidFill>
          </a:ln>
        </p:spPr>
        <p:txBody>
          <a:bodyPr wrap="square" lIns="0" tIns="0" rIns="0" bIns="0" rtlCol="0">
            <a:normAutofit/>
          </a:bodyPr>
          <a:lstStyle/>
          <a:p>
            <a:pPr algn="l">
              <a:lnSpc>
                <a:spcPct val="95000"/>
              </a:lnSpc>
            </a:pPr>
            <a:endParaRPr kumimoji="1" lang="ja-JP" altLang="en-US" sz="1000" b="1" dirty="0"/>
          </a:p>
        </p:txBody>
      </p:sp>
    </p:spTree>
    <p:extLst>
      <p:ext uri="{BB962C8B-B14F-4D97-AF65-F5344CB8AC3E}">
        <p14:creationId xmlns:p14="http://schemas.microsoft.com/office/powerpoint/2010/main" val="19679370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50453-9D27-1298-C342-065887B5D9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88B3A3-FFE3-220C-EA9A-DE9A171E7C73}"/>
              </a:ext>
            </a:extLst>
          </p:cNvPr>
          <p:cNvSpPr>
            <a:spLocks noGrp="1"/>
          </p:cNvSpPr>
          <p:nvPr>
            <p:ph type="title"/>
          </p:nvPr>
        </p:nvSpPr>
        <p:spPr>
          <a:xfrm>
            <a:off x="604838" y="2827673"/>
            <a:ext cx="9721417" cy="809834"/>
          </a:xfrm>
        </p:spPr>
        <p:txBody>
          <a:bodyPr>
            <a:normAutofit/>
          </a:bodyPr>
          <a:lstStyle/>
          <a:p>
            <a:r>
              <a:rPr kumimoji="1" lang="en-US" altLang="ja-JP" dirty="0"/>
              <a:t>Structure of R package</a:t>
            </a:r>
            <a:endParaRPr kumimoji="1" lang="ja-JP" altLang="en-US" dirty="0"/>
          </a:p>
        </p:txBody>
      </p:sp>
      <p:sp>
        <p:nvSpPr>
          <p:cNvPr id="4" name="Footer Placeholder 3">
            <a:extLst>
              <a:ext uri="{FF2B5EF4-FFF2-40B4-BE49-F238E27FC236}">
                <a16:creationId xmlns:a16="http://schemas.microsoft.com/office/drawing/2014/main" id="{F670451E-66C5-C4AC-0217-54A4ADDF4BB8}"/>
              </a:ext>
            </a:extLst>
          </p:cNvPr>
          <p:cNvSpPr>
            <a:spLocks noGrp="1"/>
          </p:cNvSpPr>
          <p:nvPr>
            <p:ph type="ftr" sz="quarter" idx="11"/>
          </p:nvPr>
        </p:nvSpPr>
        <p:spPr/>
        <p:txBody>
          <a:bodyPr/>
          <a:lstStyle/>
          <a:p>
            <a:r>
              <a:rPr lang="en-US" noProof="0"/>
              <a:t>Insert menu &gt; Header &amp; Footer button</a:t>
            </a:r>
          </a:p>
        </p:txBody>
      </p:sp>
    </p:spTree>
    <p:extLst>
      <p:ext uri="{BB962C8B-B14F-4D97-AF65-F5344CB8AC3E}">
        <p14:creationId xmlns:p14="http://schemas.microsoft.com/office/powerpoint/2010/main" val="8619546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931DC-688C-5C48-209A-844A427062B7}"/>
              </a:ext>
            </a:extLst>
          </p:cNvPr>
          <p:cNvSpPr>
            <a:spLocks noGrp="1"/>
          </p:cNvSpPr>
          <p:nvPr>
            <p:ph type="title"/>
          </p:nvPr>
        </p:nvSpPr>
        <p:spPr/>
        <p:txBody>
          <a:bodyPr/>
          <a:lstStyle/>
          <a:p>
            <a:r>
              <a:rPr kumimoji="1" lang="en-US" altLang="ja-JP" dirty="0"/>
              <a:t>Basic components of R Package</a:t>
            </a:r>
            <a:endParaRPr kumimoji="1" lang="ja-JP" altLang="en-US" dirty="0"/>
          </a:p>
        </p:txBody>
      </p:sp>
      <p:sp>
        <p:nvSpPr>
          <p:cNvPr id="3" name="Content Placeholder 2">
            <a:extLst>
              <a:ext uri="{FF2B5EF4-FFF2-40B4-BE49-F238E27FC236}">
                <a16:creationId xmlns:a16="http://schemas.microsoft.com/office/drawing/2014/main" id="{012863EA-E95E-96EC-CE47-DD11F2948405}"/>
              </a:ext>
            </a:extLst>
          </p:cNvPr>
          <p:cNvSpPr>
            <a:spLocks noGrp="1"/>
          </p:cNvSpPr>
          <p:nvPr>
            <p:ph idx="1"/>
          </p:nvPr>
        </p:nvSpPr>
        <p:spPr/>
        <p:txBody>
          <a:bodyPr>
            <a:normAutofit fontScale="92500" lnSpcReduction="20000"/>
          </a:bodyPr>
          <a:lstStyle/>
          <a:p>
            <a:r>
              <a:rPr lang="en-US" altLang="ja-JP" dirty="0"/>
              <a:t>DESCRIPTION</a:t>
            </a:r>
          </a:p>
          <a:p>
            <a:r>
              <a:rPr lang="en-US" altLang="ja-JP" dirty="0"/>
              <a:t>NAMESPACE</a:t>
            </a:r>
          </a:p>
          <a:p>
            <a:r>
              <a:rPr lang="en-US" altLang="ja-JP" dirty="0"/>
              <a:t>R</a:t>
            </a:r>
          </a:p>
          <a:p>
            <a:r>
              <a:rPr lang="en-US" altLang="ja-JP" dirty="0"/>
              <a:t>README</a:t>
            </a:r>
          </a:p>
          <a:p>
            <a:r>
              <a:rPr lang="en-US" altLang="ja-JP" dirty="0"/>
              <a:t>man</a:t>
            </a:r>
          </a:p>
          <a:p>
            <a:r>
              <a:rPr lang="en-US" altLang="ja-JP" dirty="0"/>
              <a:t>Vignettes</a:t>
            </a:r>
          </a:p>
          <a:p>
            <a:r>
              <a:rPr lang="en-US" altLang="ja-JP" dirty="0"/>
              <a:t>_</a:t>
            </a:r>
            <a:r>
              <a:rPr lang="en-US" altLang="ja-JP" dirty="0" err="1"/>
              <a:t>pkgdown.yml</a:t>
            </a:r>
            <a:endParaRPr lang="en-US" altLang="ja-JP" dirty="0"/>
          </a:p>
          <a:p>
            <a:r>
              <a:rPr lang="en-US" altLang="ja-JP" dirty="0"/>
              <a:t>tests</a:t>
            </a:r>
          </a:p>
          <a:p>
            <a:endParaRPr lang="en-US" altLang="ja-JP" dirty="0"/>
          </a:p>
        </p:txBody>
      </p:sp>
      <p:sp>
        <p:nvSpPr>
          <p:cNvPr id="4" name="Footer Placeholder 3">
            <a:extLst>
              <a:ext uri="{FF2B5EF4-FFF2-40B4-BE49-F238E27FC236}">
                <a16:creationId xmlns:a16="http://schemas.microsoft.com/office/drawing/2014/main" id="{289D84AF-88ED-5BAD-062E-022E9A7536F9}"/>
              </a:ext>
            </a:extLst>
          </p:cNvPr>
          <p:cNvSpPr>
            <a:spLocks noGrp="1"/>
          </p:cNvSpPr>
          <p:nvPr>
            <p:ph type="ftr" sz="quarter" idx="11"/>
          </p:nvPr>
        </p:nvSpPr>
        <p:spPr/>
        <p:txBody>
          <a:bodyPr/>
          <a:lstStyle/>
          <a:p>
            <a:r>
              <a:rPr lang="en-US" noProof="0"/>
              <a:t>Insert menu &gt; Header &amp; Footer button</a:t>
            </a:r>
          </a:p>
        </p:txBody>
      </p:sp>
      <p:pic>
        <p:nvPicPr>
          <p:cNvPr id="6" name="Picture 5">
            <a:extLst>
              <a:ext uri="{FF2B5EF4-FFF2-40B4-BE49-F238E27FC236}">
                <a16:creationId xmlns:a16="http://schemas.microsoft.com/office/drawing/2014/main" id="{948CAB46-8D4C-445E-0E77-7B140AD2D415}"/>
              </a:ext>
            </a:extLst>
          </p:cNvPr>
          <p:cNvPicPr>
            <a:picLocks noChangeAspect="1"/>
          </p:cNvPicPr>
          <p:nvPr/>
        </p:nvPicPr>
        <p:blipFill>
          <a:blip r:embed="rId3"/>
          <a:stretch>
            <a:fillRect/>
          </a:stretch>
        </p:blipFill>
        <p:spPr>
          <a:xfrm>
            <a:off x="4162096" y="1023981"/>
            <a:ext cx="7088656" cy="5258577"/>
          </a:xfrm>
          <a:prstGeom prst="rect">
            <a:avLst/>
          </a:prstGeom>
        </p:spPr>
      </p:pic>
    </p:spTree>
    <p:extLst>
      <p:ext uri="{BB962C8B-B14F-4D97-AF65-F5344CB8AC3E}">
        <p14:creationId xmlns:p14="http://schemas.microsoft.com/office/powerpoint/2010/main" val="32492252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65BC8-2BC8-64A9-64A8-2D8230B3C2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E2D558-5E67-C464-BF89-BE3B9832FB00}"/>
              </a:ext>
            </a:extLst>
          </p:cNvPr>
          <p:cNvSpPr>
            <a:spLocks noGrp="1"/>
          </p:cNvSpPr>
          <p:nvPr>
            <p:ph type="title"/>
          </p:nvPr>
        </p:nvSpPr>
        <p:spPr/>
        <p:txBody>
          <a:bodyPr/>
          <a:lstStyle/>
          <a:p>
            <a:r>
              <a:rPr kumimoji="1" lang="en-US" altLang="ja-JP" dirty="0"/>
              <a:t>Basic components of R Package</a:t>
            </a:r>
            <a:endParaRPr kumimoji="1" lang="ja-JP" altLang="en-US" dirty="0"/>
          </a:p>
        </p:txBody>
      </p:sp>
      <p:sp>
        <p:nvSpPr>
          <p:cNvPr id="3" name="Content Placeholder 2">
            <a:extLst>
              <a:ext uri="{FF2B5EF4-FFF2-40B4-BE49-F238E27FC236}">
                <a16:creationId xmlns:a16="http://schemas.microsoft.com/office/drawing/2014/main" id="{C0DCEFF9-61FD-C90E-8A60-40E4BA7F3BEA}"/>
              </a:ext>
            </a:extLst>
          </p:cNvPr>
          <p:cNvSpPr>
            <a:spLocks noGrp="1"/>
          </p:cNvSpPr>
          <p:nvPr>
            <p:ph idx="1"/>
          </p:nvPr>
        </p:nvSpPr>
        <p:spPr/>
        <p:txBody>
          <a:bodyPr>
            <a:normAutofit fontScale="92500" lnSpcReduction="20000"/>
          </a:bodyPr>
          <a:lstStyle/>
          <a:p>
            <a:r>
              <a:rPr lang="en-US" altLang="ja-JP" dirty="0"/>
              <a:t>DESCRIPTION</a:t>
            </a:r>
          </a:p>
          <a:p>
            <a:r>
              <a:rPr lang="en-US" altLang="ja-JP" dirty="0"/>
              <a:t>NAMESPACE</a:t>
            </a:r>
          </a:p>
          <a:p>
            <a:r>
              <a:rPr lang="en-US" altLang="ja-JP" dirty="0"/>
              <a:t>R</a:t>
            </a:r>
          </a:p>
          <a:p>
            <a:r>
              <a:rPr lang="en-US" altLang="ja-JP" dirty="0"/>
              <a:t>README</a:t>
            </a:r>
          </a:p>
          <a:p>
            <a:r>
              <a:rPr lang="en-US" altLang="ja-JP" dirty="0"/>
              <a:t>man</a:t>
            </a:r>
          </a:p>
          <a:p>
            <a:r>
              <a:rPr lang="en-US" altLang="ja-JP" dirty="0"/>
              <a:t>vignettes</a:t>
            </a:r>
          </a:p>
          <a:p>
            <a:r>
              <a:rPr lang="en-US" altLang="ja-JP" dirty="0"/>
              <a:t>_</a:t>
            </a:r>
            <a:r>
              <a:rPr lang="en-US" altLang="ja-JP" dirty="0" err="1"/>
              <a:t>pkgdown.yml</a:t>
            </a:r>
            <a:endParaRPr lang="en-US" altLang="ja-JP" dirty="0"/>
          </a:p>
          <a:p>
            <a:r>
              <a:rPr lang="en-US" altLang="ja-JP" dirty="0"/>
              <a:t>tests</a:t>
            </a:r>
          </a:p>
          <a:p>
            <a:endParaRPr lang="en-US" altLang="ja-JP" dirty="0"/>
          </a:p>
        </p:txBody>
      </p:sp>
      <p:sp>
        <p:nvSpPr>
          <p:cNvPr id="4" name="Footer Placeholder 3">
            <a:extLst>
              <a:ext uri="{FF2B5EF4-FFF2-40B4-BE49-F238E27FC236}">
                <a16:creationId xmlns:a16="http://schemas.microsoft.com/office/drawing/2014/main" id="{2CB9A15F-1668-62E4-A422-004B0376FD61}"/>
              </a:ext>
            </a:extLst>
          </p:cNvPr>
          <p:cNvSpPr>
            <a:spLocks noGrp="1"/>
          </p:cNvSpPr>
          <p:nvPr>
            <p:ph type="ftr" sz="quarter" idx="11"/>
          </p:nvPr>
        </p:nvSpPr>
        <p:spPr/>
        <p:txBody>
          <a:bodyPr/>
          <a:lstStyle/>
          <a:p>
            <a:r>
              <a:rPr lang="en-US" noProof="0"/>
              <a:t>Insert menu &gt; Header &amp; Footer button</a:t>
            </a:r>
          </a:p>
        </p:txBody>
      </p:sp>
      <p:pic>
        <p:nvPicPr>
          <p:cNvPr id="6" name="Picture 5">
            <a:extLst>
              <a:ext uri="{FF2B5EF4-FFF2-40B4-BE49-F238E27FC236}">
                <a16:creationId xmlns:a16="http://schemas.microsoft.com/office/drawing/2014/main" id="{7B867D0B-2553-23E1-2A79-2D8537208326}"/>
              </a:ext>
            </a:extLst>
          </p:cNvPr>
          <p:cNvPicPr>
            <a:picLocks noChangeAspect="1"/>
          </p:cNvPicPr>
          <p:nvPr/>
        </p:nvPicPr>
        <p:blipFill>
          <a:blip r:embed="rId3"/>
          <a:stretch>
            <a:fillRect/>
          </a:stretch>
        </p:blipFill>
        <p:spPr>
          <a:xfrm>
            <a:off x="4162096" y="1023981"/>
            <a:ext cx="7088656" cy="5258577"/>
          </a:xfrm>
          <a:prstGeom prst="rect">
            <a:avLst/>
          </a:prstGeom>
        </p:spPr>
      </p:pic>
      <p:grpSp>
        <p:nvGrpSpPr>
          <p:cNvPr id="19" name="Group 18">
            <a:extLst>
              <a:ext uri="{FF2B5EF4-FFF2-40B4-BE49-F238E27FC236}">
                <a16:creationId xmlns:a16="http://schemas.microsoft.com/office/drawing/2014/main" id="{F7203DAF-A9A2-4973-1508-38E60C0EEB3E}"/>
              </a:ext>
            </a:extLst>
          </p:cNvPr>
          <p:cNvGrpSpPr/>
          <p:nvPr/>
        </p:nvGrpSpPr>
        <p:grpSpPr>
          <a:xfrm>
            <a:off x="941247" y="1382687"/>
            <a:ext cx="9385008" cy="1170983"/>
            <a:chOff x="941247" y="1382687"/>
            <a:chExt cx="9385008" cy="1170983"/>
          </a:xfrm>
        </p:grpSpPr>
        <p:sp>
          <p:nvSpPr>
            <p:cNvPr id="5" name="Rectangle 4">
              <a:extLst>
                <a:ext uri="{FF2B5EF4-FFF2-40B4-BE49-F238E27FC236}">
                  <a16:creationId xmlns:a16="http://schemas.microsoft.com/office/drawing/2014/main" id="{E289DAE6-67DB-3F07-A553-2E823CFDB2C4}"/>
                </a:ext>
              </a:extLst>
            </p:cNvPr>
            <p:cNvSpPr/>
            <p:nvPr/>
          </p:nvSpPr>
          <p:spPr>
            <a:xfrm>
              <a:off x="941247" y="1513146"/>
              <a:ext cx="2038435" cy="104052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Rectangle 9">
              <a:extLst>
                <a:ext uri="{FF2B5EF4-FFF2-40B4-BE49-F238E27FC236}">
                  <a16:creationId xmlns:a16="http://schemas.microsoft.com/office/drawing/2014/main" id="{125F0623-37B2-4A40-484B-149EF97A66AF}"/>
                </a:ext>
              </a:extLst>
            </p:cNvPr>
            <p:cNvSpPr/>
            <p:nvPr/>
          </p:nvSpPr>
          <p:spPr>
            <a:xfrm>
              <a:off x="4287957" y="1382687"/>
              <a:ext cx="6038298" cy="809834"/>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Package</a:t>
              </a:r>
              <a:r>
                <a:rPr kumimoji="1" lang="ja-JP" altLang="en-US" dirty="0">
                  <a:solidFill>
                    <a:schemeClr val="tx1"/>
                  </a:solidFill>
                </a:rPr>
                <a:t>に必須となる</a:t>
              </a:r>
              <a:r>
                <a:rPr kumimoji="1" lang="en-US" altLang="ja-JP" dirty="0">
                  <a:solidFill>
                    <a:schemeClr val="tx1"/>
                  </a:solidFill>
                </a:rPr>
                <a:t>Metadata</a:t>
              </a:r>
              <a:endParaRPr kumimoji="1" lang="ja-JP" altLang="en-US" dirty="0">
                <a:solidFill>
                  <a:schemeClr val="tx1"/>
                </a:solidFill>
              </a:endParaRPr>
            </a:p>
          </p:txBody>
        </p:sp>
        <p:cxnSp>
          <p:nvCxnSpPr>
            <p:cNvPr id="15" name="Straight Arrow Connector 14">
              <a:extLst>
                <a:ext uri="{FF2B5EF4-FFF2-40B4-BE49-F238E27FC236}">
                  <a16:creationId xmlns:a16="http://schemas.microsoft.com/office/drawing/2014/main" id="{C20E55FF-58A8-0E3A-2BC2-5E135E2014D1}"/>
                </a:ext>
              </a:extLst>
            </p:cNvPr>
            <p:cNvCxnSpPr>
              <a:cxnSpLocks/>
              <a:stCxn id="10" idx="1"/>
              <a:endCxn id="5" idx="3"/>
            </p:cNvCxnSpPr>
            <p:nvPr/>
          </p:nvCxnSpPr>
          <p:spPr>
            <a:xfrm flipH="1">
              <a:off x="2979682" y="1787604"/>
              <a:ext cx="1308275" cy="24580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62773AE2-AE7C-CCE4-FD23-3320D16316EF}"/>
              </a:ext>
            </a:extLst>
          </p:cNvPr>
          <p:cNvGrpSpPr/>
          <p:nvPr/>
        </p:nvGrpSpPr>
        <p:grpSpPr>
          <a:xfrm>
            <a:off x="957012" y="2359265"/>
            <a:ext cx="9369243" cy="809834"/>
            <a:chOff x="957012" y="2359265"/>
            <a:chExt cx="9369243" cy="809834"/>
          </a:xfrm>
        </p:grpSpPr>
        <p:sp>
          <p:nvSpPr>
            <p:cNvPr id="7" name="Rectangle 6">
              <a:extLst>
                <a:ext uri="{FF2B5EF4-FFF2-40B4-BE49-F238E27FC236}">
                  <a16:creationId xmlns:a16="http://schemas.microsoft.com/office/drawing/2014/main" id="{FB42CD3B-AA8B-6DF6-BC41-8E22AC9F4D16}"/>
                </a:ext>
              </a:extLst>
            </p:cNvPr>
            <p:cNvSpPr/>
            <p:nvPr/>
          </p:nvSpPr>
          <p:spPr>
            <a:xfrm>
              <a:off x="957012" y="2612745"/>
              <a:ext cx="2038435" cy="332741"/>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Rectangle 10">
              <a:extLst>
                <a:ext uri="{FF2B5EF4-FFF2-40B4-BE49-F238E27FC236}">
                  <a16:creationId xmlns:a16="http://schemas.microsoft.com/office/drawing/2014/main" id="{09DA3730-4BC1-5083-0F25-324871CE46CC}"/>
                </a:ext>
              </a:extLst>
            </p:cNvPr>
            <p:cNvSpPr/>
            <p:nvPr/>
          </p:nvSpPr>
          <p:spPr>
            <a:xfrm>
              <a:off x="4287957" y="2359265"/>
              <a:ext cx="6038298" cy="809834"/>
            </a:xfrm>
            <a:prstGeom prst="rect">
              <a:avLst/>
            </a:prstGeom>
            <a:solidFill>
              <a:schemeClr val="bg1"/>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Package</a:t>
              </a:r>
              <a:r>
                <a:rPr kumimoji="1" lang="ja-JP" altLang="en-US" dirty="0">
                  <a:solidFill>
                    <a:schemeClr val="tx1"/>
                  </a:solidFill>
                </a:rPr>
                <a:t>に含まれる</a:t>
              </a:r>
              <a:r>
                <a:rPr kumimoji="1" lang="en-US" altLang="ja-JP" dirty="0">
                  <a:solidFill>
                    <a:schemeClr val="tx1"/>
                  </a:solidFill>
                </a:rPr>
                <a:t>R </a:t>
              </a:r>
              <a:r>
                <a:rPr kumimoji="1" lang="en-US" altLang="ja-JP" dirty="0" err="1">
                  <a:solidFill>
                    <a:schemeClr val="tx1"/>
                  </a:solidFill>
                </a:rPr>
                <a:t>pgm</a:t>
              </a:r>
              <a:endParaRPr kumimoji="1" lang="ja-JP" altLang="en-US" dirty="0">
                <a:solidFill>
                  <a:schemeClr val="tx1"/>
                </a:solidFill>
              </a:endParaRPr>
            </a:p>
          </p:txBody>
        </p:sp>
        <p:cxnSp>
          <p:nvCxnSpPr>
            <p:cNvPr id="18" name="Straight Arrow Connector 17">
              <a:extLst>
                <a:ext uri="{FF2B5EF4-FFF2-40B4-BE49-F238E27FC236}">
                  <a16:creationId xmlns:a16="http://schemas.microsoft.com/office/drawing/2014/main" id="{67A0C462-ADAF-3AFF-47B0-BE05A4348ED4}"/>
                </a:ext>
              </a:extLst>
            </p:cNvPr>
            <p:cNvCxnSpPr>
              <a:cxnSpLocks/>
              <a:stCxn id="11" idx="1"/>
              <a:endCxn id="7" idx="3"/>
            </p:cNvCxnSpPr>
            <p:nvPr/>
          </p:nvCxnSpPr>
          <p:spPr>
            <a:xfrm flipH="1">
              <a:off x="2995447" y="2764182"/>
              <a:ext cx="1292510" cy="14934"/>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B2AEDE14-622C-0713-FDCB-98AF8CF70093}"/>
              </a:ext>
            </a:extLst>
          </p:cNvPr>
          <p:cNvGrpSpPr/>
          <p:nvPr/>
        </p:nvGrpSpPr>
        <p:grpSpPr>
          <a:xfrm>
            <a:off x="957012" y="3096259"/>
            <a:ext cx="9369243" cy="2043300"/>
            <a:chOff x="957012" y="3096259"/>
            <a:chExt cx="9369243" cy="2043300"/>
          </a:xfrm>
        </p:grpSpPr>
        <p:sp>
          <p:nvSpPr>
            <p:cNvPr id="8" name="Rectangle 7">
              <a:extLst>
                <a:ext uri="{FF2B5EF4-FFF2-40B4-BE49-F238E27FC236}">
                  <a16:creationId xmlns:a16="http://schemas.microsoft.com/office/drawing/2014/main" id="{1B7F1C93-3210-09D3-A47C-D96FBC2874F0}"/>
                </a:ext>
              </a:extLst>
            </p:cNvPr>
            <p:cNvSpPr/>
            <p:nvPr/>
          </p:nvSpPr>
          <p:spPr>
            <a:xfrm>
              <a:off x="957012" y="3096259"/>
              <a:ext cx="2038435" cy="2043300"/>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Rectangle 11">
              <a:extLst>
                <a:ext uri="{FF2B5EF4-FFF2-40B4-BE49-F238E27FC236}">
                  <a16:creationId xmlns:a16="http://schemas.microsoft.com/office/drawing/2014/main" id="{ADFCBD5F-589C-CE6F-E8AC-6EF74CE5B87B}"/>
                </a:ext>
              </a:extLst>
            </p:cNvPr>
            <p:cNvSpPr/>
            <p:nvPr/>
          </p:nvSpPr>
          <p:spPr>
            <a:xfrm>
              <a:off x="4287957" y="3714219"/>
              <a:ext cx="6038298" cy="809834"/>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Document</a:t>
              </a:r>
              <a:endParaRPr kumimoji="1" lang="ja-JP" altLang="en-US" dirty="0">
                <a:solidFill>
                  <a:schemeClr val="tx1"/>
                </a:solidFill>
              </a:endParaRPr>
            </a:p>
          </p:txBody>
        </p:sp>
        <p:cxnSp>
          <p:nvCxnSpPr>
            <p:cNvPr id="21" name="Straight Arrow Connector 20">
              <a:extLst>
                <a:ext uri="{FF2B5EF4-FFF2-40B4-BE49-F238E27FC236}">
                  <a16:creationId xmlns:a16="http://schemas.microsoft.com/office/drawing/2014/main" id="{C9BFE828-6277-1A33-907F-5E8583131E16}"/>
                </a:ext>
              </a:extLst>
            </p:cNvPr>
            <p:cNvCxnSpPr>
              <a:cxnSpLocks/>
              <a:stCxn id="12" idx="1"/>
              <a:endCxn id="8" idx="3"/>
            </p:cNvCxnSpPr>
            <p:nvPr/>
          </p:nvCxnSpPr>
          <p:spPr>
            <a:xfrm flipH="1" flipV="1">
              <a:off x="2995447" y="4117909"/>
              <a:ext cx="1292510" cy="1227"/>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B115ACD1-B3CD-2FF9-4FD6-EBB64D5A15AF}"/>
              </a:ext>
            </a:extLst>
          </p:cNvPr>
          <p:cNvGrpSpPr/>
          <p:nvPr/>
        </p:nvGrpSpPr>
        <p:grpSpPr>
          <a:xfrm>
            <a:off x="957012" y="4994738"/>
            <a:ext cx="9369243" cy="809834"/>
            <a:chOff x="957012" y="4994738"/>
            <a:chExt cx="9369243" cy="809834"/>
          </a:xfrm>
        </p:grpSpPr>
        <p:sp>
          <p:nvSpPr>
            <p:cNvPr id="9" name="Rectangle 8">
              <a:extLst>
                <a:ext uri="{FF2B5EF4-FFF2-40B4-BE49-F238E27FC236}">
                  <a16:creationId xmlns:a16="http://schemas.microsoft.com/office/drawing/2014/main" id="{6B79AA67-E670-8D88-067D-701AF9C525B0}"/>
                </a:ext>
              </a:extLst>
            </p:cNvPr>
            <p:cNvSpPr/>
            <p:nvPr/>
          </p:nvSpPr>
          <p:spPr>
            <a:xfrm>
              <a:off x="957012" y="5260908"/>
              <a:ext cx="2038435" cy="270467"/>
            </a:xfrm>
            <a:prstGeom prst="rect">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Rectangle 12">
              <a:extLst>
                <a:ext uri="{FF2B5EF4-FFF2-40B4-BE49-F238E27FC236}">
                  <a16:creationId xmlns:a16="http://schemas.microsoft.com/office/drawing/2014/main" id="{7B044352-10B2-A0C7-657B-A6DE74A37973}"/>
                </a:ext>
              </a:extLst>
            </p:cNvPr>
            <p:cNvSpPr/>
            <p:nvPr/>
          </p:nvSpPr>
          <p:spPr>
            <a:xfrm>
              <a:off x="4287957" y="4994738"/>
              <a:ext cx="6038298" cy="809834"/>
            </a:xfrm>
            <a:prstGeom prst="rect">
              <a:avLst/>
            </a:prstGeom>
            <a:solidFill>
              <a:schemeClr val="bg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Package</a:t>
              </a:r>
              <a:r>
                <a:rPr kumimoji="1" lang="ja-JP" altLang="en-US" dirty="0">
                  <a:solidFill>
                    <a:schemeClr val="tx1"/>
                  </a:solidFill>
                </a:rPr>
                <a:t>の</a:t>
              </a:r>
              <a:r>
                <a:rPr kumimoji="1" lang="en-US" altLang="ja-JP" dirty="0">
                  <a:solidFill>
                    <a:schemeClr val="tx1"/>
                  </a:solidFill>
                </a:rPr>
                <a:t>Validation</a:t>
              </a:r>
              <a:r>
                <a:rPr kumimoji="1" lang="ja-JP" altLang="en-US" dirty="0">
                  <a:solidFill>
                    <a:schemeClr val="tx1"/>
                  </a:solidFill>
                </a:rPr>
                <a:t>用の</a:t>
              </a:r>
              <a:r>
                <a:rPr kumimoji="1" lang="en-US" altLang="ja-JP" dirty="0">
                  <a:solidFill>
                    <a:schemeClr val="tx1"/>
                  </a:solidFill>
                </a:rPr>
                <a:t>Unit test</a:t>
              </a:r>
              <a:endParaRPr kumimoji="1" lang="ja-JP" altLang="en-US" dirty="0">
                <a:solidFill>
                  <a:schemeClr val="tx1"/>
                </a:solidFill>
              </a:endParaRPr>
            </a:p>
          </p:txBody>
        </p:sp>
        <p:cxnSp>
          <p:nvCxnSpPr>
            <p:cNvPr id="24" name="Straight Arrow Connector 23">
              <a:extLst>
                <a:ext uri="{FF2B5EF4-FFF2-40B4-BE49-F238E27FC236}">
                  <a16:creationId xmlns:a16="http://schemas.microsoft.com/office/drawing/2014/main" id="{DD44C6CC-3BC8-D356-3F3A-26B166395500}"/>
                </a:ext>
              </a:extLst>
            </p:cNvPr>
            <p:cNvCxnSpPr>
              <a:cxnSpLocks/>
              <a:stCxn id="13" idx="1"/>
              <a:endCxn id="9" idx="3"/>
            </p:cNvCxnSpPr>
            <p:nvPr/>
          </p:nvCxnSpPr>
          <p:spPr>
            <a:xfrm flipH="1" flipV="1">
              <a:off x="2995447" y="5396142"/>
              <a:ext cx="1292510" cy="3513"/>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302675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0EA65-AEC0-23D3-C958-93A9BB4D7E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C47941-D347-6D85-9A58-4C504BBB4E9A}"/>
              </a:ext>
            </a:extLst>
          </p:cNvPr>
          <p:cNvSpPr>
            <a:spLocks noGrp="1"/>
          </p:cNvSpPr>
          <p:nvPr>
            <p:ph type="title"/>
          </p:nvPr>
        </p:nvSpPr>
        <p:spPr/>
        <p:txBody>
          <a:bodyPr/>
          <a:lstStyle/>
          <a:p>
            <a:r>
              <a:rPr kumimoji="1" lang="en-US" altLang="ja-JP" dirty="0"/>
              <a:t>Basic components of R Package</a:t>
            </a:r>
            <a:endParaRPr kumimoji="1" lang="ja-JP" altLang="en-US" dirty="0"/>
          </a:p>
        </p:txBody>
      </p:sp>
      <p:sp>
        <p:nvSpPr>
          <p:cNvPr id="3" name="Content Placeholder 2">
            <a:extLst>
              <a:ext uri="{FF2B5EF4-FFF2-40B4-BE49-F238E27FC236}">
                <a16:creationId xmlns:a16="http://schemas.microsoft.com/office/drawing/2014/main" id="{4A96FEDE-5042-9CA8-9569-A5A260793815}"/>
              </a:ext>
            </a:extLst>
          </p:cNvPr>
          <p:cNvSpPr>
            <a:spLocks noGrp="1"/>
          </p:cNvSpPr>
          <p:nvPr>
            <p:ph idx="1"/>
          </p:nvPr>
        </p:nvSpPr>
        <p:spPr/>
        <p:txBody>
          <a:bodyPr>
            <a:normAutofit fontScale="92500" lnSpcReduction="20000"/>
          </a:bodyPr>
          <a:lstStyle/>
          <a:p>
            <a:r>
              <a:rPr lang="en-US" altLang="ja-JP" dirty="0"/>
              <a:t>DESCRIPTION</a:t>
            </a:r>
          </a:p>
          <a:p>
            <a:r>
              <a:rPr lang="en-US" altLang="ja-JP" dirty="0"/>
              <a:t>NAMESPACE</a:t>
            </a:r>
          </a:p>
          <a:p>
            <a:r>
              <a:rPr lang="en-US" altLang="ja-JP" dirty="0"/>
              <a:t>R</a:t>
            </a:r>
          </a:p>
          <a:p>
            <a:r>
              <a:rPr lang="en-US" altLang="ja-JP" dirty="0"/>
              <a:t>README</a:t>
            </a:r>
          </a:p>
          <a:p>
            <a:r>
              <a:rPr lang="en-US" altLang="ja-JP" dirty="0"/>
              <a:t>man</a:t>
            </a:r>
          </a:p>
          <a:p>
            <a:r>
              <a:rPr lang="en-US" altLang="ja-JP" dirty="0"/>
              <a:t>vignettes</a:t>
            </a:r>
          </a:p>
          <a:p>
            <a:r>
              <a:rPr lang="en-US" altLang="ja-JP" dirty="0"/>
              <a:t>_</a:t>
            </a:r>
            <a:r>
              <a:rPr lang="en-US" altLang="ja-JP" dirty="0" err="1"/>
              <a:t>pkgdown.yml</a:t>
            </a:r>
            <a:endParaRPr lang="en-US" altLang="ja-JP" dirty="0"/>
          </a:p>
          <a:p>
            <a:r>
              <a:rPr lang="en-US" altLang="ja-JP" dirty="0"/>
              <a:t>tests</a:t>
            </a:r>
          </a:p>
          <a:p>
            <a:endParaRPr lang="en-US" altLang="ja-JP" dirty="0"/>
          </a:p>
        </p:txBody>
      </p:sp>
      <p:sp>
        <p:nvSpPr>
          <p:cNvPr id="4" name="Footer Placeholder 3">
            <a:extLst>
              <a:ext uri="{FF2B5EF4-FFF2-40B4-BE49-F238E27FC236}">
                <a16:creationId xmlns:a16="http://schemas.microsoft.com/office/drawing/2014/main" id="{D70614F2-D35C-7832-99B9-16ADA940E0E5}"/>
              </a:ext>
            </a:extLst>
          </p:cNvPr>
          <p:cNvSpPr>
            <a:spLocks noGrp="1"/>
          </p:cNvSpPr>
          <p:nvPr>
            <p:ph type="ftr" sz="quarter" idx="11"/>
          </p:nvPr>
        </p:nvSpPr>
        <p:spPr/>
        <p:txBody>
          <a:bodyPr/>
          <a:lstStyle/>
          <a:p>
            <a:r>
              <a:rPr lang="en-US" noProof="0"/>
              <a:t>Insert menu &gt; Header &amp; Footer button</a:t>
            </a:r>
          </a:p>
        </p:txBody>
      </p:sp>
      <p:pic>
        <p:nvPicPr>
          <p:cNvPr id="6" name="Picture 5">
            <a:extLst>
              <a:ext uri="{FF2B5EF4-FFF2-40B4-BE49-F238E27FC236}">
                <a16:creationId xmlns:a16="http://schemas.microsoft.com/office/drawing/2014/main" id="{C6598980-06BC-5D52-F732-E90610977600}"/>
              </a:ext>
            </a:extLst>
          </p:cNvPr>
          <p:cNvPicPr>
            <a:picLocks noChangeAspect="1"/>
          </p:cNvPicPr>
          <p:nvPr/>
        </p:nvPicPr>
        <p:blipFill>
          <a:blip r:embed="rId3"/>
          <a:stretch>
            <a:fillRect/>
          </a:stretch>
        </p:blipFill>
        <p:spPr>
          <a:xfrm>
            <a:off x="4162096" y="1023981"/>
            <a:ext cx="7088656" cy="5258577"/>
          </a:xfrm>
          <a:prstGeom prst="rect">
            <a:avLst/>
          </a:prstGeom>
        </p:spPr>
      </p:pic>
      <p:grpSp>
        <p:nvGrpSpPr>
          <p:cNvPr id="19" name="Group 18">
            <a:extLst>
              <a:ext uri="{FF2B5EF4-FFF2-40B4-BE49-F238E27FC236}">
                <a16:creationId xmlns:a16="http://schemas.microsoft.com/office/drawing/2014/main" id="{BEBE77E8-BFFD-AFCD-F638-5AF7E64B5E60}"/>
              </a:ext>
            </a:extLst>
          </p:cNvPr>
          <p:cNvGrpSpPr/>
          <p:nvPr/>
        </p:nvGrpSpPr>
        <p:grpSpPr>
          <a:xfrm>
            <a:off x="941247" y="1382687"/>
            <a:ext cx="9385008" cy="1170983"/>
            <a:chOff x="941247" y="1382687"/>
            <a:chExt cx="9385008" cy="1170983"/>
          </a:xfrm>
        </p:grpSpPr>
        <p:sp>
          <p:nvSpPr>
            <p:cNvPr id="5" name="Rectangle 4">
              <a:extLst>
                <a:ext uri="{FF2B5EF4-FFF2-40B4-BE49-F238E27FC236}">
                  <a16:creationId xmlns:a16="http://schemas.microsoft.com/office/drawing/2014/main" id="{1A256D77-4552-55F8-3337-F53C050E70D9}"/>
                </a:ext>
              </a:extLst>
            </p:cNvPr>
            <p:cNvSpPr/>
            <p:nvPr/>
          </p:nvSpPr>
          <p:spPr>
            <a:xfrm>
              <a:off x="941247" y="1513146"/>
              <a:ext cx="2038435" cy="104052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Rectangle 9">
              <a:extLst>
                <a:ext uri="{FF2B5EF4-FFF2-40B4-BE49-F238E27FC236}">
                  <a16:creationId xmlns:a16="http://schemas.microsoft.com/office/drawing/2014/main" id="{00C0FA55-807A-8D72-A003-367658B1E8E5}"/>
                </a:ext>
              </a:extLst>
            </p:cNvPr>
            <p:cNvSpPr/>
            <p:nvPr/>
          </p:nvSpPr>
          <p:spPr>
            <a:xfrm>
              <a:off x="4287957" y="1382687"/>
              <a:ext cx="6038298" cy="809834"/>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Package</a:t>
              </a:r>
              <a:r>
                <a:rPr kumimoji="1" lang="ja-JP" altLang="en-US" dirty="0">
                  <a:solidFill>
                    <a:schemeClr val="tx1"/>
                  </a:solidFill>
                </a:rPr>
                <a:t>に必須となる</a:t>
              </a:r>
              <a:r>
                <a:rPr kumimoji="1" lang="en-US" altLang="ja-JP" dirty="0">
                  <a:solidFill>
                    <a:schemeClr val="tx1"/>
                  </a:solidFill>
                </a:rPr>
                <a:t>Metadata</a:t>
              </a:r>
              <a:endParaRPr kumimoji="1" lang="ja-JP" altLang="en-US" dirty="0">
                <a:solidFill>
                  <a:schemeClr val="tx1"/>
                </a:solidFill>
              </a:endParaRPr>
            </a:p>
          </p:txBody>
        </p:sp>
        <p:cxnSp>
          <p:nvCxnSpPr>
            <p:cNvPr id="15" name="Straight Arrow Connector 14">
              <a:extLst>
                <a:ext uri="{FF2B5EF4-FFF2-40B4-BE49-F238E27FC236}">
                  <a16:creationId xmlns:a16="http://schemas.microsoft.com/office/drawing/2014/main" id="{B3CC9C52-9066-B81F-4EC2-3F3D1D49544A}"/>
                </a:ext>
              </a:extLst>
            </p:cNvPr>
            <p:cNvCxnSpPr>
              <a:cxnSpLocks/>
              <a:stCxn id="10" idx="1"/>
              <a:endCxn id="5" idx="3"/>
            </p:cNvCxnSpPr>
            <p:nvPr/>
          </p:nvCxnSpPr>
          <p:spPr>
            <a:xfrm flipH="1">
              <a:off x="2979682" y="1787604"/>
              <a:ext cx="1308275" cy="24580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957324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5368F-0742-54BD-63C9-5693B565717A}"/>
              </a:ext>
            </a:extLst>
          </p:cNvPr>
          <p:cNvSpPr>
            <a:spLocks noGrp="1"/>
          </p:cNvSpPr>
          <p:nvPr>
            <p:ph type="title"/>
          </p:nvPr>
        </p:nvSpPr>
        <p:spPr/>
        <p:txBody>
          <a:bodyPr/>
          <a:lstStyle/>
          <a:p>
            <a:r>
              <a:rPr kumimoji="1" lang="en-US" altLang="ja-JP" dirty="0"/>
              <a:t>DESCRIPTION</a:t>
            </a:r>
            <a:endParaRPr kumimoji="1" lang="ja-JP" altLang="en-US" dirty="0"/>
          </a:p>
        </p:txBody>
      </p:sp>
      <p:sp>
        <p:nvSpPr>
          <p:cNvPr id="4" name="Footer Placeholder 3">
            <a:extLst>
              <a:ext uri="{FF2B5EF4-FFF2-40B4-BE49-F238E27FC236}">
                <a16:creationId xmlns:a16="http://schemas.microsoft.com/office/drawing/2014/main" id="{D9172241-78A9-E70C-DC81-E264978A42F7}"/>
              </a:ext>
            </a:extLst>
          </p:cNvPr>
          <p:cNvSpPr>
            <a:spLocks noGrp="1"/>
          </p:cNvSpPr>
          <p:nvPr>
            <p:ph type="ftr" sz="quarter" idx="11"/>
          </p:nvPr>
        </p:nvSpPr>
        <p:spPr/>
        <p:txBody>
          <a:bodyPr/>
          <a:lstStyle/>
          <a:p>
            <a:r>
              <a:rPr lang="en-US" noProof="0"/>
              <a:t>Insert menu &gt; Header &amp; Footer button</a:t>
            </a:r>
          </a:p>
        </p:txBody>
      </p:sp>
      <p:sp>
        <p:nvSpPr>
          <p:cNvPr id="5" name="Rectangle 4">
            <a:extLst>
              <a:ext uri="{FF2B5EF4-FFF2-40B4-BE49-F238E27FC236}">
                <a16:creationId xmlns:a16="http://schemas.microsoft.com/office/drawing/2014/main" id="{3CF68B37-F3E1-BED7-535A-08A9E43CA0F5}"/>
              </a:ext>
            </a:extLst>
          </p:cNvPr>
          <p:cNvSpPr/>
          <p:nvPr/>
        </p:nvSpPr>
        <p:spPr>
          <a:xfrm>
            <a:off x="0" y="1408"/>
            <a:ext cx="1292772" cy="219309"/>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Metadata</a:t>
            </a:r>
            <a:endParaRPr kumimoji="1" lang="ja-JP" altLang="en-US" dirty="0">
              <a:solidFill>
                <a:schemeClr val="tx1"/>
              </a:solidFill>
            </a:endParaRPr>
          </a:p>
        </p:txBody>
      </p:sp>
      <p:sp>
        <p:nvSpPr>
          <p:cNvPr id="7" name="TextBox 6">
            <a:extLst>
              <a:ext uri="{FF2B5EF4-FFF2-40B4-BE49-F238E27FC236}">
                <a16:creationId xmlns:a16="http://schemas.microsoft.com/office/drawing/2014/main" id="{D75E976D-4BA9-AB2C-1369-2FBA0C8ED9DC}"/>
              </a:ext>
            </a:extLst>
          </p:cNvPr>
          <p:cNvSpPr txBox="1"/>
          <p:nvPr/>
        </p:nvSpPr>
        <p:spPr>
          <a:xfrm>
            <a:off x="394578" y="1854875"/>
            <a:ext cx="10683272" cy="4774769"/>
          </a:xfrm>
          <a:prstGeom prst="rect">
            <a:avLst/>
          </a:prstGeom>
          <a:solidFill>
            <a:schemeClr val="bg2">
              <a:lumMod val="95000"/>
            </a:schemeClr>
          </a:solidFill>
        </p:spPr>
        <p:txBody>
          <a:bodyPr wrap="square">
            <a:spAutoFit/>
          </a:bodyPr>
          <a:lstStyle/>
          <a:p>
            <a:pPr>
              <a:lnSpc>
                <a:spcPts val="1425"/>
              </a:lnSpc>
              <a:buNone/>
            </a:pPr>
            <a:r>
              <a:rPr lang="en-US" altLang="ja-JP" b="0" dirty="0">
                <a:solidFill>
                  <a:srgbClr val="4B69C6"/>
                </a:solidFill>
                <a:effectLst/>
                <a:latin typeface="Consolas" panose="020B0609020204030204" pitchFamily="49" charset="0"/>
              </a:rPr>
              <a:t>Package:</a:t>
            </a:r>
            <a:r>
              <a:rPr lang="en-US" altLang="ja-JP" b="0" dirty="0">
                <a:solidFill>
                  <a:srgbClr val="333333"/>
                </a:solidFill>
                <a:effectLst/>
                <a:latin typeface="Consolas" panose="020B0609020204030204" pitchFamily="49" charset="0"/>
              </a:rPr>
              <a:t> </a:t>
            </a:r>
            <a:r>
              <a:rPr lang="en-US" altLang="ja-JP" b="0" dirty="0" err="1">
                <a:solidFill>
                  <a:srgbClr val="333333"/>
                </a:solidFill>
                <a:effectLst/>
                <a:latin typeface="Consolas" panose="020B0609020204030204" pitchFamily="49" charset="0"/>
              </a:rPr>
              <a:t>anaume</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a:solidFill>
                  <a:srgbClr val="4B69C6"/>
                </a:solidFill>
                <a:effectLst/>
                <a:latin typeface="Consolas" panose="020B0609020204030204" pitchFamily="49" charset="0"/>
              </a:rPr>
              <a:t>Title:</a:t>
            </a:r>
            <a:r>
              <a:rPr lang="en-US" altLang="ja-JP" b="0" dirty="0">
                <a:solidFill>
                  <a:srgbClr val="333333"/>
                </a:solidFill>
                <a:effectLst/>
                <a:latin typeface="Consolas" panose="020B0609020204030204" pitchFamily="49" charset="0"/>
              </a:rPr>
              <a:t> Adverse Event Analysis Utilities for Clinical Trials</a:t>
            </a:r>
          </a:p>
          <a:p>
            <a:pPr>
              <a:lnSpc>
                <a:spcPts val="1425"/>
              </a:lnSpc>
              <a:buNone/>
            </a:pPr>
            <a:r>
              <a:rPr lang="en-US" altLang="ja-JP" b="0" dirty="0">
                <a:solidFill>
                  <a:srgbClr val="4B69C6"/>
                </a:solidFill>
                <a:effectLst/>
                <a:latin typeface="Consolas" panose="020B0609020204030204" pitchFamily="49" charset="0"/>
              </a:rPr>
              <a:t>Version:</a:t>
            </a:r>
            <a:r>
              <a:rPr lang="en-US" altLang="ja-JP" b="0" dirty="0">
                <a:solidFill>
                  <a:srgbClr val="333333"/>
                </a:solidFill>
                <a:effectLst/>
                <a:latin typeface="Consolas" panose="020B0609020204030204" pitchFamily="49" charset="0"/>
              </a:rPr>
              <a:t> 0.0.0.9000</a:t>
            </a:r>
          </a:p>
          <a:p>
            <a:pPr>
              <a:lnSpc>
                <a:spcPts val="1425"/>
              </a:lnSpc>
              <a:buNone/>
            </a:pPr>
            <a:r>
              <a:rPr lang="en-US" altLang="ja-JP" b="0" dirty="0" err="1">
                <a:solidFill>
                  <a:srgbClr val="4B69C6"/>
                </a:solidFill>
                <a:effectLst/>
                <a:latin typeface="Consolas" panose="020B0609020204030204" pitchFamily="49" charset="0"/>
              </a:rPr>
              <a:t>Authors@R</a:t>
            </a:r>
            <a:r>
              <a:rPr lang="en-US" altLang="ja-JP" b="0" dirty="0">
                <a:solidFill>
                  <a:srgbClr val="4B69C6"/>
                </a:solidFill>
                <a:effectLst/>
                <a:latin typeface="Consolas" panose="020B0609020204030204" pitchFamily="49" charset="0"/>
              </a:rPr>
              <a:t>:</a:t>
            </a:r>
            <a:r>
              <a:rPr lang="en-US" altLang="ja-JP" b="0" dirty="0">
                <a:solidFill>
                  <a:srgbClr val="333333"/>
                </a:solidFill>
                <a:effectLst/>
                <a:latin typeface="Consolas" panose="020B0609020204030204" pitchFamily="49" charset="0"/>
              </a:rPr>
              <a:t> </a:t>
            </a:r>
          </a:p>
          <a:p>
            <a:pPr>
              <a:lnSpc>
                <a:spcPts val="1425"/>
              </a:lnSpc>
              <a:buNone/>
            </a:pPr>
            <a:r>
              <a:rPr lang="en-US" altLang="ja-JP" b="0" dirty="0">
                <a:solidFill>
                  <a:srgbClr val="333333"/>
                </a:solidFill>
                <a:effectLst/>
                <a:latin typeface="Consolas" panose="020B0609020204030204" pitchFamily="49" charset="0"/>
              </a:rPr>
              <a:t>    </a:t>
            </a:r>
            <a:r>
              <a:rPr lang="en-US" altLang="ja-JP" b="1" dirty="0">
                <a:solidFill>
                  <a:srgbClr val="AA3731"/>
                </a:solidFill>
                <a:effectLst/>
                <a:latin typeface="Consolas" panose="020B0609020204030204" pitchFamily="49" charset="0"/>
              </a:rPr>
              <a:t>person</a:t>
            </a:r>
            <a:r>
              <a:rPr lang="en-US" altLang="ja-JP" b="0" dirty="0">
                <a:solidFill>
                  <a:srgbClr val="777777"/>
                </a:solidFill>
                <a:effectLst/>
                <a:latin typeface="Consolas" panose="020B0609020204030204" pitchFamily="49" charset="0"/>
              </a:rPr>
              <a:t>("</a:t>
            </a:r>
            <a:r>
              <a:rPr lang="en-US" altLang="ja-JP" b="0" dirty="0">
                <a:solidFill>
                  <a:srgbClr val="448C27"/>
                </a:solidFill>
                <a:effectLst/>
                <a:latin typeface="Consolas" panose="020B0609020204030204" pitchFamily="49" charset="0"/>
              </a:rPr>
              <a:t>First</a:t>
            </a:r>
            <a:r>
              <a:rPr lang="en-US" altLang="ja-JP" b="0" dirty="0">
                <a:solidFill>
                  <a:srgbClr val="777777"/>
                </a:solidFill>
                <a:effectLst/>
                <a:latin typeface="Consolas" panose="020B0609020204030204" pitchFamily="49" charset="0"/>
              </a:rPr>
              <a:t>",</a:t>
            </a:r>
            <a:r>
              <a:rPr lang="en-US" altLang="ja-JP" b="0" dirty="0">
                <a:solidFill>
                  <a:srgbClr val="333333"/>
                </a:solidFill>
                <a:effectLst/>
                <a:latin typeface="Consolas" panose="020B0609020204030204" pitchFamily="49" charset="0"/>
              </a:rPr>
              <a:t> </a:t>
            </a:r>
            <a:r>
              <a:rPr lang="en-US" altLang="ja-JP" b="0" dirty="0">
                <a:solidFill>
                  <a:srgbClr val="777777"/>
                </a:solidFill>
                <a:effectLst/>
                <a:latin typeface="Consolas" panose="020B0609020204030204" pitchFamily="49" charset="0"/>
              </a:rPr>
              <a:t>"</a:t>
            </a:r>
            <a:r>
              <a:rPr lang="en-US" altLang="ja-JP" b="0" dirty="0">
                <a:solidFill>
                  <a:srgbClr val="448C27"/>
                </a:solidFill>
                <a:effectLst/>
                <a:latin typeface="Consolas" panose="020B0609020204030204" pitchFamily="49" charset="0"/>
              </a:rPr>
              <a:t>Last</a:t>
            </a:r>
            <a:r>
              <a:rPr lang="en-US" altLang="ja-JP" b="0" dirty="0">
                <a:solidFill>
                  <a:srgbClr val="777777"/>
                </a:solidFill>
                <a:effectLst/>
                <a:latin typeface="Consolas" panose="020B0609020204030204" pitchFamily="49" charset="0"/>
              </a:rPr>
              <a:t>",</a:t>
            </a:r>
            <a:r>
              <a:rPr lang="en-US" altLang="ja-JP" b="0" dirty="0">
                <a:solidFill>
                  <a:srgbClr val="333333"/>
                </a:solidFill>
                <a:effectLst/>
                <a:latin typeface="Consolas" panose="020B0609020204030204" pitchFamily="49" charset="0"/>
              </a:rPr>
              <a:t> </a:t>
            </a:r>
            <a:r>
              <a:rPr lang="en-US" altLang="ja-JP" b="0" dirty="0">
                <a:solidFill>
                  <a:srgbClr val="777777"/>
                </a:solidFill>
                <a:effectLst/>
                <a:latin typeface="Consolas" panose="020B0609020204030204" pitchFamily="49" charset="0"/>
              </a:rPr>
              <a:t>,</a:t>
            </a:r>
            <a:r>
              <a:rPr lang="en-US" altLang="ja-JP" b="0" dirty="0">
                <a:solidFill>
                  <a:srgbClr val="333333"/>
                </a:solidFill>
                <a:effectLst/>
                <a:latin typeface="Consolas" panose="020B0609020204030204" pitchFamily="49" charset="0"/>
              </a:rPr>
              <a:t> </a:t>
            </a:r>
            <a:r>
              <a:rPr lang="en-US" altLang="ja-JP" b="0" dirty="0">
                <a:solidFill>
                  <a:srgbClr val="777777"/>
                </a:solidFill>
                <a:effectLst/>
                <a:latin typeface="Consolas" panose="020B0609020204030204" pitchFamily="49" charset="0"/>
              </a:rPr>
              <a:t>"</a:t>
            </a:r>
            <a:r>
              <a:rPr lang="en-US" altLang="ja-JP" b="0" dirty="0">
                <a:solidFill>
                  <a:srgbClr val="448C27"/>
                </a:solidFill>
                <a:effectLst/>
                <a:latin typeface="Consolas" panose="020B0609020204030204" pitchFamily="49" charset="0"/>
              </a:rPr>
              <a:t>first.last@example.com</a:t>
            </a:r>
            <a:r>
              <a:rPr lang="en-US" altLang="ja-JP" b="0" dirty="0">
                <a:solidFill>
                  <a:srgbClr val="777777"/>
                </a:solidFill>
                <a:effectLst/>
                <a:latin typeface="Consolas" panose="020B0609020204030204" pitchFamily="49" charset="0"/>
              </a:rPr>
              <a:t>",</a:t>
            </a:r>
            <a:r>
              <a:rPr lang="en-US" altLang="ja-JP" b="0" dirty="0">
                <a:solidFill>
                  <a:srgbClr val="333333"/>
                </a:solidFill>
                <a:effectLst/>
                <a:latin typeface="Consolas" panose="020B0609020204030204" pitchFamily="49" charset="0"/>
              </a:rPr>
              <a:t> </a:t>
            </a:r>
            <a:r>
              <a:rPr lang="en-US" altLang="ja-JP" b="0" dirty="0">
                <a:solidFill>
                  <a:srgbClr val="7A3E9D"/>
                </a:solidFill>
                <a:effectLst/>
                <a:latin typeface="Consolas" panose="020B0609020204030204" pitchFamily="49" charset="0"/>
              </a:rPr>
              <a:t>role</a:t>
            </a:r>
            <a:r>
              <a:rPr lang="en-US" altLang="ja-JP" b="0" dirty="0">
                <a:solidFill>
                  <a:srgbClr val="333333"/>
                </a:solidFill>
                <a:effectLst/>
                <a:latin typeface="Consolas" panose="020B0609020204030204" pitchFamily="49" charset="0"/>
              </a:rPr>
              <a:t> </a:t>
            </a:r>
            <a:r>
              <a:rPr lang="en-US" altLang="ja-JP" b="0" dirty="0">
                <a:solidFill>
                  <a:srgbClr val="777777"/>
                </a:solidFill>
                <a:effectLst/>
                <a:latin typeface="Consolas" panose="020B0609020204030204" pitchFamily="49" charset="0"/>
              </a:rPr>
              <a:t>=</a:t>
            </a:r>
            <a:r>
              <a:rPr lang="en-US" altLang="ja-JP" b="0" dirty="0">
                <a:solidFill>
                  <a:srgbClr val="333333"/>
                </a:solidFill>
                <a:effectLst/>
                <a:latin typeface="Consolas" panose="020B0609020204030204" pitchFamily="49" charset="0"/>
              </a:rPr>
              <a:t> </a:t>
            </a:r>
            <a:r>
              <a:rPr lang="en-US" altLang="ja-JP" b="1" dirty="0">
                <a:solidFill>
                  <a:srgbClr val="AA3731"/>
                </a:solidFill>
                <a:effectLst/>
                <a:latin typeface="Consolas" panose="020B0609020204030204" pitchFamily="49" charset="0"/>
              </a:rPr>
              <a:t>c</a:t>
            </a:r>
            <a:r>
              <a:rPr lang="en-US" altLang="ja-JP" b="0" dirty="0">
                <a:solidFill>
                  <a:srgbClr val="777777"/>
                </a:solidFill>
                <a:effectLst/>
                <a:latin typeface="Consolas" panose="020B0609020204030204" pitchFamily="49" charset="0"/>
              </a:rPr>
              <a:t>("</a:t>
            </a:r>
            <a:r>
              <a:rPr lang="en-US" altLang="ja-JP" b="0" dirty="0" err="1">
                <a:solidFill>
                  <a:srgbClr val="448C27"/>
                </a:solidFill>
                <a:effectLst/>
                <a:latin typeface="Consolas" panose="020B0609020204030204" pitchFamily="49" charset="0"/>
              </a:rPr>
              <a:t>aut</a:t>
            </a:r>
            <a:r>
              <a:rPr lang="en-US" altLang="ja-JP" b="0" dirty="0">
                <a:solidFill>
                  <a:srgbClr val="777777"/>
                </a:solidFill>
                <a:effectLst/>
                <a:latin typeface="Consolas" panose="020B0609020204030204" pitchFamily="49" charset="0"/>
              </a:rPr>
              <a:t>",</a:t>
            </a:r>
            <a:r>
              <a:rPr lang="en-US" altLang="ja-JP" b="0" dirty="0">
                <a:solidFill>
                  <a:srgbClr val="333333"/>
                </a:solidFill>
                <a:effectLst/>
                <a:latin typeface="Consolas" panose="020B0609020204030204" pitchFamily="49" charset="0"/>
              </a:rPr>
              <a:t> </a:t>
            </a:r>
            <a:r>
              <a:rPr lang="en-US" altLang="ja-JP" b="0" dirty="0">
                <a:solidFill>
                  <a:srgbClr val="777777"/>
                </a:solidFill>
                <a:effectLst/>
                <a:latin typeface="Consolas" panose="020B0609020204030204" pitchFamily="49" charset="0"/>
              </a:rPr>
              <a:t>"</a:t>
            </a:r>
            <a:r>
              <a:rPr lang="en-US" altLang="ja-JP" b="0" dirty="0" err="1">
                <a:solidFill>
                  <a:srgbClr val="448C27"/>
                </a:solidFill>
                <a:effectLst/>
                <a:latin typeface="Consolas" panose="020B0609020204030204" pitchFamily="49" charset="0"/>
              </a:rPr>
              <a:t>cre</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a:solidFill>
                  <a:srgbClr val="4B69C6"/>
                </a:solidFill>
                <a:effectLst/>
                <a:latin typeface="Consolas" panose="020B0609020204030204" pitchFamily="49" charset="0"/>
              </a:rPr>
              <a:t>Description:</a:t>
            </a:r>
            <a:r>
              <a:rPr lang="en-US" altLang="ja-JP" b="0" dirty="0">
                <a:solidFill>
                  <a:srgbClr val="333333"/>
                </a:solidFill>
                <a:effectLst/>
                <a:latin typeface="Consolas" panose="020B0609020204030204" pitchFamily="49" charset="0"/>
              </a:rPr>
              <a:t> Provides utilities for summarizing adverse events in clinical</a:t>
            </a:r>
          </a:p>
          <a:p>
            <a:pPr>
              <a:lnSpc>
                <a:spcPts val="1425"/>
              </a:lnSpc>
              <a:buNone/>
            </a:pPr>
            <a:r>
              <a:rPr lang="en-US" altLang="ja-JP" b="0" dirty="0">
                <a:solidFill>
                  <a:srgbClr val="333333"/>
                </a:solidFill>
                <a:effectLst/>
                <a:latin typeface="Consolas" panose="020B0609020204030204" pitchFamily="49" charset="0"/>
              </a:rPr>
              <a:t>    trials following Japanese regulatory conventions. Includes helpers for</a:t>
            </a:r>
          </a:p>
          <a:p>
            <a:pPr>
              <a:lnSpc>
                <a:spcPts val="1425"/>
              </a:lnSpc>
              <a:buNone/>
            </a:pPr>
            <a:r>
              <a:rPr lang="en-US" altLang="ja-JP" b="0" dirty="0">
                <a:solidFill>
                  <a:srgbClr val="333333"/>
                </a:solidFill>
                <a:effectLst/>
                <a:latin typeface="Consolas" panose="020B0609020204030204" pitchFamily="49" charset="0"/>
              </a:rPr>
              <a:t>    defining AE type filters, binding datasets by AE type, and generating</a:t>
            </a:r>
          </a:p>
          <a:p>
            <a:pPr>
              <a:lnSpc>
                <a:spcPts val="1425"/>
              </a:lnSpc>
              <a:buNone/>
            </a:pPr>
            <a:r>
              <a:rPr lang="en-US" altLang="ja-JP" b="0" dirty="0">
                <a:solidFill>
                  <a:srgbClr val="333333"/>
                </a:solidFill>
                <a:effectLst/>
                <a:latin typeface="Consolas" panose="020B0609020204030204" pitchFamily="49" charset="0"/>
              </a:rPr>
              <a:t>    ARD (Analysis Results Data) objects.</a:t>
            </a:r>
          </a:p>
          <a:p>
            <a:pPr>
              <a:lnSpc>
                <a:spcPts val="1425"/>
              </a:lnSpc>
              <a:buNone/>
            </a:pPr>
            <a:r>
              <a:rPr lang="en-US" altLang="ja-JP" b="0" dirty="0">
                <a:solidFill>
                  <a:srgbClr val="4B69C6"/>
                </a:solidFill>
                <a:effectLst/>
                <a:latin typeface="Consolas" panose="020B0609020204030204" pitchFamily="49" charset="0"/>
              </a:rPr>
              <a:t>License:</a:t>
            </a:r>
            <a:r>
              <a:rPr lang="en-US" altLang="ja-JP" b="0" dirty="0">
                <a:solidFill>
                  <a:srgbClr val="333333"/>
                </a:solidFill>
                <a:effectLst/>
                <a:latin typeface="Consolas" panose="020B0609020204030204" pitchFamily="49" charset="0"/>
              </a:rPr>
              <a:t> MIT + file LICENSE</a:t>
            </a:r>
          </a:p>
          <a:p>
            <a:pPr>
              <a:lnSpc>
                <a:spcPts val="1425"/>
              </a:lnSpc>
              <a:buNone/>
            </a:pPr>
            <a:r>
              <a:rPr lang="en-US" altLang="ja-JP" b="0" dirty="0">
                <a:solidFill>
                  <a:srgbClr val="4B69C6"/>
                </a:solidFill>
                <a:effectLst/>
                <a:latin typeface="Consolas" panose="020B0609020204030204" pitchFamily="49" charset="0"/>
              </a:rPr>
              <a:t>Encoding:</a:t>
            </a:r>
            <a:r>
              <a:rPr lang="en-US" altLang="ja-JP" b="0" dirty="0">
                <a:solidFill>
                  <a:srgbClr val="333333"/>
                </a:solidFill>
                <a:effectLst/>
                <a:latin typeface="Consolas" panose="020B0609020204030204" pitchFamily="49" charset="0"/>
              </a:rPr>
              <a:t> UTF-8</a:t>
            </a:r>
          </a:p>
          <a:p>
            <a:pPr>
              <a:lnSpc>
                <a:spcPts val="1425"/>
              </a:lnSpc>
              <a:buNone/>
            </a:pPr>
            <a:r>
              <a:rPr lang="en-US" altLang="ja-JP" b="0" dirty="0" err="1">
                <a:solidFill>
                  <a:srgbClr val="4B69C6"/>
                </a:solidFill>
                <a:effectLst/>
                <a:latin typeface="Consolas" panose="020B0609020204030204" pitchFamily="49" charset="0"/>
              </a:rPr>
              <a:t>Roxygen</a:t>
            </a:r>
            <a:r>
              <a:rPr lang="en-US" altLang="ja-JP" b="0" dirty="0">
                <a:solidFill>
                  <a:srgbClr val="4B69C6"/>
                </a:solidFill>
                <a:effectLst/>
                <a:latin typeface="Consolas" panose="020B0609020204030204" pitchFamily="49" charset="0"/>
              </a:rPr>
              <a:t>:</a:t>
            </a:r>
            <a:r>
              <a:rPr lang="en-US" altLang="ja-JP" b="0" dirty="0">
                <a:solidFill>
                  <a:srgbClr val="333333"/>
                </a:solidFill>
                <a:effectLst/>
                <a:latin typeface="Consolas" panose="020B0609020204030204" pitchFamily="49" charset="0"/>
              </a:rPr>
              <a:t> list(markdown = TRUE)</a:t>
            </a:r>
          </a:p>
          <a:p>
            <a:pPr>
              <a:lnSpc>
                <a:spcPts val="1425"/>
              </a:lnSpc>
              <a:buNone/>
            </a:pPr>
            <a:r>
              <a:rPr lang="en-US" altLang="ja-JP" b="0" dirty="0" err="1">
                <a:solidFill>
                  <a:srgbClr val="4B69C6"/>
                </a:solidFill>
                <a:effectLst/>
                <a:latin typeface="Consolas" panose="020B0609020204030204" pitchFamily="49" charset="0"/>
              </a:rPr>
              <a:t>RoxygenNote</a:t>
            </a:r>
            <a:r>
              <a:rPr lang="en-US" altLang="ja-JP" b="0" dirty="0">
                <a:solidFill>
                  <a:srgbClr val="4B69C6"/>
                </a:solidFill>
                <a:effectLst/>
                <a:latin typeface="Consolas" panose="020B0609020204030204" pitchFamily="49" charset="0"/>
              </a:rPr>
              <a:t>:</a:t>
            </a:r>
            <a:r>
              <a:rPr lang="en-US" altLang="ja-JP" b="0" dirty="0">
                <a:solidFill>
                  <a:srgbClr val="333333"/>
                </a:solidFill>
                <a:effectLst/>
                <a:latin typeface="Consolas" panose="020B0609020204030204" pitchFamily="49" charset="0"/>
              </a:rPr>
              <a:t> 7.3.2</a:t>
            </a:r>
          </a:p>
          <a:p>
            <a:pPr>
              <a:lnSpc>
                <a:spcPts val="1425"/>
              </a:lnSpc>
              <a:buNone/>
            </a:pPr>
            <a:r>
              <a:rPr lang="en-US" altLang="ja-JP" b="0" dirty="0">
                <a:solidFill>
                  <a:srgbClr val="4B69C6"/>
                </a:solidFill>
                <a:effectLst/>
                <a:latin typeface="Consolas" panose="020B0609020204030204" pitchFamily="49" charset="0"/>
              </a:rPr>
              <a:t>Depends:</a:t>
            </a:r>
            <a:r>
              <a:rPr lang="en-US" altLang="ja-JP" b="0" dirty="0">
                <a:solidFill>
                  <a:srgbClr val="333333"/>
                </a:solidFill>
                <a:effectLst/>
                <a:latin typeface="Consolas" panose="020B0609020204030204" pitchFamily="49" charset="0"/>
              </a:rPr>
              <a:t> </a:t>
            </a:r>
          </a:p>
          <a:p>
            <a:pPr>
              <a:lnSpc>
                <a:spcPts val="1425"/>
              </a:lnSpc>
              <a:buNone/>
            </a:pPr>
            <a:r>
              <a:rPr lang="en-US" altLang="ja-JP" b="0" dirty="0">
                <a:solidFill>
                  <a:srgbClr val="333333"/>
                </a:solidFill>
                <a:effectLst/>
                <a:latin typeface="Consolas" panose="020B0609020204030204" pitchFamily="49" charset="0"/>
              </a:rPr>
              <a:t>    R (&gt;= 3.5)</a:t>
            </a:r>
          </a:p>
          <a:p>
            <a:pPr>
              <a:lnSpc>
                <a:spcPts val="1425"/>
              </a:lnSpc>
              <a:buNone/>
            </a:pPr>
            <a:r>
              <a:rPr lang="en-US" altLang="ja-JP" b="0" dirty="0">
                <a:solidFill>
                  <a:srgbClr val="4B69C6"/>
                </a:solidFill>
                <a:effectLst/>
                <a:latin typeface="Consolas" panose="020B0609020204030204" pitchFamily="49" charset="0"/>
              </a:rPr>
              <a:t>Imports:</a:t>
            </a:r>
            <a:r>
              <a:rPr lang="en-US" altLang="ja-JP" b="0" dirty="0">
                <a:solidFill>
                  <a:srgbClr val="333333"/>
                </a:solidFill>
                <a:effectLst/>
                <a:latin typeface="Consolas" panose="020B0609020204030204" pitchFamily="49" charset="0"/>
              </a:rPr>
              <a:t> </a:t>
            </a:r>
          </a:p>
          <a:p>
            <a:pPr>
              <a:lnSpc>
                <a:spcPts val="1425"/>
              </a:lnSpc>
              <a:buNone/>
            </a:pPr>
            <a:r>
              <a:rPr lang="en-US" altLang="ja-JP" b="0" dirty="0">
                <a:solidFill>
                  <a:srgbClr val="333333"/>
                </a:solidFill>
                <a:effectLst/>
                <a:latin typeface="Consolas" panose="020B0609020204030204" pitchFamily="49" charset="0"/>
              </a:rPr>
              <a:t>    cli,</a:t>
            </a:r>
          </a:p>
          <a:p>
            <a:pPr>
              <a:lnSpc>
                <a:spcPts val="1425"/>
              </a:lnSpc>
              <a:buNone/>
            </a:pPr>
            <a:r>
              <a:rPr lang="en-US" altLang="ja-JP" b="0" dirty="0">
                <a:solidFill>
                  <a:srgbClr val="333333"/>
                </a:solidFill>
                <a:effectLst/>
                <a:latin typeface="Consolas" panose="020B0609020204030204" pitchFamily="49" charset="0"/>
              </a:rPr>
              <a:t>    </a:t>
            </a:r>
            <a:r>
              <a:rPr lang="en-US" altLang="ja-JP" b="0" dirty="0" err="1">
                <a:solidFill>
                  <a:srgbClr val="333333"/>
                </a:solidFill>
                <a:effectLst/>
                <a:latin typeface="Consolas" panose="020B0609020204030204" pitchFamily="49" charset="0"/>
              </a:rPr>
              <a:t>dplyr</a:t>
            </a:r>
            <a:r>
              <a:rPr lang="en-US" altLang="ja-JP" b="0" dirty="0">
                <a:solidFill>
                  <a:srgbClr val="333333"/>
                </a:solidFill>
                <a:effectLst/>
                <a:latin typeface="Consolas" panose="020B0609020204030204" pitchFamily="49" charset="0"/>
              </a:rPr>
              <a:t>,</a:t>
            </a:r>
          </a:p>
          <a:p>
            <a:pPr>
              <a:lnSpc>
                <a:spcPts val="1425"/>
              </a:lnSpc>
              <a:buNone/>
            </a:pPr>
            <a:r>
              <a:rPr lang="en-US" altLang="ja-JP" b="0" dirty="0">
                <a:solidFill>
                  <a:srgbClr val="333333"/>
                </a:solidFill>
                <a:effectLst/>
                <a:latin typeface="Consolas" panose="020B0609020204030204" pitchFamily="49" charset="0"/>
              </a:rPr>
              <a:t>    </a:t>
            </a:r>
            <a:r>
              <a:rPr lang="en-US" altLang="ja-JP" b="0" dirty="0" err="1">
                <a:solidFill>
                  <a:srgbClr val="333333"/>
                </a:solidFill>
                <a:effectLst/>
                <a:latin typeface="Consolas" panose="020B0609020204030204" pitchFamily="49" charset="0"/>
              </a:rPr>
              <a:t>purrr</a:t>
            </a:r>
            <a:r>
              <a:rPr lang="en-US" altLang="ja-JP" b="0" dirty="0">
                <a:solidFill>
                  <a:srgbClr val="333333"/>
                </a:solidFill>
                <a:effectLst/>
                <a:latin typeface="Consolas" panose="020B0609020204030204" pitchFamily="49" charset="0"/>
              </a:rPr>
              <a:t>,</a:t>
            </a:r>
          </a:p>
          <a:p>
            <a:pPr>
              <a:lnSpc>
                <a:spcPts val="1425"/>
              </a:lnSpc>
              <a:buNone/>
            </a:pPr>
            <a:r>
              <a:rPr lang="en-US" altLang="ja-JP" b="0" dirty="0">
                <a:solidFill>
                  <a:srgbClr val="333333"/>
                </a:solidFill>
                <a:effectLst/>
                <a:latin typeface="Consolas" panose="020B0609020204030204" pitchFamily="49" charset="0"/>
              </a:rPr>
              <a:t>    </a:t>
            </a:r>
            <a:r>
              <a:rPr lang="en-US" altLang="ja-JP" b="0" dirty="0" err="1">
                <a:solidFill>
                  <a:srgbClr val="333333"/>
                </a:solidFill>
                <a:effectLst/>
                <a:latin typeface="Consolas" panose="020B0609020204030204" pitchFamily="49" charset="0"/>
              </a:rPr>
              <a:t>rlang</a:t>
            </a:r>
            <a:r>
              <a:rPr lang="en-US" altLang="ja-JP" b="0" dirty="0">
                <a:solidFill>
                  <a:srgbClr val="333333"/>
                </a:solidFill>
                <a:effectLst/>
                <a:latin typeface="Consolas" panose="020B0609020204030204" pitchFamily="49" charset="0"/>
              </a:rPr>
              <a:t>,</a:t>
            </a:r>
          </a:p>
          <a:p>
            <a:pPr>
              <a:lnSpc>
                <a:spcPts val="1425"/>
              </a:lnSpc>
              <a:buNone/>
            </a:pPr>
            <a:r>
              <a:rPr lang="en-US" altLang="ja-JP" b="0" dirty="0">
                <a:solidFill>
                  <a:srgbClr val="333333"/>
                </a:solidFill>
                <a:effectLst/>
                <a:latin typeface="Consolas" panose="020B0609020204030204" pitchFamily="49" charset="0"/>
              </a:rPr>
              <a:t>    cards</a:t>
            </a:r>
          </a:p>
          <a:p>
            <a:pPr>
              <a:lnSpc>
                <a:spcPts val="1425"/>
              </a:lnSpc>
              <a:buNone/>
            </a:pPr>
            <a:r>
              <a:rPr lang="en-US" altLang="ja-JP" b="0" dirty="0">
                <a:solidFill>
                  <a:srgbClr val="4B69C6"/>
                </a:solidFill>
                <a:effectLst/>
                <a:latin typeface="Consolas" panose="020B0609020204030204" pitchFamily="49" charset="0"/>
              </a:rPr>
              <a:t>Suggests:</a:t>
            </a:r>
            <a:r>
              <a:rPr lang="en-US" altLang="ja-JP" b="0" dirty="0">
                <a:solidFill>
                  <a:srgbClr val="333333"/>
                </a:solidFill>
                <a:effectLst/>
                <a:latin typeface="Consolas" panose="020B0609020204030204" pitchFamily="49" charset="0"/>
              </a:rPr>
              <a:t> </a:t>
            </a:r>
          </a:p>
          <a:p>
            <a:pPr>
              <a:lnSpc>
                <a:spcPts val="1425"/>
              </a:lnSpc>
              <a:buNone/>
            </a:pPr>
            <a:r>
              <a:rPr lang="en-US" altLang="ja-JP" b="0" dirty="0">
                <a:solidFill>
                  <a:srgbClr val="333333"/>
                </a:solidFill>
                <a:effectLst/>
                <a:latin typeface="Consolas" panose="020B0609020204030204" pitchFamily="49" charset="0"/>
              </a:rPr>
              <a:t>        </a:t>
            </a:r>
            <a:r>
              <a:rPr lang="en-US" altLang="ja-JP" b="0" dirty="0" err="1">
                <a:solidFill>
                  <a:srgbClr val="333333"/>
                </a:solidFill>
                <a:effectLst/>
                <a:latin typeface="Consolas" panose="020B0609020204030204" pitchFamily="49" charset="0"/>
              </a:rPr>
              <a:t>testthat</a:t>
            </a:r>
            <a:r>
              <a:rPr lang="en-US" altLang="ja-JP" b="0" dirty="0">
                <a:solidFill>
                  <a:srgbClr val="333333"/>
                </a:solidFill>
                <a:effectLst/>
                <a:latin typeface="Consolas" panose="020B0609020204030204" pitchFamily="49" charset="0"/>
              </a:rPr>
              <a:t> (&gt;= 3.0.0)</a:t>
            </a:r>
          </a:p>
          <a:p>
            <a:pPr>
              <a:lnSpc>
                <a:spcPts val="1425"/>
              </a:lnSpc>
              <a:buNone/>
            </a:pPr>
            <a:r>
              <a:rPr lang="en-US" altLang="ja-JP" b="0" dirty="0">
                <a:solidFill>
                  <a:srgbClr val="4B69C6"/>
                </a:solidFill>
                <a:effectLst/>
                <a:latin typeface="Consolas" panose="020B0609020204030204" pitchFamily="49" charset="0"/>
              </a:rPr>
              <a:t>Config/</a:t>
            </a:r>
            <a:r>
              <a:rPr lang="en-US" altLang="ja-JP" b="0" dirty="0" err="1">
                <a:solidFill>
                  <a:srgbClr val="4B69C6"/>
                </a:solidFill>
                <a:effectLst/>
                <a:latin typeface="Consolas" panose="020B0609020204030204" pitchFamily="49" charset="0"/>
              </a:rPr>
              <a:t>testthat</a:t>
            </a:r>
            <a:r>
              <a:rPr lang="en-US" altLang="ja-JP" b="0" dirty="0">
                <a:solidFill>
                  <a:srgbClr val="4B69C6"/>
                </a:solidFill>
                <a:effectLst/>
                <a:latin typeface="Consolas" panose="020B0609020204030204" pitchFamily="49" charset="0"/>
              </a:rPr>
              <a:t>/edition:</a:t>
            </a:r>
            <a:r>
              <a:rPr lang="en-US" altLang="ja-JP" b="0" dirty="0">
                <a:solidFill>
                  <a:srgbClr val="333333"/>
                </a:solidFill>
                <a:effectLst/>
                <a:latin typeface="Consolas" panose="020B0609020204030204" pitchFamily="49" charset="0"/>
              </a:rPr>
              <a:t> 3</a:t>
            </a:r>
          </a:p>
          <a:p>
            <a:pPr>
              <a:lnSpc>
                <a:spcPts val="1425"/>
              </a:lnSpc>
              <a:buNone/>
            </a:pPr>
            <a:r>
              <a:rPr lang="en-US" altLang="ja-JP" b="0" dirty="0">
                <a:solidFill>
                  <a:srgbClr val="4B69C6"/>
                </a:solidFill>
                <a:effectLst/>
                <a:latin typeface="Consolas" panose="020B0609020204030204" pitchFamily="49" charset="0"/>
              </a:rPr>
              <a:t>URL:</a:t>
            </a:r>
            <a:r>
              <a:rPr lang="en-US" altLang="ja-JP" b="0" dirty="0">
                <a:solidFill>
                  <a:srgbClr val="333333"/>
                </a:solidFill>
                <a:effectLst/>
                <a:latin typeface="Consolas" panose="020B0609020204030204" pitchFamily="49" charset="0"/>
              </a:rPr>
              <a:t> https://github.com/yourname/anaume</a:t>
            </a:r>
          </a:p>
          <a:p>
            <a:pPr>
              <a:lnSpc>
                <a:spcPts val="1425"/>
              </a:lnSpc>
              <a:buNone/>
            </a:pPr>
            <a:r>
              <a:rPr lang="en-US" altLang="ja-JP" b="0" dirty="0" err="1">
                <a:solidFill>
                  <a:srgbClr val="4B69C6"/>
                </a:solidFill>
                <a:effectLst/>
                <a:latin typeface="Consolas" panose="020B0609020204030204" pitchFamily="49" charset="0"/>
              </a:rPr>
              <a:t>BugReports</a:t>
            </a:r>
            <a:r>
              <a:rPr lang="en-US" altLang="ja-JP" b="0" dirty="0">
                <a:solidFill>
                  <a:srgbClr val="4B69C6"/>
                </a:solidFill>
                <a:effectLst/>
                <a:latin typeface="Consolas" panose="020B0609020204030204" pitchFamily="49" charset="0"/>
              </a:rPr>
              <a:t>:</a:t>
            </a:r>
            <a:r>
              <a:rPr lang="en-US" altLang="ja-JP" b="0" dirty="0">
                <a:solidFill>
                  <a:srgbClr val="333333"/>
                </a:solidFill>
                <a:effectLst/>
                <a:latin typeface="Consolas" panose="020B0609020204030204" pitchFamily="49" charset="0"/>
              </a:rPr>
              <a:t> https://github.com/yourname/anaume/issues</a:t>
            </a:r>
          </a:p>
        </p:txBody>
      </p:sp>
      <p:sp>
        <p:nvSpPr>
          <p:cNvPr id="9" name="Content Placeholder 2">
            <a:extLst>
              <a:ext uri="{FF2B5EF4-FFF2-40B4-BE49-F238E27FC236}">
                <a16:creationId xmlns:a16="http://schemas.microsoft.com/office/drawing/2014/main" id="{80C412B8-39A8-A6DF-6AF8-00ED0EF61961}"/>
              </a:ext>
            </a:extLst>
          </p:cNvPr>
          <p:cNvSpPr>
            <a:spLocks noGrp="1"/>
          </p:cNvSpPr>
          <p:nvPr>
            <p:ph idx="1"/>
          </p:nvPr>
        </p:nvSpPr>
        <p:spPr>
          <a:xfrm>
            <a:off x="604839" y="844200"/>
            <a:ext cx="9721416" cy="4140000"/>
          </a:xfrm>
        </p:spPr>
        <p:txBody>
          <a:bodyPr/>
          <a:lstStyle/>
          <a:p>
            <a:r>
              <a:rPr kumimoji="1" lang="ja-JP" altLang="en-US" dirty="0"/>
              <a:t>パッケージ名、概要、作者、ライセンス、依存関係（</a:t>
            </a:r>
            <a:r>
              <a:rPr kumimoji="1" lang="en-US" altLang="ja-JP" dirty="0"/>
              <a:t>Depends/Imports/Suggests </a:t>
            </a:r>
            <a:r>
              <a:rPr kumimoji="1" lang="ja-JP" altLang="en-US" dirty="0"/>
              <a:t>など）といった 全体情報を宣言</a:t>
            </a:r>
          </a:p>
        </p:txBody>
      </p:sp>
    </p:spTree>
    <p:extLst>
      <p:ext uri="{BB962C8B-B14F-4D97-AF65-F5344CB8AC3E}">
        <p14:creationId xmlns:p14="http://schemas.microsoft.com/office/powerpoint/2010/main" val="31017873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E4749-6805-BFAF-6A01-C3291C6CF0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159F6B-1412-A67C-067D-A6091F2DDEE9}"/>
              </a:ext>
            </a:extLst>
          </p:cNvPr>
          <p:cNvSpPr>
            <a:spLocks noGrp="1"/>
          </p:cNvSpPr>
          <p:nvPr>
            <p:ph type="title"/>
          </p:nvPr>
        </p:nvSpPr>
        <p:spPr/>
        <p:txBody>
          <a:bodyPr/>
          <a:lstStyle/>
          <a:p>
            <a:r>
              <a:rPr kumimoji="1" lang="en-US" altLang="ja-JP" dirty="0"/>
              <a:t>NAMESPACE</a:t>
            </a:r>
            <a:endParaRPr kumimoji="1" lang="ja-JP" altLang="en-US" dirty="0"/>
          </a:p>
        </p:txBody>
      </p:sp>
      <p:sp>
        <p:nvSpPr>
          <p:cNvPr id="3" name="Content Placeholder 2">
            <a:extLst>
              <a:ext uri="{FF2B5EF4-FFF2-40B4-BE49-F238E27FC236}">
                <a16:creationId xmlns:a16="http://schemas.microsoft.com/office/drawing/2014/main" id="{4910BD2B-8B76-6CAD-7E2D-FB00790E84DE}"/>
              </a:ext>
            </a:extLst>
          </p:cNvPr>
          <p:cNvSpPr>
            <a:spLocks noGrp="1"/>
          </p:cNvSpPr>
          <p:nvPr>
            <p:ph idx="1"/>
          </p:nvPr>
        </p:nvSpPr>
        <p:spPr>
          <a:xfrm>
            <a:off x="604839" y="906965"/>
            <a:ext cx="9721416" cy="4140000"/>
          </a:xfrm>
        </p:spPr>
        <p:txBody>
          <a:bodyPr/>
          <a:lstStyle/>
          <a:p>
            <a:r>
              <a:rPr kumimoji="1" lang="ja-JP" altLang="en-US" dirty="0"/>
              <a:t>どの関数・クラス等を</a:t>
            </a:r>
            <a:r>
              <a:rPr kumimoji="1" lang="en-US" altLang="ja-JP" dirty="0"/>
              <a:t>Package</a:t>
            </a:r>
            <a:r>
              <a:rPr kumimoji="1" lang="ja-JP" altLang="en-US" dirty="0"/>
              <a:t>から参照できるようにするかを決める</a:t>
            </a:r>
            <a:endParaRPr kumimoji="1" lang="en-US" altLang="ja-JP" dirty="0"/>
          </a:p>
          <a:p>
            <a:r>
              <a:rPr kumimoji="1" lang="ja-JP" altLang="en-US" dirty="0"/>
              <a:t>他パッケージの関数等を自パッケージからどう参照するかを決める（</a:t>
            </a:r>
            <a:r>
              <a:rPr kumimoji="1" lang="en-US" altLang="ja-JP" dirty="0"/>
              <a:t>imports</a:t>
            </a:r>
            <a:r>
              <a:rPr kumimoji="1" lang="ja-JP" altLang="en-US" dirty="0"/>
              <a:t>）</a:t>
            </a:r>
            <a:endParaRPr kumimoji="1" lang="en-US" altLang="ja-JP" dirty="0"/>
          </a:p>
          <a:p>
            <a:r>
              <a:rPr lang="ja-JP" altLang="en-US" dirty="0"/>
              <a:t>通常</a:t>
            </a:r>
            <a:r>
              <a:rPr lang="en-US" altLang="ja-JP" dirty="0"/>
              <a:t>Manual</a:t>
            </a:r>
            <a:r>
              <a:rPr lang="ja-JP" altLang="en-US" dirty="0"/>
              <a:t>では編集しない</a:t>
            </a:r>
            <a:endParaRPr kumimoji="1" lang="ja-JP" altLang="en-US" dirty="0"/>
          </a:p>
        </p:txBody>
      </p:sp>
      <p:sp>
        <p:nvSpPr>
          <p:cNvPr id="4" name="Footer Placeholder 3">
            <a:extLst>
              <a:ext uri="{FF2B5EF4-FFF2-40B4-BE49-F238E27FC236}">
                <a16:creationId xmlns:a16="http://schemas.microsoft.com/office/drawing/2014/main" id="{BF94929B-FF23-9CAD-F648-BAF98CAD0B80}"/>
              </a:ext>
            </a:extLst>
          </p:cNvPr>
          <p:cNvSpPr>
            <a:spLocks noGrp="1"/>
          </p:cNvSpPr>
          <p:nvPr>
            <p:ph type="ftr" sz="quarter" idx="11"/>
          </p:nvPr>
        </p:nvSpPr>
        <p:spPr/>
        <p:txBody>
          <a:bodyPr/>
          <a:lstStyle/>
          <a:p>
            <a:r>
              <a:rPr lang="en-US" noProof="0"/>
              <a:t>Insert menu &gt; Header &amp; Footer button</a:t>
            </a:r>
          </a:p>
        </p:txBody>
      </p:sp>
      <p:sp>
        <p:nvSpPr>
          <p:cNvPr id="5" name="Rectangle 4">
            <a:extLst>
              <a:ext uri="{FF2B5EF4-FFF2-40B4-BE49-F238E27FC236}">
                <a16:creationId xmlns:a16="http://schemas.microsoft.com/office/drawing/2014/main" id="{BBCE9018-4104-857A-822C-2E1C7466900C}"/>
              </a:ext>
            </a:extLst>
          </p:cNvPr>
          <p:cNvSpPr/>
          <p:nvPr/>
        </p:nvSpPr>
        <p:spPr>
          <a:xfrm>
            <a:off x="0" y="1408"/>
            <a:ext cx="1292772" cy="219309"/>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Metadata</a:t>
            </a:r>
            <a:endParaRPr kumimoji="1" lang="ja-JP" altLang="en-US" dirty="0">
              <a:solidFill>
                <a:schemeClr val="tx1"/>
              </a:solidFill>
            </a:endParaRPr>
          </a:p>
        </p:txBody>
      </p:sp>
      <p:sp>
        <p:nvSpPr>
          <p:cNvPr id="7" name="TextBox 6">
            <a:extLst>
              <a:ext uri="{FF2B5EF4-FFF2-40B4-BE49-F238E27FC236}">
                <a16:creationId xmlns:a16="http://schemas.microsoft.com/office/drawing/2014/main" id="{6EE8E5F3-A9C3-7CD2-E6AA-13A5CAB897F0}"/>
              </a:ext>
            </a:extLst>
          </p:cNvPr>
          <p:cNvSpPr txBox="1"/>
          <p:nvPr/>
        </p:nvSpPr>
        <p:spPr>
          <a:xfrm>
            <a:off x="2624431" y="2752557"/>
            <a:ext cx="6118517" cy="3877087"/>
          </a:xfrm>
          <a:prstGeom prst="rect">
            <a:avLst/>
          </a:prstGeom>
          <a:solidFill>
            <a:schemeClr val="accent4">
              <a:lumMod val="20000"/>
              <a:lumOff val="80000"/>
            </a:schemeClr>
          </a:solidFill>
        </p:spPr>
        <p:txBody>
          <a:bodyPr wrap="square">
            <a:spAutoFit/>
          </a:bodyPr>
          <a:lstStyle/>
          <a:p>
            <a:pPr>
              <a:lnSpc>
                <a:spcPts val="1425"/>
              </a:lnSpc>
              <a:buNone/>
            </a:pPr>
            <a:r>
              <a:rPr lang="en-US" altLang="ja-JP" b="0" dirty="0">
                <a:solidFill>
                  <a:srgbClr val="9C5D27"/>
                </a:solidFill>
                <a:effectLst/>
                <a:latin typeface="Consolas" panose="020B0609020204030204" pitchFamily="49" charset="0"/>
              </a:rPr>
              <a:t>S3method</a:t>
            </a:r>
            <a:r>
              <a:rPr lang="en-US" altLang="ja-JP" b="0" dirty="0">
                <a:solidFill>
                  <a:srgbClr val="777777"/>
                </a:solidFill>
                <a:effectLst/>
                <a:latin typeface="Consolas" panose="020B0609020204030204" pitchFamily="49" charset="0"/>
              </a:rPr>
              <a:t>(</a:t>
            </a:r>
            <a:r>
              <a:rPr lang="en-US" altLang="ja-JP" b="0" u="sng" dirty="0" err="1">
                <a:solidFill>
                  <a:srgbClr val="333333"/>
                </a:solidFill>
                <a:effectLst/>
                <a:latin typeface="Consolas" panose="020B0609020204030204" pitchFamily="49" charset="0"/>
              </a:rPr>
              <a:t>format</a:t>
            </a:r>
            <a:r>
              <a:rPr lang="en-US" altLang="ja-JP" b="0" dirty="0" err="1">
                <a:solidFill>
                  <a:srgbClr val="333333"/>
                </a:solidFill>
                <a:effectLst/>
                <a:latin typeface="Consolas" panose="020B0609020204030204" pitchFamily="49" charset="0"/>
              </a:rPr>
              <a:t>,</a:t>
            </a:r>
            <a:r>
              <a:rPr lang="en-US" altLang="ja-JP" b="0" dirty="0" err="1">
                <a:solidFill>
                  <a:srgbClr val="7A3E9D"/>
                </a:solidFill>
                <a:effectLst/>
                <a:latin typeface="Consolas" panose="020B0609020204030204" pitchFamily="49" charset="0"/>
              </a:rPr>
              <a:t>ae_type</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a:solidFill>
                  <a:srgbClr val="9C5D27"/>
                </a:solidFill>
                <a:effectLst/>
                <a:latin typeface="Consolas" panose="020B0609020204030204" pitchFamily="49" charset="0"/>
              </a:rPr>
              <a:t>S3method</a:t>
            </a:r>
            <a:r>
              <a:rPr lang="en-US" altLang="ja-JP" b="0" dirty="0">
                <a:solidFill>
                  <a:srgbClr val="777777"/>
                </a:solidFill>
                <a:effectLst/>
                <a:latin typeface="Consolas" panose="020B0609020204030204" pitchFamily="49" charset="0"/>
              </a:rPr>
              <a:t>(</a:t>
            </a:r>
            <a:r>
              <a:rPr lang="en-US" altLang="ja-JP" b="0" u="sng" dirty="0" err="1">
                <a:solidFill>
                  <a:srgbClr val="333333"/>
                </a:solidFill>
                <a:effectLst/>
                <a:latin typeface="Consolas" panose="020B0609020204030204" pitchFamily="49" charset="0"/>
              </a:rPr>
              <a:t>print</a:t>
            </a:r>
            <a:r>
              <a:rPr lang="en-US" altLang="ja-JP" b="0" dirty="0" err="1">
                <a:solidFill>
                  <a:srgbClr val="333333"/>
                </a:solidFill>
                <a:effectLst/>
                <a:latin typeface="Consolas" panose="020B0609020204030204" pitchFamily="49" charset="0"/>
              </a:rPr>
              <a:t>,</a:t>
            </a:r>
            <a:r>
              <a:rPr lang="en-US" altLang="ja-JP" b="0" dirty="0" err="1">
                <a:solidFill>
                  <a:srgbClr val="7A3E9D"/>
                </a:solidFill>
                <a:effectLst/>
                <a:latin typeface="Consolas" panose="020B0609020204030204" pitchFamily="49" charset="0"/>
              </a:rPr>
              <a:t>ae_type</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a:solidFill>
                  <a:srgbClr val="9C5D27"/>
                </a:solidFill>
                <a:effectLst/>
                <a:latin typeface="Consolas" panose="020B0609020204030204" pitchFamily="49" charset="0"/>
              </a:rPr>
              <a:t>export</a:t>
            </a:r>
            <a:r>
              <a:rPr lang="en-US" altLang="ja-JP" b="0" dirty="0">
                <a:solidFill>
                  <a:srgbClr val="777777"/>
                </a:solidFill>
                <a:effectLst/>
                <a:latin typeface="Consolas" panose="020B0609020204030204" pitchFamily="49" charset="0"/>
              </a:rPr>
              <a:t>(</a:t>
            </a:r>
            <a:r>
              <a:rPr lang="en-US" altLang="ja-JP" b="0" u="sng" dirty="0" err="1">
                <a:solidFill>
                  <a:srgbClr val="333333"/>
                </a:solidFill>
                <a:effectLst/>
                <a:latin typeface="Consolas" panose="020B0609020204030204" pitchFamily="49" charset="0"/>
              </a:rPr>
              <a:t>ae_condition</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a:solidFill>
                  <a:srgbClr val="9C5D27"/>
                </a:solidFill>
                <a:effectLst/>
                <a:latin typeface="Consolas" panose="020B0609020204030204" pitchFamily="49" charset="0"/>
              </a:rPr>
              <a:t>export</a:t>
            </a:r>
            <a:r>
              <a:rPr lang="en-US" altLang="ja-JP" b="0" dirty="0">
                <a:solidFill>
                  <a:srgbClr val="777777"/>
                </a:solidFill>
                <a:effectLst/>
                <a:latin typeface="Consolas" panose="020B0609020204030204" pitchFamily="49" charset="0"/>
              </a:rPr>
              <a:t>(</a:t>
            </a:r>
            <a:r>
              <a:rPr lang="en-US" altLang="ja-JP" b="0" u="sng" dirty="0" err="1">
                <a:solidFill>
                  <a:srgbClr val="333333"/>
                </a:solidFill>
                <a:effectLst/>
                <a:latin typeface="Consolas" panose="020B0609020204030204" pitchFamily="49" charset="0"/>
              </a:rPr>
              <a:t>ae_id</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a:solidFill>
                  <a:srgbClr val="9C5D27"/>
                </a:solidFill>
                <a:effectLst/>
                <a:latin typeface="Consolas" panose="020B0609020204030204" pitchFamily="49" charset="0"/>
              </a:rPr>
              <a:t>export</a:t>
            </a:r>
            <a:r>
              <a:rPr lang="en-US" altLang="ja-JP" b="0" dirty="0">
                <a:solidFill>
                  <a:srgbClr val="777777"/>
                </a:solidFill>
                <a:effectLst/>
                <a:latin typeface="Consolas" panose="020B0609020204030204" pitchFamily="49" charset="0"/>
              </a:rPr>
              <a:t>(</a:t>
            </a:r>
            <a:r>
              <a:rPr lang="en-US" altLang="ja-JP" b="0" u="sng" dirty="0" err="1">
                <a:solidFill>
                  <a:srgbClr val="333333"/>
                </a:solidFill>
                <a:effectLst/>
                <a:latin typeface="Consolas" panose="020B0609020204030204" pitchFamily="49" charset="0"/>
              </a:rPr>
              <a:t>ae_label</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a:solidFill>
                  <a:srgbClr val="9C5D27"/>
                </a:solidFill>
                <a:effectLst/>
                <a:latin typeface="Consolas" panose="020B0609020204030204" pitchFamily="49" charset="0"/>
              </a:rPr>
              <a:t>export</a:t>
            </a:r>
            <a:r>
              <a:rPr lang="en-US" altLang="ja-JP" b="0" dirty="0">
                <a:solidFill>
                  <a:srgbClr val="777777"/>
                </a:solidFill>
                <a:effectLst/>
                <a:latin typeface="Consolas" panose="020B0609020204030204" pitchFamily="49" charset="0"/>
              </a:rPr>
              <a:t>(</a:t>
            </a:r>
            <a:r>
              <a:rPr lang="en-US" altLang="ja-JP" b="0" u="sng" dirty="0" err="1">
                <a:solidFill>
                  <a:srgbClr val="333333"/>
                </a:solidFill>
                <a:effectLst/>
                <a:latin typeface="Consolas" panose="020B0609020204030204" pitchFamily="49" charset="0"/>
              </a:rPr>
              <a:t>jpn_query_aggregate</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a:solidFill>
                  <a:srgbClr val="9C5D27"/>
                </a:solidFill>
                <a:effectLst/>
                <a:latin typeface="Consolas" panose="020B0609020204030204" pitchFamily="49" charset="0"/>
              </a:rPr>
              <a:t>export</a:t>
            </a:r>
            <a:r>
              <a:rPr lang="en-US" altLang="ja-JP" b="0" dirty="0">
                <a:solidFill>
                  <a:srgbClr val="777777"/>
                </a:solidFill>
                <a:effectLst/>
                <a:latin typeface="Consolas" panose="020B0609020204030204" pitchFamily="49" charset="0"/>
              </a:rPr>
              <a:t>(</a:t>
            </a:r>
            <a:r>
              <a:rPr lang="en-US" altLang="ja-JP" b="0" u="sng" dirty="0" err="1">
                <a:solidFill>
                  <a:srgbClr val="333333"/>
                </a:solidFill>
                <a:effectLst/>
                <a:latin typeface="Consolas" panose="020B0609020204030204" pitchFamily="49" charset="0"/>
              </a:rPr>
              <a:t>jpn_query_base</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a:solidFill>
                  <a:srgbClr val="9C5D27"/>
                </a:solidFill>
                <a:effectLst/>
                <a:latin typeface="Consolas" panose="020B0609020204030204" pitchFamily="49" charset="0"/>
              </a:rPr>
              <a:t>export</a:t>
            </a:r>
            <a:r>
              <a:rPr lang="en-US" altLang="ja-JP" b="0" dirty="0">
                <a:solidFill>
                  <a:srgbClr val="777777"/>
                </a:solidFill>
                <a:effectLst/>
                <a:latin typeface="Consolas" panose="020B0609020204030204" pitchFamily="49" charset="0"/>
              </a:rPr>
              <a:t>(</a:t>
            </a:r>
            <a:r>
              <a:rPr lang="en-US" altLang="ja-JP" b="0" u="sng" dirty="0" err="1">
                <a:solidFill>
                  <a:srgbClr val="333333"/>
                </a:solidFill>
                <a:effectLst/>
                <a:latin typeface="Consolas" panose="020B0609020204030204" pitchFamily="49" charset="0"/>
              </a:rPr>
              <a:t>jpn_query_overview</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a:solidFill>
                  <a:srgbClr val="9C5D27"/>
                </a:solidFill>
                <a:effectLst/>
                <a:latin typeface="Consolas" panose="020B0609020204030204" pitchFamily="49" charset="0"/>
              </a:rPr>
              <a:t>export</a:t>
            </a:r>
            <a:r>
              <a:rPr lang="en-US" altLang="ja-JP" b="0" dirty="0">
                <a:solidFill>
                  <a:srgbClr val="777777"/>
                </a:solidFill>
                <a:effectLst/>
                <a:latin typeface="Consolas" panose="020B0609020204030204" pitchFamily="49" charset="0"/>
              </a:rPr>
              <a:t>(</a:t>
            </a:r>
            <a:r>
              <a:rPr lang="en-US" altLang="ja-JP" b="0" u="sng" dirty="0" err="1">
                <a:solidFill>
                  <a:srgbClr val="333333"/>
                </a:solidFill>
                <a:effectLst/>
                <a:latin typeface="Consolas" panose="020B0609020204030204" pitchFamily="49" charset="0"/>
              </a:rPr>
              <a:t>make_ae_type</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a:solidFill>
                  <a:srgbClr val="9C5D27"/>
                </a:solidFill>
                <a:effectLst/>
                <a:latin typeface="Consolas" panose="020B0609020204030204" pitchFamily="49" charset="0"/>
              </a:rPr>
              <a:t>export</a:t>
            </a:r>
            <a:r>
              <a:rPr lang="en-US" altLang="ja-JP" b="0" dirty="0">
                <a:solidFill>
                  <a:srgbClr val="777777"/>
                </a:solidFill>
                <a:effectLst/>
                <a:latin typeface="Consolas" panose="020B0609020204030204" pitchFamily="49" charset="0"/>
              </a:rPr>
              <a:t>(</a:t>
            </a:r>
            <a:r>
              <a:rPr lang="en-US" altLang="ja-JP" b="0" u="sng" dirty="0" err="1">
                <a:solidFill>
                  <a:srgbClr val="333333"/>
                </a:solidFill>
                <a:effectLst/>
                <a:latin typeface="Consolas" panose="020B0609020204030204" pitchFamily="49" charset="0"/>
              </a:rPr>
              <a:t>merge_ae_types</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err="1">
                <a:solidFill>
                  <a:srgbClr val="4B69C6"/>
                </a:solidFill>
                <a:effectLst/>
                <a:latin typeface="Consolas" panose="020B0609020204030204" pitchFamily="49" charset="0"/>
              </a:rPr>
              <a:t>importFrom</a:t>
            </a:r>
            <a:r>
              <a:rPr lang="en-US" altLang="ja-JP" b="0" dirty="0">
                <a:solidFill>
                  <a:srgbClr val="777777"/>
                </a:solidFill>
                <a:effectLst/>
                <a:latin typeface="Consolas" panose="020B0609020204030204" pitchFamily="49" charset="0"/>
              </a:rPr>
              <a:t>(</a:t>
            </a:r>
            <a:r>
              <a:rPr lang="en-US" altLang="ja-JP" b="0" dirty="0" err="1">
                <a:solidFill>
                  <a:srgbClr val="7A3E9D"/>
                </a:solidFill>
                <a:effectLst/>
                <a:latin typeface="Consolas" panose="020B0609020204030204" pitchFamily="49" charset="0"/>
              </a:rPr>
              <a:t>cards</a:t>
            </a:r>
            <a:r>
              <a:rPr lang="en-US" altLang="ja-JP" b="0" dirty="0" err="1">
                <a:solidFill>
                  <a:srgbClr val="333333"/>
                </a:solidFill>
                <a:effectLst/>
                <a:latin typeface="Consolas" panose="020B0609020204030204" pitchFamily="49" charset="0"/>
              </a:rPr>
              <a:t>,</a:t>
            </a:r>
            <a:r>
              <a:rPr lang="en-US" altLang="ja-JP" b="0" u="sng" dirty="0" err="1">
                <a:solidFill>
                  <a:srgbClr val="333333"/>
                </a:solidFill>
                <a:effectLst/>
                <a:latin typeface="Consolas" panose="020B0609020204030204" pitchFamily="49" charset="0"/>
              </a:rPr>
              <a:t>ard_stack_hierarchical</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err="1">
                <a:solidFill>
                  <a:srgbClr val="4B69C6"/>
                </a:solidFill>
                <a:effectLst/>
                <a:latin typeface="Consolas" panose="020B0609020204030204" pitchFamily="49" charset="0"/>
              </a:rPr>
              <a:t>importFrom</a:t>
            </a:r>
            <a:r>
              <a:rPr lang="en-US" altLang="ja-JP" b="0" dirty="0">
                <a:solidFill>
                  <a:srgbClr val="777777"/>
                </a:solidFill>
                <a:effectLst/>
                <a:latin typeface="Consolas" panose="020B0609020204030204" pitchFamily="49" charset="0"/>
              </a:rPr>
              <a:t>(</a:t>
            </a:r>
            <a:r>
              <a:rPr lang="en-US" altLang="ja-JP" b="0" dirty="0" err="1">
                <a:solidFill>
                  <a:srgbClr val="7A3E9D"/>
                </a:solidFill>
                <a:effectLst/>
                <a:latin typeface="Consolas" panose="020B0609020204030204" pitchFamily="49" charset="0"/>
              </a:rPr>
              <a:t>dplyr</a:t>
            </a:r>
            <a:r>
              <a:rPr lang="en-US" altLang="ja-JP" b="0" dirty="0" err="1">
                <a:solidFill>
                  <a:srgbClr val="333333"/>
                </a:solidFill>
                <a:effectLst/>
                <a:latin typeface="Consolas" panose="020B0609020204030204" pitchFamily="49" charset="0"/>
              </a:rPr>
              <a:t>,</a:t>
            </a:r>
            <a:r>
              <a:rPr lang="en-US" altLang="ja-JP" b="0" u="sng" dirty="0" err="1">
                <a:solidFill>
                  <a:srgbClr val="333333"/>
                </a:solidFill>
                <a:effectLst/>
                <a:latin typeface="Consolas" panose="020B0609020204030204" pitchFamily="49" charset="0"/>
              </a:rPr>
              <a:t>all_of</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err="1">
                <a:solidFill>
                  <a:srgbClr val="4B69C6"/>
                </a:solidFill>
                <a:effectLst/>
                <a:latin typeface="Consolas" panose="020B0609020204030204" pitchFamily="49" charset="0"/>
              </a:rPr>
              <a:t>importFrom</a:t>
            </a:r>
            <a:r>
              <a:rPr lang="en-US" altLang="ja-JP" b="0" dirty="0">
                <a:solidFill>
                  <a:srgbClr val="777777"/>
                </a:solidFill>
                <a:effectLst/>
                <a:latin typeface="Consolas" panose="020B0609020204030204" pitchFamily="49" charset="0"/>
              </a:rPr>
              <a:t>(</a:t>
            </a:r>
            <a:r>
              <a:rPr lang="en-US" altLang="ja-JP" b="0" dirty="0" err="1">
                <a:solidFill>
                  <a:srgbClr val="7A3E9D"/>
                </a:solidFill>
                <a:effectLst/>
                <a:latin typeface="Consolas" panose="020B0609020204030204" pitchFamily="49" charset="0"/>
              </a:rPr>
              <a:t>dplyr</a:t>
            </a:r>
            <a:r>
              <a:rPr lang="en-US" altLang="ja-JP" b="0" dirty="0" err="1">
                <a:solidFill>
                  <a:srgbClr val="333333"/>
                </a:solidFill>
                <a:effectLst/>
                <a:latin typeface="Consolas" panose="020B0609020204030204" pitchFamily="49" charset="0"/>
              </a:rPr>
              <a:t>,</a:t>
            </a:r>
            <a:r>
              <a:rPr lang="en-US" altLang="ja-JP" b="0" u="sng" dirty="0" err="1">
                <a:solidFill>
                  <a:srgbClr val="333333"/>
                </a:solidFill>
                <a:effectLst/>
                <a:latin typeface="Consolas" panose="020B0609020204030204" pitchFamily="49" charset="0"/>
              </a:rPr>
              <a:t>filter</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err="1">
                <a:solidFill>
                  <a:srgbClr val="4B69C6"/>
                </a:solidFill>
                <a:effectLst/>
                <a:latin typeface="Consolas" panose="020B0609020204030204" pitchFamily="49" charset="0"/>
              </a:rPr>
              <a:t>importFrom</a:t>
            </a:r>
            <a:r>
              <a:rPr lang="en-US" altLang="ja-JP" b="0" dirty="0">
                <a:solidFill>
                  <a:srgbClr val="777777"/>
                </a:solidFill>
                <a:effectLst/>
                <a:latin typeface="Consolas" panose="020B0609020204030204" pitchFamily="49" charset="0"/>
              </a:rPr>
              <a:t>(</a:t>
            </a:r>
            <a:r>
              <a:rPr lang="en-US" altLang="ja-JP" b="0" dirty="0" err="1">
                <a:solidFill>
                  <a:srgbClr val="7A3E9D"/>
                </a:solidFill>
                <a:effectLst/>
                <a:latin typeface="Consolas" panose="020B0609020204030204" pitchFamily="49" charset="0"/>
              </a:rPr>
              <a:t>dplyr</a:t>
            </a:r>
            <a:r>
              <a:rPr lang="en-US" altLang="ja-JP" b="0" dirty="0" err="1">
                <a:solidFill>
                  <a:srgbClr val="333333"/>
                </a:solidFill>
                <a:effectLst/>
                <a:latin typeface="Consolas" panose="020B0609020204030204" pitchFamily="49" charset="0"/>
              </a:rPr>
              <a:t>,</a:t>
            </a:r>
            <a:r>
              <a:rPr lang="en-US" altLang="ja-JP" b="0" u="sng" dirty="0" err="1">
                <a:solidFill>
                  <a:srgbClr val="333333"/>
                </a:solidFill>
                <a:effectLst/>
                <a:latin typeface="Consolas" panose="020B0609020204030204" pitchFamily="49" charset="0"/>
              </a:rPr>
              <a:t>group_vars</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err="1">
                <a:solidFill>
                  <a:srgbClr val="4B69C6"/>
                </a:solidFill>
                <a:effectLst/>
                <a:latin typeface="Consolas" panose="020B0609020204030204" pitchFamily="49" charset="0"/>
              </a:rPr>
              <a:t>importFrom</a:t>
            </a:r>
            <a:r>
              <a:rPr lang="en-US" altLang="ja-JP" b="0" dirty="0">
                <a:solidFill>
                  <a:srgbClr val="777777"/>
                </a:solidFill>
                <a:effectLst/>
                <a:latin typeface="Consolas" panose="020B0609020204030204" pitchFamily="49" charset="0"/>
              </a:rPr>
              <a:t>(</a:t>
            </a:r>
            <a:r>
              <a:rPr lang="en-US" altLang="ja-JP" b="0" dirty="0" err="1">
                <a:solidFill>
                  <a:srgbClr val="7A3E9D"/>
                </a:solidFill>
                <a:effectLst/>
                <a:latin typeface="Consolas" panose="020B0609020204030204" pitchFamily="49" charset="0"/>
              </a:rPr>
              <a:t>dplyr</a:t>
            </a:r>
            <a:r>
              <a:rPr lang="en-US" altLang="ja-JP" b="0" dirty="0" err="1">
                <a:solidFill>
                  <a:srgbClr val="333333"/>
                </a:solidFill>
                <a:effectLst/>
                <a:latin typeface="Consolas" panose="020B0609020204030204" pitchFamily="49" charset="0"/>
              </a:rPr>
              <a:t>,</a:t>
            </a:r>
            <a:r>
              <a:rPr lang="en-US" altLang="ja-JP" b="0" u="sng" dirty="0" err="1">
                <a:solidFill>
                  <a:srgbClr val="333333"/>
                </a:solidFill>
                <a:effectLst/>
                <a:latin typeface="Consolas" panose="020B0609020204030204" pitchFamily="49" charset="0"/>
              </a:rPr>
              <a:t>mutate</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err="1">
                <a:solidFill>
                  <a:srgbClr val="4B69C6"/>
                </a:solidFill>
                <a:effectLst/>
                <a:latin typeface="Consolas" panose="020B0609020204030204" pitchFamily="49" charset="0"/>
              </a:rPr>
              <a:t>importFrom</a:t>
            </a:r>
            <a:r>
              <a:rPr lang="en-US" altLang="ja-JP" b="0" dirty="0">
                <a:solidFill>
                  <a:srgbClr val="777777"/>
                </a:solidFill>
                <a:effectLst/>
                <a:latin typeface="Consolas" panose="020B0609020204030204" pitchFamily="49" charset="0"/>
              </a:rPr>
              <a:t>(</a:t>
            </a:r>
            <a:r>
              <a:rPr lang="en-US" altLang="ja-JP" b="0" dirty="0" err="1">
                <a:solidFill>
                  <a:srgbClr val="7A3E9D"/>
                </a:solidFill>
                <a:effectLst/>
                <a:latin typeface="Consolas" panose="020B0609020204030204" pitchFamily="49" charset="0"/>
              </a:rPr>
              <a:t>dplyr</a:t>
            </a:r>
            <a:r>
              <a:rPr lang="en-US" altLang="ja-JP" b="0" dirty="0" err="1">
                <a:solidFill>
                  <a:srgbClr val="333333"/>
                </a:solidFill>
                <a:effectLst/>
                <a:latin typeface="Consolas" panose="020B0609020204030204" pitchFamily="49" charset="0"/>
              </a:rPr>
              <a:t>,</a:t>
            </a:r>
            <a:r>
              <a:rPr lang="en-US" altLang="ja-JP" b="0" u="sng" dirty="0" err="1">
                <a:solidFill>
                  <a:srgbClr val="333333"/>
                </a:solidFill>
                <a:effectLst/>
                <a:latin typeface="Consolas" panose="020B0609020204030204" pitchFamily="49" charset="0"/>
              </a:rPr>
              <a:t>select</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err="1">
                <a:solidFill>
                  <a:srgbClr val="4B69C6"/>
                </a:solidFill>
                <a:effectLst/>
                <a:latin typeface="Consolas" panose="020B0609020204030204" pitchFamily="49" charset="0"/>
              </a:rPr>
              <a:t>importFrom</a:t>
            </a:r>
            <a:r>
              <a:rPr lang="en-US" altLang="ja-JP" b="0" dirty="0">
                <a:solidFill>
                  <a:srgbClr val="777777"/>
                </a:solidFill>
                <a:effectLst/>
                <a:latin typeface="Consolas" panose="020B0609020204030204" pitchFamily="49" charset="0"/>
              </a:rPr>
              <a:t>(</a:t>
            </a:r>
            <a:r>
              <a:rPr lang="en-US" altLang="ja-JP" b="0" dirty="0" err="1">
                <a:solidFill>
                  <a:srgbClr val="7A3E9D"/>
                </a:solidFill>
                <a:effectLst/>
                <a:latin typeface="Consolas" panose="020B0609020204030204" pitchFamily="49" charset="0"/>
              </a:rPr>
              <a:t>purrr</a:t>
            </a:r>
            <a:r>
              <a:rPr lang="en-US" altLang="ja-JP" b="0" dirty="0" err="1">
                <a:solidFill>
                  <a:srgbClr val="333333"/>
                </a:solidFill>
                <a:effectLst/>
                <a:latin typeface="Consolas" panose="020B0609020204030204" pitchFamily="49" charset="0"/>
              </a:rPr>
              <a:t>,</a:t>
            </a:r>
            <a:r>
              <a:rPr lang="en-US" altLang="ja-JP" b="0" u="sng" dirty="0" err="1">
                <a:solidFill>
                  <a:srgbClr val="333333"/>
                </a:solidFill>
                <a:effectLst/>
                <a:latin typeface="Consolas" panose="020B0609020204030204" pitchFamily="49" charset="0"/>
              </a:rPr>
              <a:t>map_dfr</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err="1">
                <a:solidFill>
                  <a:srgbClr val="4B69C6"/>
                </a:solidFill>
                <a:effectLst/>
                <a:latin typeface="Consolas" panose="020B0609020204030204" pitchFamily="49" charset="0"/>
              </a:rPr>
              <a:t>importFrom</a:t>
            </a:r>
            <a:r>
              <a:rPr lang="en-US" altLang="ja-JP" b="0" dirty="0">
                <a:solidFill>
                  <a:srgbClr val="777777"/>
                </a:solidFill>
                <a:effectLst/>
                <a:latin typeface="Consolas" panose="020B0609020204030204" pitchFamily="49" charset="0"/>
              </a:rPr>
              <a:t>(</a:t>
            </a:r>
            <a:r>
              <a:rPr lang="en-US" altLang="ja-JP" b="0" dirty="0" err="1">
                <a:solidFill>
                  <a:srgbClr val="7A3E9D"/>
                </a:solidFill>
                <a:effectLst/>
                <a:latin typeface="Consolas" panose="020B0609020204030204" pitchFamily="49" charset="0"/>
              </a:rPr>
              <a:t>rlang</a:t>
            </a:r>
            <a:r>
              <a:rPr lang="en-US" altLang="ja-JP" b="0" dirty="0" err="1">
                <a:solidFill>
                  <a:srgbClr val="333333"/>
                </a:solidFill>
                <a:effectLst/>
                <a:latin typeface="Consolas" panose="020B0609020204030204" pitchFamily="49" charset="0"/>
              </a:rPr>
              <a:t>,</a:t>
            </a:r>
            <a:r>
              <a:rPr lang="en-US" altLang="ja-JP" b="0" u="sng" dirty="0" err="1">
                <a:solidFill>
                  <a:srgbClr val="333333"/>
                </a:solidFill>
                <a:effectLst/>
                <a:latin typeface="Consolas" panose="020B0609020204030204" pitchFamily="49" charset="0"/>
              </a:rPr>
              <a:t>enquo</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err="1">
                <a:solidFill>
                  <a:srgbClr val="4B69C6"/>
                </a:solidFill>
                <a:effectLst/>
                <a:latin typeface="Consolas" panose="020B0609020204030204" pitchFamily="49" charset="0"/>
              </a:rPr>
              <a:t>importFrom</a:t>
            </a:r>
            <a:r>
              <a:rPr lang="en-US" altLang="ja-JP" b="0" dirty="0">
                <a:solidFill>
                  <a:srgbClr val="777777"/>
                </a:solidFill>
                <a:effectLst/>
                <a:latin typeface="Consolas" panose="020B0609020204030204" pitchFamily="49" charset="0"/>
              </a:rPr>
              <a:t>(</a:t>
            </a:r>
            <a:r>
              <a:rPr lang="en-US" altLang="ja-JP" b="0" dirty="0" err="1">
                <a:solidFill>
                  <a:srgbClr val="7A3E9D"/>
                </a:solidFill>
                <a:effectLst/>
                <a:latin typeface="Consolas" panose="020B0609020204030204" pitchFamily="49" charset="0"/>
              </a:rPr>
              <a:t>rlang</a:t>
            </a:r>
            <a:r>
              <a:rPr lang="en-US" altLang="ja-JP" b="0" dirty="0" err="1">
                <a:solidFill>
                  <a:srgbClr val="333333"/>
                </a:solidFill>
                <a:effectLst/>
                <a:latin typeface="Consolas" panose="020B0609020204030204" pitchFamily="49" charset="0"/>
              </a:rPr>
              <a:t>,</a:t>
            </a:r>
            <a:r>
              <a:rPr lang="en-US" altLang="ja-JP" b="0" u="sng" dirty="0" err="1">
                <a:solidFill>
                  <a:srgbClr val="333333"/>
                </a:solidFill>
                <a:effectLst/>
                <a:latin typeface="Consolas" panose="020B0609020204030204" pitchFamily="49" charset="0"/>
              </a:rPr>
              <a:t>eval_tidy</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err="1">
                <a:solidFill>
                  <a:srgbClr val="4B69C6"/>
                </a:solidFill>
                <a:effectLst/>
                <a:latin typeface="Consolas" panose="020B0609020204030204" pitchFamily="49" charset="0"/>
              </a:rPr>
              <a:t>importFrom</a:t>
            </a:r>
            <a:r>
              <a:rPr lang="en-US" altLang="ja-JP" b="0" dirty="0">
                <a:solidFill>
                  <a:srgbClr val="777777"/>
                </a:solidFill>
                <a:effectLst/>
                <a:latin typeface="Consolas" panose="020B0609020204030204" pitchFamily="49" charset="0"/>
              </a:rPr>
              <a:t>(</a:t>
            </a:r>
            <a:r>
              <a:rPr lang="en-US" altLang="ja-JP" b="0" dirty="0" err="1">
                <a:solidFill>
                  <a:srgbClr val="7A3E9D"/>
                </a:solidFill>
                <a:effectLst/>
                <a:latin typeface="Consolas" panose="020B0609020204030204" pitchFamily="49" charset="0"/>
              </a:rPr>
              <a:t>rlang</a:t>
            </a:r>
            <a:r>
              <a:rPr lang="en-US" altLang="ja-JP" b="0" dirty="0" err="1">
                <a:solidFill>
                  <a:srgbClr val="333333"/>
                </a:solidFill>
                <a:effectLst/>
                <a:latin typeface="Consolas" panose="020B0609020204030204" pitchFamily="49" charset="0"/>
              </a:rPr>
              <a:t>,</a:t>
            </a:r>
            <a:r>
              <a:rPr lang="en-US" altLang="ja-JP" b="0" u="sng" dirty="0" err="1">
                <a:solidFill>
                  <a:srgbClr val="333333"/>
                </a:solidFill>
                <a:effectLst/>
                <a:latin typeface="Consolas" panose="020B0609020204030204" pitchFamily="49" charset="0"/>
              </a:rPr>
              <a:t>quo_is_null</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err="1">
                <a:solidFill>
                  <a:srgbClr val="4B69C6"/>
                </a:solidFill>
                <a:effectLst/>
                <a:latin typeface="Consolas" panose="020B0609020204030204" pitchFamily="49" charset="0"/>
              </a:rPr>
              <a:t>importFrom</a:t>
            </a:r>
            <a:r>
              <a:rPr lang="en-US" altLang="ja-JP" b="0" dirty="0">
                <a:solidFill>
                  <a:srgbClr val="777777"/>
                </a:solidFill>
                <a:effectLst/>
                <a:latin typeface="Consolas" panose="020B0609020204030204" pitchFamily="49" charset="0"/>
              </a:rPr>
              <a:t>(</a:t>
            </a:r>
            <a:r>
              <a:rPr lang="en-US" altLang="ja-JP" b="0" dirty="0" err="1">
                <a:solidFill>
                  <a:srgbClr val="7A3E9D"/>
                </a:solidFill>
                <a:effectLst/>
                <a:latin typeface="Consolas" panose="020B0609020204030204" pitchFamily="49" charset="0"/>
              </a:rPr>
              <a:t>tidyselect</a:t>
            </a:r>
            <a:r>
              <a:rPr lang="en-US" altLang="ja-JP" b="0" dirty="0" err="1">
                <a:solidFill>
                  <a:srgbClr val="333333"/>
                </a:solidFill>
                <a:effectLst/>
                <a:latin typeface="Consolas" panose="020B0609020204030204" pitchFamily="49" charset="0"/>
              </a:rPr>
              <a:t>,</a:t>
            </a:r>
            <a:r>
              <a:rPr lang="en-US" altLang="ja-JP" b="0" u="sng" dirty="0" err="1">
                <a:solidFill>
                  <a:srgbClr val="333333"/>
                </a:solidFill>
                <a:effectLst/>
                <a:latin typeface="Consolas" panose="020B0609020204030204" pitchFamily="49" charset="0"/>
              </a:rPr>
              <a:t>eval_select</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p:txBody>
      </p:sp>
    </p:spTree>
    <p:extLst>
      <p:ext uri="{BB962C8B-B14F-4D97-AF65-F5344CB8AC3E}">
        <p14:creationId xmlns:p14="http://schemas.microsoft.com/office/powerpoint/2010/main" val="15441653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82EA6-4994-A709-568C-9A39B82292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E4702B-DF34-BC2F-41BA-33903E8A2ABE}"/>
              </a:ext>
            </a:extLst>
          </p:cNvPr>
          <p:cNvSpPr>
            <a:spLocks noGrp="1"/>
          </p:cNvSpPr>
          <p:nvPr>
            <p:ph type="title"/>
          </p:nvPr>
        </p:nvSpPr>
        <p:spPr/>
        <p:txBody>
          <a:bodyPr/>
          <a:lstStyle/>
          <a:p>
            <a:r>
              <a:rPr kumimoji="1" lang="en-US" altLang="ja-JP" dirty="0"/>
              <a:t>Basic components of R Package</a:t>
            </a:r>
            <a:endParaRPr kumimoji="1" lang="ja-JP" altLang="en-US" dirty="0"/>
          </a:p>
        </p:txBody>
      </p:sp>
      <p:sp>
        <p:nvSpPr>
          <p:cNvPr id="3" name="Content Placeholder 2">
            <a:extLst>
              <a:ext uri="{FF2B5EF4-FFF2-40B4-BE49-F238E27FC236}">
                <a16:creationId xmlns:a16="http://schemas.microsoft.com/office/drawing/2014/main" id="{1EC212DA-9746-A2A6-685D-5B325E250E4C}"/>
              </a:ext>
            </a:extLst>
          </p:cNvPr>
          <p:cNvSpPr>
            <a:spLocks noGrp="1"/>
          </p:cNvSpPr>
          <p:nvPr>
            <p:ph idx="1"/>
          </p:nvPr>
        </p:nvSpPr>
        <p:spPr/>
        <p:txBody>
          <a:bodyPr>
            <a:normAutofit fontScale="92500" lnSpcReduction="20000"/>
          </a:bodyPr>
          <a:lstStyle/>
          <a:p>
            <a:r>
              <a:rPr lang="en-US" altLang="ja-JP" dirty="0"/>
              <a:t>DESCRIPTION</a:t>
            </a:r>
          </a:p>
          <a:p>
            <a:r>
              <a:rPr lang="en-US" altLang="ja-JP" dirty="0"/>
              <a:t>NAMESPACE</a:t>
            </a:r>
          </a:p>
          <a:p>
            <a:r>
              <a:rPr lang="en-US" altLang="ja-JP" dirty="0"/>
              <a:t>R</a:t>
            </a:r>
          </a:p>
          <a:p>
            <a:r>
              <a:rPr lang="en-US" altLang="ja-JP" dirty="0"/>
              <a:t>README</a:t>
            </a:r>
          </a:p>
          <a:p>
            <a:r>
              <a:rPr lang="en-US" altLang="ja-JP" dirty="0"/>
              <a:t>man</a:t>
            </a:r>
          </a:p>
          <a:p>
            <a:r>
              <a:rPr lang="en-US" altLang="ja-JP" dirty="0"/>
              <a:t>vignettes</a:t>
            </a:r>
          </a:p>
          <a:p>
            <a:r>
              <a:rPr lang="en-US" altLang="ja-JP" dirty="0"/>
              <a:t>_</a:t>
            </a:r>
            <a:r>
              <a:rPr lang="en-US" altLang="ja-JP" dirty="0" err="1"/>
              <a:t>pkgdown.yml</a:t>
            </a:r>
            <a:endParaRPr lang="en-US" altLang="ja-JP" dirty="0"/>
          </a:p>
          <a:p>
            <a:r>
              <a:rPr lang="en-US" altLang="ja-JP" dirty="0"/>
              <a:t>tests</a:t>
            </a:r>
          </a:p>
          <a:p>
            <a:endParaRPr lang="en-US" altLang="ja-JP" dirty="0"/>
          </a:p>
        </p:txBody>
      </p:sp>
      <p:sp>
        <p:nvSpPr>
          <p:cNvPr id="4" name="Footer Placeholder 3">
            <a:extLst>
              <a:ext uri="{FF2B5EF4-FFF2-40B4-BE49-F238E27FC236}">
                <a16:creationId xmlns:a16="http://schemas.microsoft.com/office/drawing/2014/main" id="{E9B5B648-BFB1-618D-7D6B-B4A58D6D53E1}"/>
              </a:ext>
            </a:extLst>
          </p:cNvPr>
          <p:cNvSpPr>
            <a:spLocks noGrp="1"/>
          </p:cNvSpPr>
          <p:nvPr>
            <p:ph type="ftr" sz="quarter" idx="11"/>
          </p:nvPr>
        </p:nvSpPr>
        <p:spPr/>
        <p:txBody>
          <a:bodyPr/>
          <a:lstStyle/>
          <a:p>
            <a:r>
              <a:rPr lang="en-US" noProof="0"/>
              <a:t>Insert menu &gt; Header &amp; Footer button</a:t>
            </a:r>
          </a:p>
        </p:txBody>
      </p:sp>
      <p:pic>
        <p:nvPicPr>
          <p:cNvPr id="6" name="Picture 5">
            <a:extLst>
              <a:ext uri="{FF2B5EF4-FFF2-40B4-BE49-F238E27FC236}">
                <a16:creationId xmlns:a16="http://schemas.microsoft.com/office/drawing/2014/main" id="{CC4BAEDF-D171-3C87-FBB7-FC33DBD145AB}"/>
              </a:ext>
            </a:extLst>
          </p:cNvPr>
          <p:cNvPicPr>
            <a:picLocks noChangeAspect="1"/>
          </p:cNvPicPr>
          <p:nvPr/>
        </p:nvPicPr>
        <p:blipFill>
          <a:blip r:embed="rId3"/>
          <a:stretch>
            <a:fillRect/>
          </a:stretch>
        </p:blipFill>
        <p:spPr>
          <a:xfrm>
            <a:off x="4162096" y="1023981"/>
            <a:ext cx="7088656" cy="5258577"/>
          </a:xfrm>
          <a:prstGeom prst="rect">
            <a:avLst/>
          </a:prstGeom>
        </p:spPr>
      </p:pic>
      <p:grpSp>
        <p:nvGrpSpPr>
          <p:cNvPr id="14" name="Group 13">
            <a:extLst>
              <a:ext uri="{FF2B5EF4-FFF2-40B4-BE49-F238E27FC236}">
                <a16:creationId xmlns:a16="http://schemas.microsoft.com/office/drawing/2014/main" id="{622C730B-A9DD-7DFE-5787-7DB105EF7592}"/>
              </a:ext>
            </a:extLst>
          </p:cNvPr>
          <p:cNvGrpSpPr/>
          <p:nvPr/>
        </p:nvGrpSpPr>
        <p:grpSpPr>
          <a:xfrm>
            <a:off x="957012" y="2359265"/>
            <a:ext cx="9369243" cy="809834"/>
            <a:chOff x="957012" y="2359265"/>
            <a:chExt cx="9369243" cy="809834"/>
          </a:xfrm>
        </p:grpSpPr>
        <p:sp>
          <p:nvSpPr>
            <p:cNvPr id="7" name="Rectangle 6">
              <a:extLst>
                <a:ext uri="{FF2B5EF4-FFF2-40B4-BE49-F238E27FC236}">
                  <a16:creationId xmlns:a16="http://schemas.microsoft.com/office/drawing/2014/main" id="{B6394ACD-D56E-B781-C5CA-AF9F7884C4FC}"/>
                </a:ext>
              </a:extLst>
            </p:cNvPr>
            <p:cNvSpPr/>
            <p:nvPr/>
          </p:nvSpPr>
          <p:spPr>
            <a:xfrm>
              <a:off x="957012" y="2612745"/>
              <a:ext cx="2038435" cy="332741"/>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Rectangle 10">
              <a:extLst>
                <a:ext uri="{FF2B5EF4-FFF2-40B4-BE49-F238E27FC236}">
                  <a16:creationId xmlns:a16="http://schemas.microsoft.com/office/drawing/2014/main" id="{F8CCC686-F73B-DFC5-C805-DB6DA04CFDE2}"/>
                </a:ext>
              </a:extLst>
            </p:cNvPr>
            <p:cNvSpPr/>
            <p:nvPr/>
          </p:nvSpPr>
          <p:spPr>
            <a:xfrm>
              <a:off x="4287957" y="2359265"/>
              <a:ext cx="6038298" cy="809834"/>
            </a:xfrm>
            <a:prstGeom prst="rect">
              <a:avLst/>
            </a:prstGeom>
            <a:solidFill>
              <a:schemeClr val="bg1"/>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Package</a:t>
              </a:r>
              <a:r>
                <a:rPr kumimoji="1" lang="ja-JP" altLang="en-US" dirty="0">
                  <a:solidFill>
                    <a:schemeClr val="tx1"/>
                  </a:solidFill>
                </a:rPr>
                <a:t>に含まれる</a:t>
              </a:r>
              <a:r>
                <a:rPr kumimoji="1" lang="en-US" altLang="ja-JP" dirty="0">
                  <a:solidFill>
                    <a:schemeClr val="tx1"/>
                  </a:solidFill>
                </a:rPr>
                <a:t>R </a:t>
              </a:r>
              <a:r>
                <a:rPr kumimoji="1" lang="en-US" altLang="ja-JP" dirty="0" err="1">
                  <a:solidFill>
                    <a:schemeClr val="tx1"/>
                  </a:solidFill>
                </a:rPr>
                <a:t>pgm</a:t>
              </a:r>
              <a:endParaRPr kumimoji="1" lang="ja-JP" altLang="en-US" dirty="0">
                <a:solidFill>
                  <a:schemeClr val="tx1"/>
                </a:solidFill>
              </a:endParaRPr>
            </a:p>
          </p:txBody>
        </p:sp>
        <p:cxnSp>
          <p:nvCxnSpPr>
            <p:cNvPr id="18" name="Straight Arrow Connector 17">
              <a:extLst>
                <a:ext uri="{FF2B5EF4-FFF2-40B4-BE49-F238E27FC236}">
                  <a16:creationId xmlns:a16="http://schemas.microsoft.com/office/drawing/2014/main" id="{1F5A4DA5-EE9A-52B1-80E4-4C05A9F8BFD6}"/>
                </a:ext>
              </a:extLst>
            </p:cNvPr>
            <p:cNvCxnSpPr>
              <a:cxnSpLocks/>
              <a:stCxn id="11" idx="1"/>
              <a:endCxn id="7" idx="3"/>
            </p:cNvCxnSpPr>
            <p:nvPr/>
          </p:nvCxnSpPr>
          <p:spPr>
            <a:xfrm flipH="1">
              <a:off x="2995447" y="2764182"/>
              <a:ext cx="1292510" cy="14934"/>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090756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076B6-701E-30B7-9C8F-5C6718D623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080E2A-CD75-3304-A6B0-BCBAE009A0A2}"/>
              </a:ext>
            </a:extLst>
          </p:cNvPr>
          <p:cNvSpPr>
            <a:spLocks noGrp="1"/>
          </p:cNvSpPr>
          <p:nvPr>
            <p:ph type="title"/>
          </p:nvPr>
        </p:nvSpPr>
        <p:spPr/>
        <p:txBody>
          <a:bodyPr/>
          <a:lstStyle/>
          <a:p>
            <a:r>
              <a:rPr kumimoji="1" lang="en-US" altLang="ja-JP" dirty="0"/>
              <a:t>R </a:t>
            </a:r>
            <a:r>
              <a:rPr kumimoji="1" lang="en-US" altLang="ja-JP" dirty="0" err="1"/>
              <a:t>pgm</a:t>
            </a:r>
            <a:endParaRPr kumimoji="1" lang="ja-JP" altLang="en-US" dirty="0"/>
          </a:p>
        </p:txBody>
      </p:sp>
      <p:pic>
        <p:nvPicPr>
          <p:cNvPr id="9" name="Content Placeholder 8">
            <a:extLst>
              <a:ext uri="{FF2B5EF4-FFF2-40B4-BE49-F238E27FC236}">
                <a16:creationId xmlns:a16="http://schemas.microsoft.com/office/drawing/2014/main" id="{8CA557DD-A592-449E-397C-813C24E75707}"/>
              </a:ext>
            </a:extLst>
          </p:cNvPr>
          <p:cNvPicPr>
            <a:picLocks noGrp="1" noChangeAspect="1"/>
          </p:cNvPicPr>
          <p:nvPr>
            <p:ph idx="1"/>
          </p:nvPr>
        </p:nvPicPr>
        <p:blipFill>
          <a:blip r:embed="rId2"/>
          <a:stretch>
            <a:fillRect/>
          </a:stretch>
        </p:blipFill>
        <p:spPr>
          <a:xfrm>
            <a:off x="974554" y="2494040"/>
            <a:ext cx="8981983" cy="4140200"/>
          </a:xfrm>
          <a:prstGeom prst="rect">
            <a:avLst/>
          </a:prstGeom>
        </p:spPr>
      </p:pic>
      <p:sp>
        <p:nvSpPr>
          <p:cNvPr id="4" name="Footer Placeholder 3">
            <a:extLst>
              <a:ext uri="{FF2B5EF4-FFF2-40B4-BE49-F238E27FC236}">
                <a16:creationId xmlns:a16="http://schemas.microsoft.com/office/drawing/2014/main" id="{8E86634A-9045-5DC7-0D49-640A3CF6D4E8}"/>
              </a:ext>
            </a:extLst>
          </p:cNvPr>
          <p:cNvSpPr>
            <a:spLocks noGrp="1"/>
          </p:cNvSpPr>
          <p:nvPr>
            <p:ph type="ftr" sz="quarter" idx="11"/>
          </p:nvPr>
        </p:nvSpPr>
        <p:spPr/>
        <p:txBody>
          <a:bodyPr/>
          <a:lstStyle/>
          <a:p>
            <a:r>
              <a:rPr lang="en-US" noProof="0"/>
              <a:t>Insert menu &gt; Header &amp; Footer button</a:t>
            </a:r>
          </a:p>
        </p:txBody>
      </p:sp>
      <p:sp>
        <p:nvSpPr>
          <p:cNvPr id="5" name="Rectangle 4">
            <a:extLst>
              <a:ext uri="{FF2B5EF4-FFF2-40B4-BE49-F238E27FC236}">
                <a16:creationId xmlns:a16="http://schemas.microsoft.com/office/drawing/2014/main" id="{10425AEF-6BD8-4179-DB51-855B2F39BE83}"/>
              </a:ext>
            </a:extLst>
          </p:cNvPr>
          <p:cNvSpPr/>
          <p:nvPr/>
        </p:nvSpPr>
        <p:spPr>
          <a:xfrm>
            <a:off x="0" y="1408"/>
            <a:ext cx="1292772" cy="219309"/>
          </a:xfrm>
          <a:prstGeom prst="rect">
            <a:avLst/>
          </a:prstGeom>
          <a:solidFill>
            <a:schemeClr val="bg1"/>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Programs</a:t>
            </a:r>
            <a:endParaRPr kumimoji="1" lang="ja-JP" altLang="en-US" dirty="0">
              <a:solidFill>
                <a:schemeClr val="tx1"/>
              </a:solidFill>
            </a:endParaRPr>
          </a:p>
        </p:txBody>
      </p:sp>
      <p:sp>
        <p:nvSpPr>
          <p:cNvPr id="3" name="Content Placeholder 2">
            <a:extLst>
              <a:ext uri="{FF2B5EF4-FFF2-40B4-BE49-F238E27FC236}">
                <a16:creationId xmlns:a16="http://schemas.microsoft.com/office/drawing/2014/main" id="{75CC3579-7E7A-DB0B-F8E0-79A9BAC72632}"/>
              </a:ext>
            </a:extLst>
          </p:cNvPr>
          <p:cNvSpPr txBox="1">
            <a:spLocks/>
          </p:cNvSpPr>
          <p:nvPr/>
        </p:nvSpPr>
        <p:spPr>
          <a:xfrm>
            <a:off x="604839" y="844200"/>
            <a:ext cx="9721416" cy="4140000"/>
          </a:xfrm>
          <a:prstGeom prst="rect">
            <a:avLst/>
          </a:prstGeom>
        </p:spPr>
        <p:txBody>
          <a:bodyPr vert="horz" lIns="0" tIns="0" rIns="0" bIns="0" rtlCol="0" anchor="t" anchorCtr="0">
            <a:normAutofit/>
          </a:bodyPr>
          <a:lstStyle>
            <a:lvl1pPr marL="457200" indent="-457200" algn="l" defTabSz="914400" rtl="0" eaLnBrk="1" latinLnBrk="0" hangingPunct="1">
              <a:lnSpc>
                <a:spcPct val="150000"/>
              </a:lnSpc>
              <a:spcBef>
                <a:spcPts val="1100"/>
              </a:spcBef>
              <a:buFont typeface="Arial" panose="020B0604020202020204" pitchFamily="34" charset="0"/>
              <a:buChar char="•"/>
              <a:defRPr kumimoji="1" sz="2000" b="0" kern="1200">
                <a:solidFill>
                  <a:srgbClr val="0460A9"/>
                </a:solidFill>
                <a:latin typeface="+mn-lt"/>
                <a:ea typeface="+mn-ea"/>
                <a:cs typeface="+mn-cs"/>
              </a:defRPr>
            </a:lvl1pPr>
            <a:lvl2pPr marL="432000" indent="-216000" algn="l" defTabSz="914400" rtl="0" eaLnBrk="1" latinLnBrk="0" hangingPunct="1">
              <a:lnSpc>
                <a:spcPct val="150000"/>
              </a:lnSpc>
              <a:spcBef>
                <a:spcPts val="500"/>
              </a:spcBef>
              <a:buSzPct val="130000"/>
              <a:buFont typeface="Wingdings" panose="05000000000000000000" pitchFamily="2" charset="2"/>
              <a:buChar char="ü"/>
              <a:defRPr kumimoji="1" sz="1800" kern="1200">
                <a:solidFill>
                  <a:srgbClr val="0460A9"/>
                </a:solidFill>
                <a:latin typeface="+mn-lt"/>
                <a:ea typeface="+mn-ea"/>
                <a:cs typeface="+mn-cs"/>
              </a:defRPr>
            </a:lvl2pPr>
            <a:lvl3pPr marL="216000" indent="-216000" algn="l" defTabSz="914400" rtl="0" eaLnBrk="1" latinLnBrk="0" hangingPunct="1">
              <a:lnSpc>
                <a:spcPct val="95000"/>
              </a:lnSpc>
              <a:spcBef>
                <a:spcPts val="600"/>
              </a:spcBef>
              <a:buClr>
                <a:srgbClr val="0460A9"/>
              </a:buClr>
              <a:buFont typeface="Ping LCG Medium" pitchFamily="50" charset="0"/>
              <a:buChar char="•"/>
              <a:defRPr kumimoji="1" sz="2000" kern="1200">
                <a:solidFill>
                  <a:schemeClr val="tx1"/>
                </a:solidFill>
                <a:latin typeface="+mn-lt"/>
                <a:ea typeface="+mn-ea"/>
                <a:cs typeface="+mn-cs"/>
              </a:defRPr>
            </a:lvl3pPr>
            <a:lvl4pPr marL="490538" indent="-268288" algn="l" defTabSz="914400" rtl="0" eaLnBrk="1" latinLnBrk="0" hangingPunct="1">
              <a:lnSpc>
                <a:spcPct val="95000"/>
              </a:lnSpc>
              <a:spcBef>
                <a:spcPts val="600"/>
              </a:spcBef>
              <a:buClr>
                <a:srgbClr val="0460A9"/>
              </a:buClr>
              <a:buFont typeface="Arial" panose="020B0604020202020204" pitchFamily="34" charset="0"/>
              <a:buChar char="–"/>
              <a:defRPr kumimoji="1" sz="1800" kern="1200">
                <a:solidFill>
                  <a:schemeClr val="tx1"/>
                </a:solidFill>
                <a:latin typeface="+mn-lt"/>
                <a:ea typeface="+mn-ea"/>
                <a:cs typeface="+mn-cs"/>
              </a:defRPr>
            </a:lvl4pPr>
            <a:lvl5pPr marL="773113" indent="-277813" algn="l" defTabSz="914400" rtl="0" eaLnBrk="1" latinLnBrk="0" hangingPunct="1">
              <a:lnSpc>
                <a:spcPct val="95000"/>
              </a:lnSpc>
              <a:spcBef>
                <a:spcPts val="600"/>
              </a:spcBef>
              <a:buClr>
                <a:srgbClr val="0460A9"/>
              </a:buClr>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関数などの </a:t>
            </a:r>
            <a:r>
              <a:rPr lang="en-US" altLang="ja-JP" dirty="0"/>
              <a:t>R </a:t>
            </a:r>
            <a:r>
              <a:rPr lang="ja-JP" altLang="en-US" dirty="0"/>
              <a:t>コードを格納する。</a:t>
            </a:r>
            <a:endParaRPr lang="en-US" altLang="ja-JP" dirty="0"/>
          </a:p>
          <a:p>
            <a:r>
              <a:rPr lang="en-US" altLang="ja-JP" dirty="0"/>
              <a:t>.R </a:t>
            </a:r>
            <a:r>
              <a:rPr lang="ja-JP" altLang="en-US" dirty="0"/>
              <a:t>ファイルは、パッケージ読み込み時に自動的にソースされる。</a:t>
            </a:r>
            <a:endParaRPr lang="en-US" altLang="ja-JP" dirty="0"/>
          </a:p>
          <a:p>
            <a:r>
              <a:rPr lang="ja-JP" altLang="en-US" dirty="0"/>
              <a:t>外部に公開されるかどうかは </a:t>
            </a:r>
            <a:r>
              <a:rPr lang="en-US" altLang="ja-JP" dirty="0"/>
              <a:t>NAMESPACE </a:t>
            </a:r>
            <a:r>
              <a:rPr lang="ja-JP" altLang="en-US" dirty="0"/>
              <a:t>によって制御される。</a:t>
            </a:r>
          </a:p>
        </p:txBody>
      </p:sp>
    </p:spTree>
    <p:extLst>
      <p:ext uri="{BB962C8B-B14F-4D97-AF65-F5344CB8AC3E}">
        <p14:creationId xmlns:p14="http://schemas.microsoft.com/office/powerpoint/2010/main" val="7064528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F2B03-E84B-6B6A-C54E-5845A39994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6DA00-771D-9830-2BFC-1BFB4A2817D3}"/>
              </a:ext>
            </a:extLst>
          </p:cNvPr>
          <p:cNvSpPr>
            <a:spLocks noGrp="1"/>
          </p:cNvSpPr>
          <p:nvPr>
            <p:ph type="title"/>
          </p:nvPr>
        </p:nvSpPr>
        <p:spPr/>
        <p:txBody>
          <a:bodyPr/>
          <a:lstStyle/>
          <a:p>
            <a:r>
              <a:rPr kumimoji="1" lang="en-US" altLang="ja-JP" dirty="0"/>
              <a:t>Basic components of R Package</a:t>
            </a:r>
            <a:endParaRPr kumimoji="1" lang="ja-JP" altLang="en-US" dirty="0"/>
          </a:p>
        </p:txBody>
      </p:sp>
      <p:sp>
        <p:nvSpPr>
          <p:cNvPr id="3" name="Content Placeholder 2">
            <a:extLst>
              <a:ext uri="{FF2B5EF4-FFF2-40B4-BE49-F238E27FC236}">
                <a16:creationId xmlns:a16="http://schemas.microsoft.com/office/drawing/2014/main" id="{4F1331E8-A47E-E988-27E6-6F8551A2CB6A}"/>
              </a:ext>
            </a:extLst>
          </p:cNvPr>
          <p:cNvSpPr>
            <a:spLocks noGrp="1"/>
          </p:cNvSpPr>
          <p:nvPr>
            <p:ph idx="1"/>
          </p:nvPr>
        </p:nvSpPr>
        <p:spPr/>
        <p:txBody>
          <a:bodyPr>
            <a:normAutofit fontScale="92500" lnSpcReduction="20000"/>
          </a:bodyPr>
          <a:lstStyle/>
          <a:p>
            <a:r>
              <a:rPr lang="en-US" altLang="ja-JP" dirty="0"/>
              <a:t>DESCRIPTION</a:t>
            </a:r>
          </a:p>
          <a:p>
            <a:r>
              <a:rPr lang="en-US" altLang="ja-JP" dirty="0"/>
              <a:t>NAMESPACE</a:t>
            </a:r>
          </a:p>
          <a:p>
            <a:r>
              <a:rPr lang="en-US" altLang="ja-JP" dirty="0"/>
              <a:t>R</a:t>
            </a:r>
          </a:p>
          <a:p>
            <a:r>
              <a:rPr lang="en-US" altLang="ja-JP" dirty="0"/>
              <a:t>README</a:t>
            </a:r>
          </a:p>
          <a:p>
            <a:r>
              <a:rPr lang="en-US" altLang="ja-JP" dirty="0"/>
              <a:t>man</a:t>
            </a:r>
          </a:p>
          <a:p>
            <a:r>
              <a:rPr lang="en-US" altLang="ja-JP" dirty="0"/>
              <a:t>vignettes</a:t>
            </a:r>
          </a:p>
          <a:p>
            <a:r>
              <a:rPr lang="en-US" altLang="ja-JP" dirty="0"/>
              <a:t>_</a:t>
            </a:r>
            <a:r>
              <a:rPr lang="en-US" altLang="ja-JP" dirty="0" err="1"/>
              <a:t>pkgdown.yml</a:t>
            </a:r>
            <a:endParaRPr lang="en-US" altLang="ja-JP" dirty="0"/>
          </a:p>
          <a:p>
            <a:r>
              <a:rPr lang="en-US" altLang="ja-JP" dirty="0"/>
              <a:t>tests</a:t>
            </a:r>
          </a:p>
          <a:p>
            <a:endParaRPr lang="en-US" altLang="ja-JP" dirty="0"/>
          </a:p>
        </p:txBody>
      </p:sp>
      <p:sp>
        <p:nvSpPr>
          <p:cNvPr id="4" name="Footer Placeholder 3">
            <a:extLst>
              <a:ext uri="{FF2B5EF4-FFF2-40B4-BE49-F238E27FC236}">
                <a16:creationId xmlns:a16="http://schemas.microsoft.com/office/drawing/2014/main" id="{14598445-664B-D2D7-9477-552FD90B69A0}"/>
              </a:ext>
            </a:extLst>
          </p:cNvPr>
          <p:cNvSpPr>
            <a:spLocks noGrp="1"/>
          </p:cNvSpPr>
          <p:nvPr>
            <p:ph type="ftr" sz="quarter" idx="11"/>
          </p:nvPr>
        </p:nvSpPr>
        <p:spPr/>
        <p:txBody>
          <a:bodyPr/>
          <a:lstStyle/>
          <a:p>
            <a:r>
              <a:rPr lang="en-US" noProof="0"/>
              <a:t>Insert menu &gt; Header &amp; Footer button</a:t>
            </a:r>
          </a:p>
        </p:txBody>
      </p:sp>
      <p:pic>
        <p:nvPicPr>
          <p:cNvPr id="6" name="Picture 5">
            <a:extLst>
              <a:ext uri="{FF2B5EF4-FFF2-40B4-BE49-F238E27FC236}">
                <a16:creationId xmlns:a16="http://schemas.microsoft.com/office/drawing/2014/main" id="{299A768E-BA69-9144-546F-DE73C2F0AB91}"/>
              </a:ext>
            </a:extLst>
          </p:cNvPr>
          <p:cNvPicPr>
            <a:picLocks noChangeAspect="1"/>
          </p:cNvPicPr>
          <p:nvPr/>
        </p:nvPicPr>
        <p:blipFill>
          <a:blip r:embed="rId3"/>
          <a:stretch>
            <a:fillRect/>
          </a:stretch>
        </p:blipFill>
        <p:spPr>
          <a:xfrm>
            <a:off x="4162096" y="1023981"/>
            <a:ext cx="7088656" cy="5258577"/>
          </a:xfrm>
          <a:prstGeom prst="rect">
            <a:avLst/>
          </a:prstGeom>
        </p:spPr>
      </p:pic>
      <p:grpSp>
        <p:nvGrpSpPr>
          <p:cNvPr id="16" name="Group 15">
            <a:extLst>
              <a:ext uri="{FF2B5EF4-FFF2-40B4-BE49-F238E27FC236}">
                <a16:creationId xmlns:a16="http://schemas.microsoft.com/office/drawing/2014/main" id="{CEE5868E-1B4C-5FEC-B1D9-94A6615DBA8F}"/>
              </a:ext>
            </a:extLst>
          </p:cNvPr>
          <p:cNvGrpSpPr/>
          <p:nvPr/>
        </p:nvGrpSpPr>
        <p:grpSpPr>
          <a:xfrm>
            <a:off x="957012" y="3096259"/>
            <a:ext cx="9369243" cy="2043300"/>
            <a:chOff x="957012" y="3096259"/>
            <a:chExt cx="9369243" cy="2043300"/>
          </a:xfrm>
        </p:grpSpPr>
        <p:sp>
          <p:nvSpPr>
            <p:cNvPr id="8" name="Rectangle 7">
              <a:extLst>
                <a:ext uri="{FF2B5EF4-FFF2-40B4-BE49-F238E27FC236}">
                  <a16:creationId xmlns:a16="http://schemas.microsoft.com/office/drawing/2014/main" id="{12D18B4B-E834-9838-FB96-82B45F655B60}"/>
                </a:ext>
              </a:extLst>
            </p:cNvPr>
            <p:cNvSpPr/>
            <p:nvPr/>
          </p:nvSpPr>
          <p:spPr>
            <a:xfrm>
              <a:off x="957012" y="3096259"/>
              <a:ext cx="2038435" cy="2043300"/>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Rectangle 11">
              <a:extLst>
                <a:ext uri="{FF2B5EF4-FFF2-40B4-BE49-F238E27FC236}">
                  <a16:creationId xmlns:a16="http://schemas.microsoft.com/office/drawing/2014/main" id="{95AFE98C-1112-46B2-B684-C1DB0A5D8A69}"/>
                </a:ext>
              </a:extLst>
            </p:cNvPr>
            <p:cNvSpPr/>
            <p:nvPr/>
          </p:nvSpPr>
          <p:spPr>
            <a:xfrm>
              <a:off x="4287957" y="3714219"/>
              <a:ext cx="6038298" cy="809834"/>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Document</a:t>
              </a:r>
              <a:endParaRPr kumimoji="1" lang="ja-JP" altLang="en-US" dirty="0">
                <a:solidFill>
                  <a:schemeClr val="tx1"/>
                </a:solidFill>
              </a:endParaRPr>
            </a:p>
          </p:txBody>
        </p:sp>
        <p:cxnSp>
          <p:nvCxnSpPr>
            <p:cNvPr id="21" name="Straight Arrow Connector 20">
              <a:extLst>
                <a:ext uri="{FF2B5EF4-FFF2-40B4-BE49-F238E27FC236}">
                  <a16:creationId xmlns:a16="http://schemas.microsoft.com/office/drawing/2014/main" id="{FB8B599F-15D9-549A-8CFF-2CC5469E2678}"/>
                </a:ext>
              </a:extLst>
            </p:cNvPr>
            <p:cNvCxnSpPr>
              <a:cxnSpLocks/>
              <a:stCxn id="12" idx="1"/>
              <a:endCxn id="8" idx="3"/>
            </p:cNvCxnSpPr>
            <p:nvPr/>
          </p:nvCxnSpPr>
          <p:spPr>
            <a:xfrm flipH="1" flipV="1">
              <a:off x="2995447" y="4117909"/>
              <a:ext cx="1292510" cy="1227"/>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090895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35043-AE2E-822F-B0A8-1EBB8ED082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79DEC5-E199-32B1-8021-6BA163090A5F}"/>
              </a:ext>
            </a:extLst>
          </p:cNvPr>
          <p:cNvSpPr>
            <a:spLocks noGrp="1"/>
          </p:cNvSpPr>
          <p:nvPr>
            <p:ph type="title"/>
          </p:nvPr>
        </p:nvSpPr>
        <p:spPr/>
        <p:txBody>
          <a:bodyPr/>
          <a:lstStyle/>
          <a:p>
            <a:r>
              <a:rPr kumimoji="1" lang="en-US" altLang="ja-JP" dirty="0"/>
              <a:t>Readme</a:t>
            </a:r>
            <a:endParaRPr kumimoji="1" lang="ja-JP" altLang="en-US" dirty="0"/>
          </a:p>
        </p:txBody>
      </p:sp>
      <p:sp>
        <p:nvSpPr>
          <p:cNvPr id="4" name="Footer Placeholder 3">
            <a:extLst>
              <a:ext uri="{FF2B5EF4-FFF2-40B4-BE49-F238E27FC236}">
                <a16:creationId xmlns:a16="http://schemas.microsoft.com/office/drawing/2014/main" id="{BFB7C30A-B53C-CCB7-F619-9828BD1D494B}"/>
              </a:ext>
            </a:extLst>
          </p:cNvPr>
          <p:cNvSpPr>
            <a:spLocks noGrp="1"/>
          </p:cNvSpPr>
          <p:nvPr>
            <p:ph type="ftr" sz="quarter" idx="11"/>
          </p:nvPr>
        </p:nvSpPr>
        <p:spPr/>
        <p:txBody>
          <a:bodyPr/>
          <a:lstStyle/>
          <a:p>
            <a:r>
              <a:rPr lang="en-US" noProof="0"/>
              <a:t>Insert menu &gt; Header &amp; Footer button</a:t>
            </a:r>
          </a:p>
        </p:txBody>
      </p:sp>
      <p:sp>
        <p:nvSpPr>
          <p:cNvPr id="5" name="Rectangle 4">
            <a:extLst>
              <a:ext uri="{FF2B5EF4-FFF2-40B4-BE49-F238E27FC236}">
                <a16:creationId xmlns:a16="http://schemas.microsoft.com/office/drawing/2014/main" id="{30A82150-5BAD-4752-31E6-2D0A35BDE6D8}"/>
              </a:ext>
            </a:extLst>
          </p:cNvPr>
          <p:cNvSpPr/>
          <p:nvPr/>
        </p:nvSpPr>
        <p:spPr>
          <a:xfrm>
            <a:off x="0" y="1408"/>
            <a:ext cx="1292772" cy="219309"/>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Document</a:t>
            </a:r>
            <a:endParaRPr kumimoji="1" lang="ja-JP" altLang="en-US" dirty="0">
              <a:solidFill>
                <a:schemeClr val="tx1"/>
              </a:solidFill>
            </a:endParaRPr>
          </a:p>
        </p:txBody>
      </p:sp>
      <p:sp>
        <p:nvSpPr>
          <p:cNvPr id="7" name="Content Placeholder 2">
            <a:extLst>
              <a:ext uri="{FF2B5EF4-FFF2-40B4-BE49-F238E27FC236}">
                <a16:creationId xmlns:a16="http://schemas.microsoft.com/office/drawing/2014/main" id="{FE925C7E-1CE3-680B-CA7F-F47F3823CD0C}"/>
              </a:ext>
            </a:extLst>
          </p:cNvPr>
          <p:cNvSpPr>
            <a:spLocks noGrp="1"/>
          </p:cNvSpPr>
          <p:nvPr>
            <p:ph idx="1"/>
          </p:nvPr>
        </p:nvSpPr>
        <p:spPr>
          <a:xfrm>
            <a:off x="604838" y="1560513"/>
            <a:ext cx="9721850" cy="4140200"/>
          </a:xfrm>
        </p:spPr>
        <p:txBody>
          <a:bodyPr/>
          <a:lstStyle/>
          <a:p>
            <a:r>
              <a:rPr kumimoji="1" lang="en-US" altLang="ja-JP" dirty="0" err="1"/>
              <a:t>Github</a:t>
            </a:r>
            <a:r>
              <a:rPr kumimoji="1" lang="ja-JP" altLang="en-US" dirty="0"/>
              <a:t>や</a:t>
            </a:r>
            <a:r>
              <a:rPr kumimoji="1" lang="en-US" altLang="ja-JP" dirty="0" err="1"/>
              <a:t>Github</a:t>
            </a:r>
            <a:r>
              <a:rPr kumimoji="1" lang="en-US" altLang="ja-JP" dirty="0"/>
              <a:t> pages</a:t>
            </a:r>
            <a:r>
              <a:rPr kumimoji="1" lang="ja-JP" altLang="en-US" dirty="0"/>
              <a:t>の</a:t>
            </a:r>
            <a:r>
              <a:rPr kumimoji="1" lang="en-US" altLang="ja-JP" dirty="0"/>
              <a:t>Top page</a:t>
            </a:r>
            <a:r>
              <a:rPr kumimoji="1" lang="ja-JP" altLang="en-US" dirty="0"/>
              <a:t>に表示される内容</a:t>
            </a:r>
            <a:endParaRPr kumimoji="1" lang="en-US" altLang="ja-JP" dirty="0"/>
          </a:p>
        </p:txBody>
      </p:sp>
      <p:pic>
        <p:nvPicPr>
          <p:cNvPr id="6" name="Picture 5">
            <a:extLst>
              <a:ext uri="{FF2B5EF4-FFF2-40B4-BE49-F238E27FC236}">
                <a16:creationId xmlns:a16="http://schemas.microsoft.com/office/drawing/2014/main" id="{842AD22A-4635-1410-B519-D61C877C03F9}"/>
              </a:ext>
            </a:extLst>
          </p:cNvPr>
          <p:cNvPicPr>
            <a:picLocks noChangeAspect="1"/>
          </p:cNvPicPr>
          <p:nvPr/>
        </p:nvPicPr>
        <p:blipFill>
          <a:blip r:embed="rId2"/>
          <a:stretch>
            <a:fillRect/>
          </a:stretch>
        </p:blipFill>
        <p:spPr>
          <a:xfrm>
            <a:off x="1298131" y="2382013"/>
            <a:ext cx="9028124" cy="3885979"/>
          </a:xfrm>
          <a:prstGeom prst="rect">
            <a:avLst/>
          </a:prstGeom>
          <a:ln>
            <a:solidFill>
              <a:schemeClr val="accent1"/>
            </a:solidFill>
          </a:ln>
        </p:spPr>
      </p:pic>
    </p:spTree>
    <p:extLst>
      <p:ext uri="{BB962C8B-B14F-4D97-AF65-F5344CB8AC3E}">
        <p14:creationId xmlns:p14="http://schemas.microsoft.com/office/powerpoint/2010/main" val="28786775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28D05-6F1E-250E-8FDA-BD671D684F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86882E-1BB3-E878-3337-9E978955D26E}"/>
              </a:ext>
            </a:extLst>
          </p:cNvPr>
          <p:cNvSpPr>
            <a:spLocks noGrp="1"/>
          </p:cNvSpPr>
          <p:nvPr>
            <p:ph type="title"/>
          </p:nvPr>
        </p:nvSpPr>
        <p:spPr/>
        <p:txBody>
          <a:bodyPr/>
          <a:lstStyle/>
          <a:p>
            <a:r>
              <a:rPr kumimoji="1" lang="en-US" altLang="ja-JP" dirty="0" err="1"/>
              <a:t>Github</a:t>
            </a:r>
            <a:r>
              <a:rPr kumimoji="1" lang="en-US" altLang="ja-JP" dirty="0"/>
              <a:t> pages</a:t>
            </a:r>
            <a:r>
              <a:rPr kumimoji="1" lang="ja-JP" altLang="en-US" dirty="0"/>
              <a:t>とは？？</a:t>
            </a:r>
          </a:p>
        </p:txBody>
      </p:sp>
      <p:sp>
        <p:nvSpPr>
          <p:cNvPr id="3" name="Content Placeholder 2">
            <a:extLst>
              <a:ext uri="{FF2B5EF4-FFF2-40B4-BE49-F238E27FC236}">
                <a16:creationId xmlns:a16="http://schemas.microsoft.com/office/drawing/2014/main" id="{452546C3-1822-D1D6-53BE-113F442D97A1}"/>
              </a:ext>
            </a:extLst>
          </p:cNvPr>
          <p:cNvSpPr>
            <a:spLocks noGrp="1"/>
          </p:cNvSpPr>
          <p:nvPr>
            <p:ph idx="1"/>
          </p:nvPr>
        </p:nvSpPr>
        <p:spPr>
          <a:xfrm>
            <a:off x="604839" y="1168627"/>
            <a:ext cx="10241837" cy="4140000"/>
          </a:xfrm>
        </p:spPr>
        <p:txBody>
          <a:bodyPr/>
          <a:lstStyle/>
          <a:p>
            <a:r>
              <a:rPr lang="en-US" altLang="ja-JP" dirty="0"/>
              <a:t>GitHub </a:t>
            </a:r>
            <a:r>
              <a:rPr lang="ja-JP" altLang="en-US" dirty="0"/>
              <a:t>のリポジトリ内容から、</a:t>
            </a:r>
            <a:r>
              <a:rPr lang="en-US" altLang="ja-JP" dirty="0"/>
              <a:t>Web</a:t>
            </a:r>
            <a:r>
              <a:rPr lang="ja-JP" altLang="en-US" dirty="0"/>
              <a:t>サイト（</a:t>
            </a:r>
            <a:r>
              <a:rPr lang="en-US" altLang="ja-JP" dirty="0"/>
              <a:t>HTML/CSS/JS</a:t>
            </a:r>
            <a:r>
              <a:rPr lang="ja-JP" altLang="en-US" dirty="0"/>
              <a:t>）を公開できる機能</a:t>
            </a:r>
            <a:endParaRPr lang="en-US" altLang="ja-JP" dirty="0"/>
          </a:p>
          <a:p>
            <a:r>
              <a:rPr lang="en-US" altLang="ja-JP" dirty="0"/>
              <a:t>Package</a:t>
            </a:r>
            <a:r>
              <a:rPr lang="ja-JP" altLang="en-US" dirty="0"/>
              <a:t>の使い方などの情報を掲載するために使用されることが多い</a:t>
            </a:r>
            <a:endParaRPr lang="en-US" altLang="ja-JP" dirty="0"/>
          </a:p>
          <a:p>
            <a:endParaRPr lang="en-US" altLang="ja-JP" dirty="0"/>
          </a:p>
        </p:txBody>
      </p:sp>
      <p:sp>
        <p:nvSpPr>
          <p:cNvPr id="4" name="Footer Placeholder 3">
            <a:extLst>
              <a:ext uri="{FF2B5EF4-FFF2-40B4-BE49-F238E27FC236}">
                <a16:creationId xmlns:a16="http://schemas.microsoft.com/office/drawing/2014/main" id="{D2DFB2CF-3D73-0FAA-3991-FCA37083633D}"/>
              </a:ext>
            </a:extLst>
          </p:cNvPr>
          <p:cNvSpPr>
            <a:spLocks noGrp="1"/>
          </p:cNvSpPr>
          <p:nvPr>
            <p:ph type="ftr" sz="quarter" idx="11"/>
          </p:nvPr>
        </p:nvSpPr>
        <p:spPr/>
        <p:txBody>
          <a:bodyPr/>
          <a:lstStyle/>
          <a:p>
            <a:r>
              <a:rPr lang="en-US" noProof="0"/>
              <a:t>Insert menu &gt; Header &amp; Footer button</a:t>
            </a:r>
          </a:p>
        </p:txBody>
      </p:sp>
      <p:pic>
        <p:nvPicPr>
          <p:cNvPr id="6" name="Picture 5">
            <a:extLst>
              <a:ext uri="{FF2B5EF4-FFF2-40B4-BE49-F238E27FC236}">
                <a16:creationId xmlns:a16="http://schemas.microsoft.com/office/drawing/2014/main" id="{2B547D55-5F62-79CA-F54B-5F9ABFE8728D}"/>
              </a:ext>
            </a:extLst>
          </p:cNvPr>
          <p:cNvPicPr>
            <a:picLocks noChangeAspect="1"/>
          </p:cNvPicPr>
          <p:nvPr/>
        </p:nvPicPr>
        <p:blipFill>
          <a:blip r:embed="rId3"/>
          <a:stretch>
            <a:fillRect/>
          </a:stretch>
        </p:blipFill>
        <p:spPr>
          <a:xfrm>
            <a:off x="1072302" y="2422742"/>
            <a:ext cx="9306910" cy="3876293"/>
          </a:xfrm>
          <a:prstGeom prst="rect">
            <a:avLst/>
          </a:prstGeom>
          <a:ln>
            <a:solidFill>
              <a:schemeClr val="accent1"/>
            </a:solidFill>
          </a:ln>
        </p:spPr>
      </p:pic>
    </p:spTree>
    <p:extLst>
      <p:ext uri="{BB962C8B-B14F-4D97-AF65-F5344CB8AC3E}">
        <p14:creationId xmlns:p14="http://schemas.microsoft.com/office/powerpoint/2010/main" val="8012218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28178-7DC4-3757-3F14-06BE93A344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F8DEE6-486A-150A-4473-A84A59F5C545}"/>
              </a:ext>
            </a:extLst>
          </p:cNvPr>
          <p:cNvSpPr>
            <a:spLocks noGrp="1"/>
          </p:cNvSpPr>
          <p:nvPr>
            <p:ph type="title"/>
          </p:nvPr>
        </p:nvSpPr>
        <p:spPr/>
        <p:txBody>
          <a:bodyPr/>
          <a:lstStyle/>
          <a:p>
            <a:r>
              <a:rPr kumimoji="1" lang="en-US" altLang="ja-JP" dirty="0"/>
              <a:t>man</a:t>
            </a:r>
            <a:endParaRPr kumimoji="1" lang="ja-JP" altLang="en-US" dirty="0"/>
          </a:p>
        </p:txBody>
      </p:sp>
      <p:sp>
        <p:nvSpPr>
          <p:cNvPr id="3" name="Content Placeholder 2">
            <a:extLst>
              <a:ext uri="{FF2B5EF4-FFF2-40B4-BE49-F238E27FC236}">
                <a16:creationId xmlns:a16="http://schemas.microsoft.com/office/drawing/2014/main" id="{DBD1BABD-8EDD-600A-F2F5-AD69D8E5D9CA}"/>
              </a:ext>
            </a:extLst>
          </p:cNvPr>
          <p:cNvSpPr>
            <a:spLocks noGrp="1"/>
          </p:cNvSpPr>
          <p:nvPr>
            <p:ph idx="1"/>
          </p:nvPr>
        </p:nvSpPr>
        <p:spPr>
          <a:xfrm>
            <a:off x="604839" y="1168627"/>
            <a:ext cx="5874789" cy="4140000"/>
          </a:xfrm>
        </p:spPr>
        <p:txBody>
          <a:bodyPr/>
          <a:lstStyle/>
          <a:p>
            <a:r>
              <a:rPr lang="ja-JP" altLang="en-US" dirty="0"/>
              <a:t>各関数の</a:t>
            </a:r>
            <a:r>
              <a:rPr lang="en-US" altLang="ja-JP" dirty="0"/>
              <a:t>Document</a:t>
            </a:r>
            <a:r>
              <a:rPr lang="ja-JP" altLang="en-US" dirty="0"/>
              <a:t>を格納した</a:t>
            </a:r>
            <a:r>
              <a:rPr lang="en-US" altLang="ja-JP" dirty="0"/>
              <a:t>Folder</a:t>
            </a:r>
          </a:p>
          <a:p>
            <a:r>
              <a:rPr lang="ja-JP" altLang="en-US" dirty="0"/>
              <a:t>各関数の</a:t>
            </a:r>
            <a:r>
              <a:rPr lang="en-US" altLang="ja-JP" dirty="0"/>
              <a:t>Document</a:t>
            </a:r>
            <a:r>
              <a:rPr lang="ja-JP" altLang="en-US" dirty="0"/>
              <a:t>は</a:t>
            </a:r>
            <a:r>
              <a:rPr lang="en-US" altLang="ja-JP" dirty="0" err="1"/>
              <a:t>Github</a:t>
            </a:r>
            <a:r>
              <a:rPr lang="en-US" altLang="ja-JP" dirty="0"/>
              <a:t> pages</a:t>
            </a:r>
            <a:r>
              <a:rPr lang="ja-JP" altLang="en-US" dirty="0"/>
              <a:t>や</a:t>
            </a:r>
            <a:r>
              <a:rPr lang="en-US" altLang="ja-JP" dirty="0" err="1"/>
              <a:t>Rstudio</a:t>
            </a:r>
            <a:r>
              <a:rPr lang="ja-JP" altLang="en-US" dirty="0"/>
              <a:t>の</a:t>
            </a:r>
            <a:r>
              <a:rPr lang="en-US" altLang="ja-JP" dirty="0"/>
              <a:t>Help</a:t>
            </a:r>
            <a:r>
              <a:rPr lang="ja-JP" altLang="en-US" dirty="0"/>
              <a:t>画面に表示される。</a:t>
            </a:r>
            <a:endParaRPr lang="en-US" altLang="ja-JP" dirty="0"/>
          </a:p>
          <a:p>
            <a:r>
              <a:rPr lang="en-US" altLang="ja-JP" dirty="0"/>
              <a:t>Manual</a:t>
            </a:r>
            <a:r>
              <a:rPr lang="ja-JP" altLang="en-US" dirty="0"/>
              <a:t>では編集しないことが多く、</a:t>
            </a:r>
            <a:r>
              <a:rPr lang="en-US" altLang="ja-JP" dirty="0" err="1"/>
              <a:t>roxygen</a:t>
            </a:r>
            <a:r>
              <a:rPr lang="ja-JP" altLang="en-US" dirty="0"/>
              <a:t>に</a:t>
            </a:r>
            <a:br>
              <a:rPr lang="en-US" altLang="ja-JP" dirty="0"/>
            </a:br>
            <a:r>
              <a:rPr lang="ja-JP" altLang="en-US" dirty="0"/>
              <a:t>よって記載した内容が</a:t>
            </a:r>
            <a:r>
              <a:rPr lang="en-US" altLang="ja-JP" dirty="0"/>
              <a:t>Document</a:t>
            </a:r>
            <a:r>
              <a:rPr lang="ja-JP" altLang="en-US" dirty="0"/>
              <a:t>となる</a:t>
            </a:r>
            <a:endParaRPr lang="en-US" altLang="ja-JP" dirty="0"/>
          </a:p>
          <a:p>
            <a:endParaRPr lang="en-US" altLang="ja-JP" dirty="0"/>
          </a:p>
        </p:txBody>
      </p:sp>
      <p:sp>
        <p:nvSpPr>
          <p:cNvPr id="4" name="Footer Placeholder 3">
            <a:extLst>
              <a:ext uri="{FF2B5EF4-FFF2-40B4-BE49-F238E27FC236}">
                <a16:creationId xmlns:a16="http://schemas.microsoft.com/office/drawing/2014/main" id="{0D7CBF97-FF7B-191B-DC39-51F43F9FE5F2}"/>
              </a:ext>
            </a:extLst>
          </p:cNvPr>
          <p:cNvSpPr>
            <a:spLocks noGrp="1"/>
          </p:cNvSpPr>
          <p:nvPr>
            <p:ph type="ftr" sz="quarter" idx="11"/>
          </p:nvPr>
        </p:nvSpPr>
        <p:spPr/>
        <p:txBody>
          <a:bodyPr/>
          <a:lstStyle/>
          <a:p>
            <a:r>
              <a:rPr lang="en-US" noProof="0"/>
              <a:t>Insert menu &gt; Header &amp; Footer button</a:t>
            </a:r>
          </a:p>
        </p:txBody>
      </p:sp>
      <p:sp>
        <p:nvSpPr>
          <p:cNvPr id="5" name="Rectangle 4">
            <a:extLst>
              <a:ext uri="{FF2B5EF4-FFF2-40B4-BE49-F238E27FC236}">
                <a16:creationId xmlns:a16="http://schemas.microsoft.com/office/drawing/2014/main" id="{69FC0D57-C3AB-0E37-BDE9-9A2BF942927F}"/>
              </a:ext>
            </a:extLst>
          </p:cNvPr>
          <p:cNvSpPr/>
          <p:nvPr/>
        </p:nvSpPr>
        <p:spPr>
          <a:xfrm>
            <a:off x="0" y="1408"/>
            <a:ext cx="1292772" cy="219309"/>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Document</a:t>
            </a:r>
            <a:endParaRPr kumimoji="1" lang="ja-JP" altLang="en-US" dirty="0">
              <a:solidFill>
                <a:schemeClr val="tx1"/>
              </a:solidFill>
            </a:endParaRPr>
          </a:p>
        </p:txBody>
      </p:sp>
      <p:pic>
        <p:nvPicPr>
          <p:cNvPr id="7" name="Picture 6">
            <a:extLst>
              <a:ext uri="{FF2B5EF4-FFF2-40B4-BE49-F238E27FC236}">
                <a16:creationId xmlns:a16="http://schemas.microsoft.com/office/drawing/2014/main" id="{A77D9584-6BF3-1930-6AD3-B6C627CB99BB}"/>
              </a:ext>
            </a:extLst>
          </p:cNvPr>
          <p:cNvPicPr>
            <a:picLocks noChangeAspect="1"/>
          </p:cNvPicPr>
          <p:nvPr/>
        </p:nvPicPr>
        <p:blipFill>
          <a:blip r:embed="rId3"/>
          <a:stretch>
            <a:fillRect/>
          </a:stretch>
        </p:blipFill>
        <p:spPr>
          <a:xfrm>
            <a:off x="7226355" y="509644"/>
            <a:ext cx="2880000" cy="6120000"/>
          </a:xfrm>
          <a:prstGeom prst="rect">
            <a:avLst/>
          </a:prstGeom>
          <a:ln>
            <a:solidFill>
              <a:schemeClr val="accent1"/>
            </a:solidFill>
          </a:ln>
        </p:spPr>
      </p:pic>
    </p:spTree>
    <p:extLst>
      <p:ext uri="{BB962C8B-B14F-4D97-AF65-F5344CB8AC3E}">
        <p14:creationId xmlns:p14="http://schemas.microsoft.com/office/powerpoint/2010/main" val="1846388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B4739-8214-B1F7-6095-25269C6E37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CF7D6F-B8F0-56D0-1F8E-9428CA899CA5}"/>
              </a:ext>
            </a:extLst>
          </p:cNvPr>
          <p:cNvSpPr>
            <a:spLocks noGrp="1"/>
          </p:cNvSpPr>
          <p:nvPr>
            <p:ph type="title"/>
          </p:nvPr>
        </p:nvSpPr>
        <p:spPr/>
        <p:txBody>
          <a:bodyPr/>
          <a:lstStyle/>
          <a:p>
            <a:r>
              <a:rPr kumimoji="1" lang="en-US" altLang="ja-JP" dirty="0" err="1"/>
              <a:t>roxygen</a:t>
            </a:r>
            <a:endParaRPr kumimoji="1" lang="ja-JP" altLang="en-US" dirty="0"/>
          </a:p>
        </p:txBody>
      </p:sp>
      <p:sp>
        <p:nvSpPr>
          <p:cNvPr id="3" name="Content Placeholder 2">
            <a:extLst>
              <a:ext uri="{FF2B5EF4-FFF2-40B4-BE49-F238E27FC236}">
                <a16:creationId xmlns:a16="http://schemas.microsoft.com/office/drawing/2014/main" id="{33FFC30C-2E88-A668-8379-B8371AA4E8BD}"/>
              </a:ext>
            </a:extLst>
          </p:cNvPr>
          <p:cNvSpPr>
            <a:spLocks noGrp="1"/>
          </p:cNvSpPr>
          <p:nvPr>
            <p:ph idx="1"/>
          </p:nvPr>
        </p:nvSpPr>
        <p:spPr>
          <a:xfrm>
            <a:off x="604839" y="1168627"/>
            <a:ext cx="10241837" cy="4140000"/>
          </a:xfrm>
        </p:spPr>
        <p:txBody>
          <a:bodyPr/>
          <a:lstStyle/>
          <a:p>
            <a:r>
              <a:rPr lang="en-US" altLang="ja-JP" dirty="0"/>
              <a:t>R </a:t>
            </a:r>
            <a:r>
              <a:rPr lang="ja-JP" altLang="en-US" dirty="0"/>
              <a:t>コード中のコメントから、ドキュメント（</a:t>
            </a:r>
            <a:r>
              <a:rPr lang="en-US" altLang="ja-JP" dirty="0"/>
              <a:t>man/*.Rd</a:t>
            </a:r>
            <a:r>
              <a:rPr lang="ja-JP" altLang="en-US" dirty="0"/>
              <a:t>）や</a:t>
            </a:r>
            <a:r>
              <a:rPr lang="en-US" altLang="ja-JP" dirty="0"/>
              <a:t>NAMESPACE </a:t>
            </a:r>
            <a:r>
              <a:rPr lang="ja-JP" altLang="en-US" dirty="0"/>
              <a:t>を自動生成する仕組み。</a:t>
            </a:r>
            <a:endParaRPr lang="en-US" altLang="ja-JP" dirty="0"/>
          </a:p>
          <a:p>
            <a:r>
              <a:rPr lang="ja-JP" altLang="en-US" dirty="0"/>
              <a:t>コードとドキュメントを同じ場所で管理することで、保守性を高める。</a:t>
            </a:r>
            <a:endParaRPr lang="en-US" altLang="ja-JP" dirty="0"/>
          </a:p>
          <a:p>
            <a:endParaRPr lang="en-US" altLang="ja-JP" dirty="0"/>
          </a:p>
        </p:txBody>
      </p:sp>
      <p:sp>
        <p:nvSpPr>
          <p:cNvPr id="4" name="Footer Placeholder 3">
            <a:extLst>
              <a:ext uri="{FF2B5EF4-FFF2-40B4-BE49-F238E27FC236}">
                <a16:creationId xmlns:a16="http://schemas.microsoft.com/office/drawing/2014/main" id="{785B13DC-8DBA-296D-58D5-552DBE7B2A4F}"/>
              </a:ext>
            </a:extLst>
          </p:cNvPr>
          <p:cNvSpPr>
            <a:spLocks noGrp="1"/>
          </p:cNvSpPr>
          <p:nvPr>
            <p:ph type="ftr" sz="quarter" idx="11"/>
          </p:nvPr>
        </p:nvSpPr>
        <p:spPr/>
        <p:txBody>
          <a:bodyPr/>
          <a:lstStyle/>
          <a:p>
            <a:r>
              <a:rPr lang="en-US" noProof="0"/>
              <a:t>Insert menu &gt; Header &amp; Footer button</a:t>
            </a:r>
          </a:p>
        </p:txBody>
      </p:sp>
      <p:sp>
        <p:nvSpPr>
          <p:cNvPr id="11" name="TextBox 10">
            <a:extLst>
              <a:ext uri="{FF2B5EF4-FFF2-40B4-BE49-F238E27FC236}">
                <a16:creationId xmlns:a16="http://schemas.microsoft.com/office/drawing/2014/main" id="{31C514CF-8622-EC36-2DF0-E64C2C8C4A0F}"/>
              </a:ext>
            </a:extLst>
          </p:cNvPr>
          <p:cNvSpPr txBox="1"/>
          <p:nvPr/>
        </p:nvSpPr>
        <p:spPr>
          <a:xfrm>
            <a:off x="368355" y="2978557"/>
            <a:ext cx="4928859" cy="3338478"/>
          </a:xfrm>
          <a:prstGeom prst="rect">
            <a:avLst/>
          </a:prstGeom>
          <a:solidFill>
            <a:schemeClr val="accent4">
              <a:lumMod val="20000"/>
              <a:lumOff val="80000"/>
            </a:schemeClr>
          </a:solidFill>
        </p:spPr>
        <p:txBody>
          <a:bodyPr wrap="square">
            <a:spAutoFit/>
          </a:bodyPr>
          <a:lstStyle/>
          <a:p>
            <a:pPr>
              <a:lnSpc>
                <a:spcPts val="1425"/>
              </a:lnSpc>
              <a:buNone/>
            </a:pPr>
            <a:r>
              <a:rPr lang="en-US" altLang="ja-JP" b="0" i="1" dirty="0">
                <a:solidFill>
                  <a:srgbClr val="AAAAAA"/>
                </a:solidFill>
                <a:effectLst/>
                <a:latin typeface="Consolas" panose="020B0609020204030204" pitchFamily="49" charset="0"/>
              </a:rPr>
              <a:t>#' Create an `</a:t>
            </a:r>
            <a:r>
              <a:rPr lang="en-US" altLang="ja-JP" b="0" i="1" dirty="0" err="1">
                <a:solidFill>
                  <a:srgbClr val="AAAAAA"/>
                </a:solidFill>
                <a:effectLst/>
                <a:latin typeface="Consolas" panose="020B0609020204030204" pitchFamily="49" charset="0"/>
              </a:rPr>
              <a:t>ae_type</a:t>
            </a:r>
            <a:r>
              <a:rPr lang="en-US" altLang="ja-JP" b="0" i="1" dirty="0">
                <a:solidFill>
                  <a:srgbClr val="AAAAAA"/>
                </a:solidFill>
                <a:effectLst/>
                <a:latin typeface="Consolas" panose="020B0609020204030204" pitchFamily="49" charset="0"/>
              </a:rPr>
              <a:t>` object</a:t>
            </a:r>
            <a:endParaRPr lang="en-US" altLang="ja-JP" b="0" dirty="0">
              <a:solidFill>
                <a:srgbClr val="333333"/>
              </a:solidFill>
              <a:effectLst/>
              <a:latin typeface="Consolas" panose="020B0609020204030204" pitchFamily="49" charset="0"/>
            </a:endParaRPr>
          </a:p>
          <a:p>
            <a:pPr>
              <a:lnSpc>
                <a:spcPts val="1425"/>
              </a:lnSpc>
              <a:buNone/>
            </a:pPr>
            <a:r>
              <a:rPr lang="en-US" altLang="ja-JP" b="0" i="1" dirty="0">
                <a:solidFill>
                  <a:srgbClr val="AAAAAA"/>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i="1" dirty="0">
                <a:solidFill>
                  <a:srgbClr val="AAAAAA"/>
                </a:solidFill>
                <a:effectLst/>
                <a:latin typeface="Consolas" panose="020B0609020204030204" pitchFamily="49" charset="0"/>
              </a:rPr>
              <a:t>#' </a:t>
            </a:r>
            <a:r>
              <a:rPr lang="en-US" altLang="ja-JP" b="0" i="1" dirty="0">
                <a:solidFill>
                  <a:srgbClr val="4B69C6"/>
                </a:solidFill>
                <a:effectLst/>
                <a:latin typeface="Consolas" panose="020B0609020204030204" pitchFamily="49" charset="0"/>
              </a:rPr>
              <a:t>@param</a:t>
            </a:r>
            <a:r>
              <a:rPr lang="en-US" altLang="ja-JP" b="0" i="1" dirty="0">
                <a:solidFill>
                  <a:srgbClr val="AAAAAA"/>
                </a:solidFill>
                <a:effectLst/>
                <a:latin typeface="Consolas" panose="020B0609020204030204" pitchFamily="49" charset="0"/>
              </a:rPr>
              <a:t> </a:t>
            </a:r>
            <a:r>
              <a:rPr lang="en-US" altLang="ja-JP" b="0" i="1" dirty="0">
                <a:solidFill>
                  <a:srgbClr val="7A3E9D"/>
                </a:solidFill>
                <a:effectLst/>
                <a:latin typeface="Consolas" panose="020B0609020204030204" pitchFamily="49" charset="0"/>
              </a:rPr>
              <a:t>id</a:t>
            </a:r>
            <a:r>
              <a:rPr lang="en-US" altLang="ja-JP" b="0" i="1" dirty="0">
                <a:solidFill>
                  <a:srgbClr val="AAAAAA"/>
                </a:solidFill>
                <a:effectLst/>
                <a:latin typeface="Consolas" panose="020B0609020204030204" pitchFamily="49" charset="0"/>
              </a:rPr>
              <a:t> </a:t>
            </a:r>
            <a:r>
              <a:rPr lang="en-US" altLang="ja-JP" b="0" i="1" dirty="0" err="1">
                <a:solidFill>
                  <a:srgbClr val="AAAAAA"/>
                </a:solidFill>
                <a:effectLst/>
                <a:latin typeface="Consolas" panose="020B0609020204030204" pitchFamily="49" charset="0"/>
              </a:rPr>
              <a:t>ID</a:t>
            </a:r>
            <a:r>
              <a:rPr lang="en-US" altLang="ja-JP" b="0" i="1" dirty="0">
                <a:solidFill>
                  <a:srgbClr val="AAAAAA"/>
                </a:solidFill>
                <a:effectLst/>
                <a:latin typeface="Consolas" panose="020B0609020204030204" pitchFamily="49" charset="0"/>
              </a:rPr>
              <a:t> value for the object.</a:t>
            </a:r>
            <a:endParaRPr lang="en-US" altLang="ja-JP" b="0" dirty="0">
              <a:solidFill>
                <a:srgbClr val="333333"/>
              </a:solidFill>
              <a:effectLst/>
              <a:latin typeface="Consolas" panose="020B0609020204030204" pitchFamily="49" charset="0"/>
            </a:endParaRPr>
          </a:p>
          <a:p>
            <a:pPr>
              <a:lnSpc>
                <a:spcPts val="1425"/>
              </a:lnSpc>
              <a:buNone/>
            </a:pPr>
            <a:r>
              <a:rPr lang="en-US" altLang="ja-JP" b="0" i="1" dirty="0">
                <a:solidFill>
                  <a:srgbClr val="AAAAAA"/>
                </a:solidFill>
                <a:effectLst/>
                <a:latin typeface="Consolas" panose="020B0609020204030204" pitchFamily="49" charset="0"/>
              </a:rPr>
              <a:t>#' </a:t>
            </a:r>
            <a:r>
              <a:rPr lang="en-US" altLang="ja-JP" b="0" i="1" dirty="0">
                <a:solidFill>
                  <a:srgbClr val="4B69C6"/>
                </a:solidFill>
                <a:effectLst/>
                <a:latin typeface="Consolas" panose="020B0609020204030204" pitchFamily="49" charset="0"/>
              </a:rPr>
              <a:t>@param</a:t>
            </a:r>
            <a:r>
              <a:rPr lang="en-US" altLang="ja-JP" b="0" i="1" dirty="0">
                <a:solidFill>
                  <a:srgbClr val="AAAAAA"/>
                </a:solidFill>
                <a:effectLst/>
                <a:latin typeface="Consolas" panose="020B0609020204030204" pitchFamily="49" charset="0"/>
              </a:rPr>
              <a:t> </a:t>
            </a:r>
            <a:r>
              <a:rPr lang="en-US" altLang="ja-JP" b="0" i="1" dirty="0">
                <a:solidFill>
                  <a:srgbClr val="7A3E9D"/>
                </a:solidFill>
                <a:effectLst/>
                <a:latin typeface="Consolas" panose="020B0609020204030204" pitchFamily="49" charset="0"/>
              </a:rPr>
              <a:t>label</a:t>
            </a:r>
            <a:r>
              <a:rPr lang="en-US" altLang="ja-JP" b="0" i="1" dirty="0">
                <a:solidFill>
                  <a:srgbClr val="AAAAAA"/>
                </a:solidFill>
                <a:effectLst/>
                <a:latin typeface="Consolas" panose="020B0609020204030204" pitchFamily="49" charset="0"/>
              </a:rPr>
              <a:t> </a:t>
            </a:r>
            <a:r>
              <a:rPr lang="en-US" altLang="ja-JP" b="0" i="1" dirty="0" err="1">
                <a:solidFill>
                  <a:srgbClr val="AAAAAA"/>
                </a:solidFill>
                <a:effectLst/>
                <a:latin typeface="Consolas" panose="020B0609020204030204" pitchFamily="49" charset="0"/>
              </a:rPr>
              <a:t>Label</a:t>
            </a:r>
            <a:r>
              <a:rPr lang="en-US" altLang="ja-JP" b="0" i="1" dirty="0">
                <a:solidFill>
                  <a:srgbClr val="AAAAAA"/>
                </a:solidFill>
                <a:effectLst/>
                <a:latin typeface="Consolas" panose="020B0609020204030204" pitchFamily="49" charset="0"/>
              </a:rPr>
              <a:t> for the AE type.</a:t>
            </a:r>
            <a:endParaRPr lang="en-US" altLang="ja-JP" b="0" dirty="0">
              <a:solidFill>
                <a:srgbClr val="333333"/>
              </a:solidFill>
              <a:effectLst/>
              <a:latin typeface="Consolas" panose="020B0609020204030204" pitchFamily="49" charset="0"/>
            </a:endParaRPr>
          </a:p>
          <a:p>
            <a:pPr>
              <a:lnSpc>
                <a:spcPts val="1425"/>
              </a:lnSpc>
              <a:buNone/>
            </a:pPr>
            <a:r>
              <a:rPr lang="en-US" altLang="ja-JP" b="0" i="1" dirty="0">
                <a:solidFill>
                  <a:srgbClr val="AAAAAA"/>
                </a:solidFill>
                <a:effectLst/>
                <a:latin typeface="Consolas" panose="020B0609020204030204" pitchFamily="49" charset="0"/>
              </a:rPr>
              <a:t>#' </a:t>
            </a:r>
            <a:r>
              <a:rPr lang="en-US" altLang="ja-JP" b="0" i="1" dirty="0">
                <a:solidFill>
                  <a:srgbClr val="4B69C6"/>
                </a:solidFill>
                <a:effectLst/>
                <a:latin typeface="Consolas" panose="020B0609020204030204" pitchFamily="49" charset="0"/>
              </a:rPr>
              <a:t>@param</a:t>
            </a:r>
            <a:r>
              <a:rPr lang="en-US" altLang="ja-JP" b="0" i="1" dirty="0">
                <a:solidFill>
                  <a:srgbClr val="AAAAAA"/>
                </a:solidFill>
                <a:effectLst/>
                <a:latin typeface="Consolas" panose="020B0609020204030204" pitchFamily="49" charset="0"/>
              </a:rPr>
              <a:t> </a:t>
            </a:r>
            <a:r>
              <a:rPr lang="en-US" altLang="ja-JP" b="0" i="1" dirty="0">
                <a:solidFill>
                  <a:srgbClr val="7A3E9D"/>
                </a:solidFill>
                <a:effectLst/>
                <a:latin typeface="Consolas" panose="020B0609020204030204" pitchFamily="49" charset="0"/>
              </a:rPr>
              <a:t>condition</a:t>
            </a:r>
            <a:r>
              <a:rPr lang="en-US" altLang="ja-JP" b="0" i="1" dirty="0">
                <a:solidFill>
                  <a:srgbClr val="AAAAAA"/>
                </a:solidFill>
                <a:effectLst/>
                <a:latin typeface="Consolas" panose="020B0609020204030204" pitchFamily="49" charset="0"/>
              </a:rPr>
              <a:t> Expression for </a:t>
            </a:r>
            <a:r>
              <a:rPr lang="en-US" altLang="ja-JP" b="0" i="1" dirty="0" err="1">
                <a:solidFill>
                  <a:srgbClr val="AAAAAA"/>
                </a:solidFill>
                <a:effectLst/>
                <a:latin typeface="Consolas" panose="020B0609020204030204" pitchFamily="49" charset="0"/>
              </a:rPr>
              <a:t>subsetting</a:t>
            </a:r>
            <a:r>
              <a:rPr lang="en-US" altLang="ja-JP" b="0" i="1" dirty="0">
                <a:solidFill>
                  <a:srgbClr val="AAAAAA"/>
                </a:solidFill>
                <a:effectLst/>
                <a:latin typeface="Consolas" panose="020B0609020204030204" pitchFamily="49" charset="0"/>
              </a:rPr>
              <a:t> the dataset.</a:t>
            </a:r>
            <a:endParaRPr lang="en-US" altLang="ja-JP" b="0" dirty="0">
              <a:solidFill>
                <a:srgbClr val="333333"/>
              </a:solidFill>
              <a:effectLst/>
              <a:latin typeface="Consolas" panose="020B0609020204030204" pitchFamily="49" charset="0"/>
            </a:endParaRPr>
          </a:p>
          <a:p>
            <a:pPr>
              <a:lnSpc>
                <a:spcPts val="1425"/>
              </a:lnSpc>
              <a:buNone/>
            </a:pPr>
            <a:r>
              <a:rPr lang="en-US" altLang="ja-JP" b="0" i="1" dirty="0">
                <a:solidFill>
                  <a:srgbClr val="AAAAAA"/>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i="1" dirty="0">
                <a:solidFill>
                  <a:srgbClr val="AAAAAA"/>
                </a:solidFill>
                <a:effectLst/>
                <a:latin typeface="Consolas" panose="020B0609020204030204" pitchFamily="49" charset="0"/>
              </a:rPr>
              <a:t>#' </a:t>
            </a:r>
            <a:r>
              <a:rPr lang="en-US" altLang="ja-JP" b="0" i="1" dirty="0">
                <a:solidFill>
                  <a:srgbClr val="4B69C6"/>
                </a:solidFill>
                <a:effectLst/>
                <a:latin typeface="Consolas" panose="020B0609020204030204" pitchFamily="49" charset="0"/>
              </a:rPr>
              <a:t>@returns</a:t>
            </a:r>
            <a:r>
              <a:rPr lang="en-US" altLang="ja-JP" b="0" i="1" dirty="0">
                <a:solidFill>
                  <a:srgbClr val="AAAAAA"/>
                </a:solidFill>
                <a:effectLst/>
                <a:latin typeface="Consolas" panose="020B0609020204030204" pitchFamily="49" charset="0"/>
              </a:rPr>
              <a:t> An `</a:t>
            </a:r>
            <a:r>
              <a:rPr lang="en-US" altLang="ja-JP" b="0" i="1" dirty="0" err="1">
                <a:solidFill>
                  <a:srgbClr val="AAAAAA"/>
                </a:solidFill>
                <a:effectLst/>
                <a:latin typeface="Consolas" panose="020B0609020204030204" pitchFamily="49" charset="0"/>
              </a:rPr>
              <a:t>ae_type</a:t>
            </a:r>
            <a:r>
              <a:rPr lang="en-US" altLang="ja-JP" b="0" i="1" dirty="0">
                <a:solidFill>
                  <a:srgbClr val="AAAAAA"/>
                </a:solidFill>
                <a:effectLst/>
                <a:latin typeface="Consolas" panose="020B0609020204030204" pitchFamily="49" charset="0"/>
              </a:rPr>
              <a:t>` object.</a:t>
            </a:r>
            <a:endParaRPr lang="en-US" altLang="ja-JP" b="0" dirty="0">
              <a:solidFill>
                <a:srgbClr val="333333"/>
              </a:solidFill>
              <a:effectLst/>
              <a:latin typeface="Consolas" panose="020B0609020204030204" pitchFamily="49" charset="0"/>
            </a:endParaRPr>
          </a:p>
          <a:p>
            <a:pPr>
              <a:lnSpc>
                <a:spcPts val="1425"/>
              </a:lnSpc>
              <a:buNone/>
            </a:pPr>
            <a:r>
              <a:rPr lang="en-US" altLang="ja-JP" b="0" i="1" dirty="0">
                <a:solidFill>
                  <a:srgbClr val="AAAAAA"/>
                </a:solidFill>
                <a:effectLst/>
                <a:latin typeface="Consolas" panose="020B0609020204030204" pitchFamily="49" charset="0"/>
              </a:rPr>
              <a:t>#' </a:t>
            </a:r>
            <a:r>
              <a:rPr lang="en-US" altLang="ja-JP" b="0" i="1" dirty="0">
                <a:solidFill>
                  <a:srgbClr val="4B69C6"/>
                </a:solidFill>
                <a:effectLst/>
                <a:latin typeface="Consolas" panose="020B0609020204030204" pitchFamily="49" charset="0"/>
              </a:rPr>
              <a:t>@export</a:t>
            </a:r>
            <a:endParaRPr lang="en-US" altLang="ja-JP" b="0" dirty="0">
              <a:solidFill>
                <a:srgbClr val="333333"/>
              </a:solidFill>
              <a:effectLst/>
              <a:latin typeface="Consolas" panose="020B0609020204030204" pitchFamily="49" charset="0"/>
            </a:endParaRPr>
          </a:p>
          <a:p>
            <a:pPr>
              <a:lnSpc>
                <a:spcPts val="1425"/>
              </a:lnSpc>
              <a:buNone/>
            </a:pPr>
            <a:r>
              <a:rPr lang="en-US" altLang="ja-JP" b="0" i="1" dirty="0">
                <a:solidFill>
                  <a:srgbClr val="AAAAAA"/>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i="1" dirty="0">
                <a:solidFill>
                  <a:srgbClr val="AAAAAA"/>
                </a:solidFill>
                <a:effectLst/>
                <a:latin typeface="Consolas" panose="020B0609020204030204" pitchFamily="49" charset="0"/>
              </a:rPr>
              <a:t>#' </a:t>
            </a:r>
            <a:r>
              <a:rPr lang="en-US" altLang="ja-JP" b="0" i="1" dirty="0">
                <a:solidFill>
                  <a:srgbClr val="4B69C6"/>
                </a:solidFill>
                <a:effectLst/>
                <a:latin typeface="Consolas" panose="020B0609020204030204" pitchFamily="49" charset="0"/>
              </a:rPr>
              <a:t>@examples</a:t>
            </a:r>
            <a:endParaRPr lang="en-US" altLang="ja-JP" b="0" dirty="0">
              <a:solidFill>
                <a:srgbClr val="333333"/>
              </a:solidFill>
              <a:effectLst/>
              <a:latin typeface="Consolas" panose="020B0609020204030204" pitchFamily="49" charset="0"/>
            </a:endParaRPr>
          </a:p>
          <a:p>
            <a:pPr>
              <a:lnSpc>
                <a:spcPts val="1425"/>
              </a:lnSpc>
              <a:buNone/>
            </a:pPr>
            <a:r>
              <a:rPr lang="en-US" altLang="ja-JP" b="0" i="1" dirty="0">
                <a:solidFill>
                  <a:srgbClr val="AAAAAA"/>
                </a:solidFill>
                <a:effectLst/>
                <a:latin typeface="Consolas" panose="020B0609020204030204" pitchFamily="49" charset="0"/>
              </a:rPr>
              <a:t>#' </a:t>
            </a:r>
            <a:r>
              <a:rPr lang="en-US" altLang="ja-JP" b="0" i="1" dirty="0" err="1">
                <a:solidFill>
                  <a:srgbClr val="AAAAAA"/>
                </a:solidFill>
                <a:effectLst/>
                <a:latin typeface="Consolas" panose="020B0609020204030204" pitchFamily="49" charset="0"/>
              </a:rPr>
              <a:t>make_ae_type</a:t>
            </a:r>
            <a:r>
              <a:rPr lang="en-US" altLang="ja-JP" b="0" i="1" dirty="0">
                <a:solidFill>
                  <a:srgbClr val="AAAAAA"/>
                </a:solidFill>
                <a:effectLst/>
                <a:latin typeface="Consolas" panose="020B0609020204030204" pitchFamily="49" charset="0"/>
              </a:rPr>
              <a:t>("</a:t>
            </a:r>
            <a:r>
              <a:rPr lang="en-US" altLang="ja-JP" b="0" i="1" dirty="0" err="1">
                <a:solidFill>
                  <a:srgbClr val="AAAAAA"/>
                </a:solidFill>
                <a:effectLst/>
                <a:latin typeface="Consolas" panose="020B0609020204030204" pitchFamily="49" charset="0"/>
              </a:rPr>
              <a:t>all_ae</a:t>
            </a:r>
            <a:r>
              <a:rPr lang="en-US" altLang="ja-JP" b="0" i="1" dirty="0">
                <a:solidFill>
                  <a:srgbClr val="AAAAAA"/>
                </a:solidFill>
                <a:effectLst/>
                <a:latin typeface="Consolas" panose="020B0609020204030204" pitchFamily="49" charset="0"/>
              </a:rPr>
              <a:t>", "All AEs")</a:t>
            </a:r>
            <a:endParaRPr lang="en-US" altLang="ja-JP" b="0" dirty="0">
              <a:solidFill>
                <a:srgbClr val="333333"/>
              </a:solidFill>
              <a:effectLst/>
              <a:latin typeface="Consolas" panose="020B0609020204030204" pitchFamily="49" charset="0"/>
            </a:endParaRPr>
          </a:p>
          <a:p>
            <a:pPr>
              <a:lnSpc>
                <a:spcPts val="1425"/>
              </a:lnSpc>
              <a:buNone/>
            </a:pPr>
            <a:r>
              <a:rPr lang="en-US" altLang="ja-JP" b="0" i="1" dirty="0">
                <a:solidFill>
                  <a:srgbClr val="AAAAAA"/>
                </a:solidFill>
                <a:effectLst/>
                <a:latin typeface="Consolas" panose="020B0609020204030204" pitchFamily="49" charset="0"/>
              </a:rPr>
              <a:t>#' </a:t>
            </a:r>
            <a:r>
              <a:rPr lang="en-US" altLang="ja-JP" b="0" i="1" dirty="0" err="1">
                <a:solidFill>
                  <a:srgbClr val="AAAAAA"/>
                </a:solidFill>
                <a:effectLst/>
                <a:latin typeface="Consolas" panose="020B0609020204030204" pitchFamily="49" charset="0"/>
              </a:rPr>
              <a:t>make_ae_type</a:t>
            </a:r>
            <a:r>
              <a:rPr lang="en-US" altLang="ja-JP" b="0" i="1" dirty="0">
                <a:solidFill>
                  <a:srgbClr val="AAAAAA"/>
                </a:solidFill>
                <a:effectLst/>
                <a:latin typeface="Consolas" panose="020B0609020204030204" pitchFamily="49" charset="0"/>
              </a:rPr>
              <a:t>("</a:t>
            </a:r>
            <a:r>
              <a:rPr lang="en-US" altLang="ja-JP" b="0" i="1" dirty="0" err="1">
                <a:solidFill>
                  <a:srgbClr val="AAAAAA"/>
                </a:solidFill>
                <a:effectLst/>
                <a:latin typeface="Consolas" panose="020B0609020204030204" pitchFamily="49" charset="0"/>
              </a:rPr>
              <a:t>rel_ae</a:t>
            </a:r>
            <a:r>
              <a:rPr lang="en-US" altLang="ja-JP" b="0" i="1" dirty="0">
                <a:solidFill>
                  <a:srgbClr val="AAAAAA"/>
                </a:solidFill>
                <a:effectLst/>
                <a:latin typeface="Consolas" panose="020B0609020204030204" pitchFamily="49" charset="0"/>
              </a:rPr>
              <a:t>", "Related AEs", AEREL == "Y")</a:t>
            </a:r>
            <a:endParaRPr lang="en-US" altLang="ja-JP" b="0" dirty="0">
              <a:solidFill>
                <a:srgbClr val="333333"/>
              </a:solidFill>
              <a:effectLst/>
              <a:latin typeface="Consolas" panose="020B0609020204030204" pitchFamily="49" charset="0"/>
            </a:endParaRPr>
          </a:p>
          <a:p>
            <a:pPr>
              <a:lnSpc>
                <a:spcPts val="1425"/>
              </a:lnSpc>
              <a:buNone/>
            </a:pPr>
            <a:r>
              <a:rPr lang="en-US" altLang="ja-JP" b="1" dirty="0" err="1">
                <a:solidFill>
                  <a:srgbClr val="AA3731"/>
                </a:solidFill>
                <a:effectLst/>
                <a:latin typeface="Consolas" panose="020B0609020204030204" pitchFamily="49" charset="0"/>
              </a:rPr>
              <a:t>make_ae_type</a:t>
            </a:r>
            <a:r>
              <a:rPr lang="en-US" altLang="ja-JP" b="0" dirty="0">
                <a:solidFill>
                  <a:srgbClr val="333333"/>
                </a:solidFill>
                <a:effectLst/>
                <a:latin typeface="Consolas" panose="020B0609020204030204" pitchFamily="49" charset="0"/>
              </a:rPr>
              <a:t> </a:t>
            </a:r>
            <a:r>
              <a:rPr lang="en-US" altLang="ja-JP" b="0" dirty="0">
                <a:solidFill>
                  <a:srgbClr val="777777"/>
                </a:solidFill>
                <a:effectLst/>
                <a:latin typeface="Consolas" panose="020B0609020204030204" pitchFamily="49" charset="0"/>
              </a:rPr>
              <a:t>&lt;-</a:t>
            </a:r>
            <a:r>
              <a:rPr lang="en-US" altLang="ja-JP" b="0" dirty="0">
                <a:solidFill>
                  <a:srgbClr val="333333"/>
                </a:solidFill>
                <a:effectLst/>
                <a:latin typeface="Consolas" panose="020B0609020204030204" pitchFamily="49" charset="0"/>
              </a:rPr>
              <a:t> </a:t>
            </a:r>
            <a:r>
              <a:rPr lang="en-US" altLang="ja-JP" b="0" dirty="0">
                <a:solidFill>
                  <a:srgbClr val="4B69C6"/>
                </a:solidFill>
                <a:effectLst/>
                <a:latin typeface="Consolas" panose="020B0609020204030204" pitchFamily="49" charset="0"/>
              </a:rPr>
              <a:t>function</a:t>
            </a:r>
            <a:r>
              <a:rPr lang="en-US" altLang="ja-JP" b="0" dirty="0">
                <a:solidFill>
                  <a:srgbClr val="777777"/>
                </a:solidFill>
                <a:effectLst/>
                <a:latin typeface="Consolas" panose="020B0609020204030204" pitchFamily="49" charset="0"/>
              </a:rPr>
              <a:t>(</a:t>
            </a:r>
            <a:r>
              <a:rPr lang="en-US" altLang="ja-JP" b="0" dirty="0">
                <a:solidFill>
                  <a:srgbClr val="7A3E9D"/>
                </a:solidFill>
                <a:effectLst/>
                <a:latin typeface="Consolas" panose="020B0609020204030204" pitchFamily="49" charset="0"/>
              </a:rPr>
              <a:t>id</a:t>
            </a:r>
            <a:r>
              <a:rPr lang="en-US" altLang="ja-JP" b="0" dirty="0">
                <a:solidFill>
                  <a:srgbClr val="777777"/>
                </a:solidFill>
                <a:effectLst/>
                <a:latin typeface="Consolas" panose="020B0609020204030204" pitchFamily="49" charset="0"/>
              </a:rPr>
              <a:t>,</a:t>
            </a:r>
            <a:r>
              <a:rPr lang="en-US" altLang="ja-JP" b="0" dirty="0">
                <a:solidFill>
                  <a:srgbClr val="333333"/>
                </a:solidFill>
                <a:effectLst/>
                <a:latin typeface="Consolas" panose="020B0609020204030204" pitchFamily="49" charset="0"/>
              </a:rPr>
              <a:t> </a:t>
            </a:r>
            <a:r>
              <a:rPr lang="en-US" altLang="ja-JP" b="0" dirty="0">
                <a:solidFill>
                  <a:srgbClr val="7A3E9D"/>
                </a:solidFill>
                <a:effectLst/>
                <a:latin typeface="Consolas" panose="020B0609020204030204" pitchFamily="49" charset="0"/>
              </a:rPr>
              <a:t>label</a:t>
            </a:r>
            <a:r>
              <a:rPr lang="en-US" altLang="ja-JP" b="0" dirty="0">
                <a:solidFill>
                  <a:srgbClr val="777777"/>
                </a:solidFill>
                <a:effectLst/>
                <a:latin typeface="Consolas" panose="020B0609020204030204" pitchFamily="49" charset="0"/>
              </a:rPr>
              <a:t>,</a:t>
            </a:r>
            <a:r>
              <a:rPr lang="en-US" altLang="ja-JP" b="0" dirty="0">
                <a:solidFill>
                  <a:srgbClr val="333333"/>
                </a:solidFill>
                <a:effectLst/>
                <a:latin typeface="Consolas" panose="020B0609020204030204" pitchFamily="49" charset="0"/>
              </a:rPr>
              <a:t> </a:t>
            </a:r>
            <a:r>
              <a:rPr lang="en-US" altLang="ja-JP" b="0" dirty="0">
                <a:solidFill>
                  <a:srgbClr val="7A3E9D"/>
                </a:solidFill>
                <a:effectLst/>
                <a:latin typeface="Consolas" panose="020B0609020204030204" pitchFamily="49" charset="0"/>
              </a:rPr>
              <a:t>condition</a:t>
            </a:r>
            <a:r>
              <a:rPr lang="en-US" altLang="ja-JP" b="0" dirty="0">
                <a:solidFill>
                  <a:srgbClr val="333333"/>
                </a:solidFill>
                <a:effectLst/>
                <a:latin typeface="Consolas" panose="020B0609020204030204" pitchFamily="49" charset="0"/>
              </a:rPr>
              <a:t> </a:t>
            </a:r>
            <a:r>
              <a:rPr lang="en-US" altLang="ja-JP" b="0" dirty="0">
                <a:solidFill>
                  <a:srgbClr val="777777"/>
                </a:solidFill>
                <a:effectLst/>
                <a:latin typeface="Consolas" panose="020B0609020204030204" pitchFamily="49" charset="0"/>
              </a:rPr>
              <a:t>=</a:t>
            </a:r>
            <a:r>
              <a:rPr lang="en-US" altLang="ja-JP" b="0" dirty="0">
                <a:solidFill>
                  <a:srgbClr val="333333"/>
                </a:solidFill>
                <a:effectLst/>
                <a:latin typeface="Consolas" panose="020B0609020204030204" pitchFamily="49" charset="0"/>
              </a:rPr>
              <a:t> </a:t>
            </a:r>
            <a:r>
              <a:rPr lang="en-US" altLang="ja-JP" b="0" dirty="0">
                <a:solidFill>
                  <a:srgbClr val="9C5D27"/>
                </a:solidFill>
                <a:effectLst/>
                <a:latin typeface="Consolas" panose="020B0609020204030204" pitchFamily="49" charset="0"/>
              </a:rPr>
              <a:t>NULL</a:t>
            </a:r>
            <a:r>
              <a:rPr lang="en-US" altLang="ja-JP" b="0" dirty="0">
                <a:solidFill>
                  <a:srgbClr val="777777"/>
                </a:solidFill>
                <a:effectLst/>
                <a:latin typeface="Consolas" panose="020B0609020204030204" pitchFamily="49" charset="0"/>
              </a:rPr>
              <a:t>)</a:t>
            </a:r>
            <a:r>
              <a:rPr lang="en-US" altLang="ja-JP" b="0" dirty="0">
                <a:solidFill>
                  <a:srgbClr val="333333"/>
                </a:solidFill>
                <a:effectLst/>
                <a:latin typeface="Consolas" panose="020B0609020204030204" pitchFamily="49" charset="0"/>
              </a:rPr>
              <a:t> </a:t>
            </a:r>
            <a:r>
              <a:rPr lang="en-US" altLang="ja-JP" b="0" dirty="0">
                <a:solidFill>
                  <a:srgbClr val="777777"/>
                </a:solidFill>
                <a:effectLst/>
                <a:latin typeface="Consolas" panose="020B0609020204030204" pitchFamily="49" charset="0"/>
              </a:rPr>
              <a:t>{</a:t>
            </a:r>
            <a:endParaRPr lang="en-US" altLang="ja-JP" dirty="0">
              <a:solidFill>
                <a:srgbClr val="333333"/>
              </a:solidFill>
              <a:latin typeface="Consolas" panose="020B0609020204030204" pitchFamily="49" charset="0"/>
            </a:endParaRPr>
          </a:p>
          <a:p>
            <a:pPr>
              <a:lnSpc>
                <a:spcPts val="1425"/>
              </a:lnSpc>
              <a:buNone/>
            </a:pPr>
            <a:r>
              <a:rPr lang="en-US" altLang="ja-JP" b="0" dirty="0">
                <a:solidFill>
                  <a:srgbClr val="333333"/>
                </a:solidFill>
                <a:effectLst/>
                <a:latin typeface="Consolas" panose="020B0609020204030204" pitchFamily="49" charset="0"/>
              </a:rPr>
              <a:t>. . .</a:t>
            </a:r>
            <a:endParaRPr lang="en-US" altLang="ja-JP" b="0" dirty="0">
              <a:solidFill>
                <a:srgbClr val="777777"/>
              </a:solidFill>
              <a:effectLst/>
              <a:latin typeface="Consolas" panose="020B0609020204030204" pitchFamily="49" charset="0"/>
            </a:endParaRPr>
          </a:p>
          <a:p>
            <a:pPr>
              <a:lnSpc>
                <a:spcPts val="1425"/>
              </a:lnSpc>
              <a:buNone/>
            </a:pP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p:txBody>
      </p:sp>
      <p:sp>
        <p:nvSpPr>
          <p:cNvPr id="12" name="Arrow: Right 11">
            <a:extLst>
              <a:ext uri="{FF2B5EF4-FFF2-40B4-BE49-F238E27FC236}">
                <a16:creationId xmlns:a16="http://schemas.microsoft.com/office/drawing/2014/main" id="{B35A2254-8F1B-B514-3C50-322A862094D9}"/>
              </a:ext>
            </a:extLst>
          </p:cNvPr>
          <p:cNvSpPr/>
          <p:nvPr/>
        </p:nvSpPr>
        <p:spPr>
          <a:xfrm>
            <a:off x="5533698" y="4099033"/>
            <a:ext cx="614855" cy="77251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6" name="Picture 15">
            <a:extLst>
              <a:ext uri="{FF2B5EF4-FFF2-40B4-BE49-F238E27FC236}">
                <a16:creationId xmlns:a16="http://schemas.microsoft.com/office/drawing/2014/main" id="{05E14C7D-3182-B420-ED7F-C7DAAB61856E}"/>
              </a:ext>
            </a:extLst>
          </p:cNvPr>
          <p:cNvPicPr>
            <a:picLocks noChangeAspect="1"/>
          </p:cNvPicPr>
          <p:nvPr/>
        </p:nvPicPr>
        <p:blipFill>
          <a:blip r:embed="rId3"/>
          <a:stretch>
            <a:fillRect/>
          </a:stretch>
        </p:blipFill>
        <p:spPr>
          <a:xfrm>
            <a:off x="6684579" y="2547473"/>
            <a:ext cx="3294834" cy="4082171"/>
          </a:xfrm>
          <a:prstGeom prst="rect">
            <a:avLst/>
          </a:prstGeom>
          <a:ln>
            <a:solidFill>
              <a:schemeClr val="accent1"/>
            </a:solidFill>
          </a:ln>
        </p:spPr>
      </p:pic>
    </p:spTree>
    <p:extLst>
      <p:ext uri="{BB962C8B-B14F-4D97-AF65-F5344CB8AC3E}">
        <p14:creationId xmlns:p14="http://schemas.microsoft.com/office/powerpoint/2010/main" val="41571407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A8A1F-5327-D973-CE5A-41DF262C1B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03B22D-A018-C0D8-F2E9-E772CD863800}"/>
              </a:ext>
            </a:extLst>
          </p:cNvPr>
          <p:cNvSpPr>
            <a:spLocks noGrp="1"/>
          </p:cNvSpPr>
          <p:nvPr>
            <p:ph type="title"/>
          </p:nvPr>
        </p:nvSpPr>
        <p:spPr/>
        <p:txBody>
          <a:bodyPr/>
          <a:lstStyle/>
          <a:p>
            <a:r>
              <a:rPr kumimoji="1" lang="en-US" altLang="ja-JP" dirty="0"/>
              <a:t>vignettes</a:t>
            </a:r>
            <a:endParaRPr kumimoji="1" lang="ja-JP" altLang="en-US" dirty="0"/>
          </a:p>
        </p:txBody>
      </p:sp>
      <p:sp>
        <p:nvSpPr>
          <p:cNvPr id="3" name="Content Placeholder 2">
            <a:extLst>
              <a:ext uri="{FF2B5EF4-FFF2-40B4-BE49-F238E27FC236}">
                <a16:creationId xmlns:a16="http://schemas.microsoft.com/office/drawing/2014/main" id="{4B38E9CA-5A8C-69A8-37CE-D41B794148DD}"/>
              </a:ext>
            </a:extLst>
          </p:cNvPr>
          <p:cNvSpPr>
            <a:spLocks noGrp="1"/>
          </p:cNvSpPr>
          <p:nvPr>
            <p:ph idx="1"/>
          </p:nvPr>
        </p:nvSpPr>
        <p:spPr>
          <a:xfrm>
            <a:off x="604839" y="1168627"/>
            <a:ext cx="9721416" cy="4140000"/>
          </a:xfrm>
        </p:spPr>
        <p:txBody>
          <a:bodyPr/>
          <a:lstStyle/>
          <a:p>
            <a:r>
              <a:rPr lang="ja-JP" altLang="en-US" dirty="0"/>
              <a:t>関数横断的な内容として</a:t>
            </a:r>
            <a:r>
              <a:rPr lang="en-US" altLang="ja-JP" dirty="0"/>
              <a:t>Document</a:t>
            </a:r>
            <a:r>
              <a:rPr lang="ja-JP" altLang="en-US" dirty="0"/>
              <a:t>を格納した</a:t>
            </a:r>
            <a:r>
              <a:rPr lang="en-US" altLang="ja-JP" dirty="0"/>
              <a:t>Folder</a:t>
            </a:r>
          </a:p>
          <a:p>
            <a:r>
              <a:rPr lang="en-US" altLang="ja-JP" dirty="0" err="1"/>
              <a:t>Github</a:t>
            </a:r>
            <a:r>
              <a:rPr lang="en-US" altLang="ja-JP" dirty="0"/>
              <a:t> pages</a:t>
            </a:r>
            <a:r>
              <a:rPr lang="ja-JP" altLang="en-US" dirty="0"/>
              <a:t>上で、関数横断的な内容を</a:t>
            </a:r>
            <a:r>
              <a:rPr lang="en-US" altLang="ja-JP" dirty="0"/>
              <a:t>Articles</a:t>
            </a:r>
            <a:r>
              <a:rPr lang="ja-JP" altLang="en-US" dirty="0"/>
              <a:t>に相当することが多い。</a:t>
            </a:r>
            <a:endParaRPr lang="en-US" altLang="ja-JP" dirty="0"/>
          </a:p>
          <a:p>
            <a:endParaRPr lang="en-US" altLang="ja-JP" dirty="0"/>
          </a:p>
        </p:txBody>
      </p:sp>
      <p:sp>
        <p:nvSpPr>
          <p:cNvPr id="4" name="Footer Placeholder 3">
            <a:extLst>
              <a:ext uri="{FF2B5EF4-FFF2-40B4-BE49-F238E27FC236}">
                <a16:creationId xmlns:a16="http://schemas.microsoft.com/office/drawing/2014/main" id="{0044DAA1-3A86-C376-789A-B110054C715F}"/>
              </a:ext>
            </a:extLst>
          </p:cNvPr>
          <p:cNvSpPr>
            <a:spLocks noGrp="1"/>
          </p:cNvSpPr>
          <p:nvPr>
            <p:ph type="ftr" sz="quarter" idx="11"/>
          </p:nvPr>
        </p:nvSpPr>
        <p:spPr/>
        <p:txBody>
          <a:bodyPr/>
          <a:lstStyle/>
          <a:p>
            <a:r>
              <a:rPr lang="en-US" noProof="0"/>
              <a:t>Insert menu &gt; Header &amp; Footer button</a:t>
            </a:r>
          </a:p>
        </p:txBody>
      </p:sp>
      <p:sp>
        <p:nvSpPr>
          <p:cNvPr id="5" name="Rectangle 4">
            <a:extLst>
              <a:ext uri="{FF2B5EF4-FFF2-40B4-BE49-F238E27FC236}">
                <a16:creationId xmlns:a16="http://schemas.microsoft.com/office/drawing/2014/main" id="{F2B34023-A177-9939-E14B-5EBB817DAA27}"/>
              </a:ext>
            </a:extLst>
          </p:cNvPr>
          <p:cNvSpPr/>
          <p:nvPr/>
        </p:nvSpPr>
        <p:spPr>
          <a:xfrm>
            <a:off x="0" y="1408"/>
            <a:ext cx="1292772" cy="219309"/>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Document</a:t>
            </a:r>
            <a:endParaRPr kumimoji="1" lang="ja-JP" altLang="en-US" dirty="0">
              <a:solidFill>
                <a:schemeClr val="tx1"/>
              </a:solidFill>
            </a:endParaRPr>
          </a:p>
        </p:txBody>
      </p:sp>
      <p:pic>
        <p:nvPicPr>
          <p:cNvPr id="10" name="Picture 9">
            <a:extLst>
              <a:ext uri="{FF2B5EF4-FFF2-40B4-BE49-F238E27FC236}">
                <a16:creationId xmlns:a16="http://schemas.microsoft.com/office/drawing/2014/main" id="{9E3DE745-D224-5B9E-E96A-8F5F7E5E5339}"/>
              </a:ext>
            </a:extLst>
          </p:cNvPr>
          <p:cNvPicPr>
            <a:picLocks noChangeAspect="1"/>
          </p:cNvPicPr>
          <p:nvPr/>
        </p:nvPicPr>
        <p:blipFill>
          <a:blip r:embed="rId3"/>
          <a:stretch>
            <a:fillRect/>
          </a:stretch>
        </p:blipFill>
        <p:spPr>
          <a:xfrm>
            <a:off x="2010286" y="2766080"/>
            <a:ext cx="8171428" cy="3352381"/>
          </a:xfrm>
          <a:prstGeom prst="rect">
            <a:avLst/>
          </a:prstGeom>
          <a:ln>
            <a:solidFill>
              <a:schemeClr val="accent1"/>
            </a:solidFill>
          </a:ln>
        </p:spPr>
      </p:pic>
    </p:spTree>
    <p:extLst>
      <p:ext uri="{BB962C8B-B14F-4D97-AF65-F5344CB8AC3E}">
        <p14:creationId xmlns:p14="http://schemas.microsoft.com/office/powerpoint/2010/main" val="32904166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AB743-4614-0A73-01FC-E021F48DF4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D7045E-4A0F-B869-F20B-79A93762C6A2}"/>
              </a:ext>
            </a:extLst>
          </p:cNvPr>
          <p:cNvSpPr>
            <a:spLocks noGrp="1"/>
          </p:cNvSpPr>
          <p:nvPr>
            <p:ph type="title"/>
          </p:nvPr>
        </p:nvSpPr>
        <p:spPr/>
        <p:txBody>
          <a:bodyPr/>
          <a:lstStyle/>
          <a:p>
            <a:r>
              <a:rPr lang="en-US" altLang="ja-JP" dirty="0"/>
              <a:t>_</a:t>
            </a:r>
            <a:r>
              <a:rPr lang="en-US" altLang="ja-JP" dirty="0" err="1"/>
              <a:t>pkgdown.yml</a:t>
            </a:r>
            <a:endParaRPr lang="en-US" altLang="ja-JP" dirty="0"/>
          </a:p>
        </p:txBody>
      </p:sp>
      <p:sp>
        <p:nvSpPr>
          <p:cNvPr id="3" name="Content Placeholder 2">
            <a:extLst>
              <a:ext uri="{FF2B5EF4-FFF2-40B4-BE49-F238E27FC236}">
                <a16:creationId xmlns:a16="http://schemas.microsoft.com/office/drawing/2014/main" id="{92A763E5-28D6-1B6F-C137-359CEA5ABA16}"/>
              </a:ext>
            </a:extLst>
          </p:cNvPr>
          <p:cNvSpPr>
            <a:spLocks noGrp="1"/>
          </p:cNvSpPr>
          <p:nvPr>
            <p:ph idx="1"/>
          </p:nvPr>
        </p:nvSpPr>
        <p:spPr>
          <a:xfrm>
            <a:off x="604839" y="1168627"/>
            <a:ext cx="9721416" cy="4140000"/>
          </a:xfrm>
        </p:spPr>
        <p:txBody>
          <a:bodyPr/>
          <a:lstStyle/>
          <a:p>
            <a:r>
              <a:rPr lang="en-US" altLang="ja-JP" dirty="0" err="1"/>
              <a:t>Github</a:t>
            </a:r>
            <a:r>
              <a:rPr lang="en-US" altLang="ja-JP" dirty="0"/>
              <a:t> pages</a:t>
            </a:r>
            <a:r>
              <a:rPr lang="ja-JP" altLang="en-US" dirty="0"/>
              <a:t>生成時の設定ファイル</a:t>
            </a:r>
            <a:endParaRPr lang="en-US" altLang="ja-JP" dirty="0"/>
          </a:p>
          <a:p>
            <a:r>
              <a:rPr lang="ja-JP" altLang="en-US" dirty="0"/>
              <a:t>サイトの見た目・構成・表示内容を</a:t>
            </a:r>
            <a:r>
              <a:rPr lang="en-US" altLang="ja-JP" dirty="0"/>
              <a:t>YAML</a:t>
            </a:r>
            <a:r>
              <a:rPr lang="ja-JP" altLang="en-US" dirty="0"/>
              <a:t>形式で制御する。</a:t>
            </a:r>
            <a:endParaRPr lang="en-US" altLang="ja-JP" dirty="0"/>
          </a:p>
          <a:p>
            <a:endParaRPr lang="en-US" altLang="ja-JP" dirty="0"/>
          </a:p>
        </p:txBody>
      </p:sp>
      <p:sp>
        <p:nvSpPr>
          <p:cNvPr id="4" name="Footer Placeholder 3">
            <a:extLst>
              <a:ext uri="{FF2B5EF4-FFF2-40B4-BE49-F238E27FC236}">
                <a16:creationId xmlns:a16="http://schemas.microsoft.com/office/drawing/2014/main" id="{B94C383E-C16E-7096-2679-74893682A87A}"/>
              </a:ext>
            </a:extLst>
          </p:cNvPr>
          <p:cNvSpPr>
            <a:spLocks noGrp="1"/>
          </p:cNvSpPr>
          <p:nvPr>
            <p:ph type="ftr" sz="quarter" idx="11"/>
          </p:nvPr>
        </p:nvSpPr>
        <p:spPr/>
        <p:txBody>
          <a:bodyPr/>
          <a:lstStyle/>
          <a:p>
            <a:r>
              <a:rPr lang="en-US" noProof="0"/>
              <a:t>Insert menu &gt; Header &amp; Footer button</a:t>
            </a:r>
          </a:p>
        </p:txBody>
      </p:sp>
      <p:sp>
        <p:nvSpPr>
          <p:cNvPr id="5" name="Rectangle 4">
            <a:extLst>
              <a:ext uri="{FF2B5EF4-FFF2-40B4-BE49-F238E27FC236}">
                <a16:creationId xmlns:a16="http://schemas.microsoft.com/office/drawing/2014/main" id="{6C20C2C5-0204-D59E-0B23-AF6B0DE6C4D3}"/>
              </a:ext>
            </a:extLst>
          </p:cNvPr>
          <p:cNvSpPr/>
          <p:nvPr/>
        </p:nvSpPr>
        <p:spPr>
          <a:xfrm>
            <a:off x="0" y="1408"/>
            <a:ext cx="1292772" cy="219309"/>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Document</a:t>
            </a:r>
            <a:endParaRPr kumimoji="1" lang="ja-JP" altLang="en-US" dirty="0">
              <a:solidFill>
                <a:schemeClr val="tx1"/>
              </a:solidFill>
            </a:endParaRPr>
          </a:p>
        </p:txBody>
      </p:sp>
      <p:sp>
        <p:nvSpPr>
          <p:cNvPr id="8" name="TextBox 7">
            <a:extLst>
              <a:ext uri="{FF2B5EF4-FFF2-40B4-BE49-F238E27FC236}">
                <a16:creationId xmlns:a16="http://schemas.microsoft.com/office/drawing/2014/main" id="{E82897A5-E433-B3F6-8A40-4684FC4B7F1F}"/>
              </a:ext>
            </a:extLst>
          </p:cNvPr>
          <p:cNvSpPr txBox="1"/>
          <p:nvPr/>
        </p:nvSpPr>
        <p:spPr>
          <a:xfrm>
            <a:off x="307427" y="3069040"/>
            <a:ext cx="5646683" cy="2620333"/>
          </a:xfrm>
          <a:prstGeom prst="rect">
            <a:avLst/>
          </a:prstGeom>
          <a:solidFill>
            <a:schemeClr val="accent4">
              <a:lumMod val="20000"/>
              <a:lumOff val="80000"/>
            </a:schemeClr>
          </a:solidFill>
        </p:spPr>
        <p:txBody>
          <a:bodyPr wrap="square">
            <a:spAutoFit/>
          </a:bodyPr>
          <a:lstStyle/>
          <a:p>
            <a:pPr>
              <a:lnSpc>
                <a:spcPts val="1425"/>
              </a:lnSpc>
              <a:buNone/>
            </a:pPr>
            <a:r>
              <a:rPr lang="en-US" altLang="ja-JP" b="0" dirty="0">
                <a:solidFill>
                  <a:srgbClr val="4B69C6"/>
                </a:solidFill>
                <a:effectLst/>
                <a:latin typeface="Consolas" panose="020B0609020204030204" pitchFamily="49" charset="0"/>
              </a:rPr>
              <a:t>url</a:t>
            </a:r>
            <a:r>
              <a:rPr lang="en-US" altLang="ja-JP" b="0" dirty="0">
                <a:solidFill>
                  <a:srgbClr val="777777"/>
                </a:solidFill>
                <a:effectLst/>
                <a:latin typeface="Consolas" panose="020B0609020204030204" pitchFamily="49" charset="0"/>
              </a:rPr>
              <a:t>: </a:t>
            </a:r>
            <a:r>
              <a:rPr lang="en-US" altLang="ja-JP" b="0" dirty="0">
                <a:solidFill>
                  <a:srgbClr val="448C27"/>
                </a:solidFill>
                <a:effectLst/>
                <a:latin typeface="Consolas" panose="020B0609020204030204" pitchFamily="49" charset="0"/>
              </a:rPr>
              <a:t>https://yuichi-nakaima.github.io/anaume/</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a:solidFill>
                  <a:srgbClr val="4B69C6"/>
                </a:solidFill>
                <a:effectLst/>
                <a:latin typeface="Consolas" panose="020B0609020204030204" pitchFamily="49" charset="0"/>
              </a:rPr>
              <a:t>template</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a:solidFill>
                  <a:srgbClr val="777777"/>
                </a:solidFill>
                <a:effectLst/>
                <a:latin typeface="Consolas" panose="020B0609020204030204" pitchFamily="49" charset="0"/>
              </a:rPr>
              <a:t>  </a:t>
            </a:r>
            <a:r>
              <a:rPr lang="en-US" altLang="ja-JP" b="0" dirty="0">
                <a:solidFill>
                  <a:srgbClr val="4B69C6"/>
                </a:solidFill>
                <a:effectLst/>
                <a:latin typeface="Consolas" panose="020B0609020204030204" pitchFamily="49" charset="0"/>
              </a:rPr>
              <a:t>bootstrap</a:t>
            </a:r>
            <a:r>
              <a:rPr lang="en-US" altLang="ja-JP" b="0" dirty="0">
                <a:solidFill>
                  <a:srgbClr val="777777"/>
                </a:solidFill>
                <a:effectLst/>
                <a:latin typeface="Consolas" panose="020B0609020204030204" pitchFamily="49" charset="0"/>
              </a:rPr>
              <a:t>: </a:t>
            </a:r>
            <a:r>
              <a:rPr lang="en-US" altLang="ja-JP" b="0" dirty="0">
                <a:solidFill>
                  <a:srgbClr val="9C5D27"/>
                </a:solidFill>
                <a:effectLst/>
                <a:latin typeface="Consolas" panose="020B0609020204030204" pitchFamily="49" charset="0"/>
              </a:rPr>
              <a:t>5</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a:solidFill>
                  <a:srgbClr val="4B69C6"/>
                </a:solidFill>
                <a:effectLst/>
                <a:latin typeface="Consolas" panose="020B0609020204030204" pitchFamily="49" charset="0"/>
              </a:rPr>
              <a:t>lang</a:t>
            </a:r>
            <a:r>
              <a:rPr lang="en-US" altLang="ja-JP" b="0" dirty="0">
                <a:solidFill>
                  <a:srgbClr val="777777"/>
                </a:solidFill>
                <a:effectLst/>
                <a:latin typeface="Consolas" panose="020B0609020204030204" pitchFamily="49" charset="0"/>
              </a:rPr>
              <a:t>: </a:t>
            </a:r>
            <a:r>
              <a:rPr lang="en-US" altLang="ja-JP" b="0" dirty="0" err="1">
                <a:solidFill>
                  <a:srgbClr val="448C27"/>
                </a:solidFill>
                <a:effectLst/>
                <a:latin typeface="Consolas" panose="020B0609020204030204" pitchFamily="49" charset="0"/>
              </a:rPr>
              <a:t>en</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a:solidFill>
                  <a:srgbClr val="4B69C6"/>
                </a:solidFill>
                <a:effectLst/>
                <a:latin typeface="Consolas" panose="020B0609020204030204" pitchFamily="49" charset="0"/>
              </a:rPr>
              <a:t>title</a:t>
            </a:r>
            <a:r>
              <a:rPr lang="en-US" altLang="ja-JP" b="0" dirty="0">
                <a:solidFill>
                  <a:srgbClr val="777777"/>
                </a:solidFill>
                <a:effectLst/>
                <a:latin typeface="Consolas" panose="020B0609020204030204" pitchFamily="49" charset="0"/>
              </a:rPr>
              <a:t>: </a:t>
            </a:r>
            <a:r>
              <a:rPr lang="en-US" altLang="ja-JP" b="0" dirty="0" err="1">
                <a:solidFill>
                  <a:srgbClr val="448C27"/>
                </a:solidFill>
                <a:effectLst/>
                <a:latin typeface="Consolas" panose="020B0609020204030204" pitchFamily="49" charset="0"/>
              </a:rPr>
              <a:t>anaume</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a:solidFill>
                  <a:srgbClr val="4B69C6"/>
                </a:solidFill>
                <a:effectLst/>
                <a:latin typeface="Consolas" panose="020B0609020204030204" pitchFamily="49" charset="0"/>
              </a:rPr>
              <a:t>description</a:t>
            </a:r>
            <a:r>
              <a:rPr lang="en-US" altLang="ja-JP" b="0" dirty="0">
                <a:solidFill>
                  <a:srgbClr val="777777"/>
                </a:solidFill>
                <a:effectLst/>
                <a:latin typeface="Consolas" panose="020B0609020204030204" pitchFamily="49" charset="0"/>
              </a:rPr>
              <a:t>: "</a:t>
            </a:r>
            <a:r>
              <a:rPr lang="en-US" altLang="ja-JP" b="0" dirty="0">
                <a:solidFill>
                  <a:srgbClr val="448C27"/>
                </a:solidFill>
                <a:effectLst/>
                <a:latin typeface="Consolas" panose="020B0609020204030204" pitchFamily="49" charset="0"/>
              </a:rPr>
              <a:t>{Package documentation for </a:t>
            </a:r>
            <a:r>
              <a:rPr lang="en-US" altLang="ja-JP" b="0" dirty="0" err="1">
                <a:solidFill>
                  <a:srgbClr val="448C27"/>
                </a:solidFill>
                <a:effectLst/>
                <a:latin typeface="Consolas" panose="020B0609020204030204" pitchFamily="49" charset="0"/>
              </a:rPr>
              <a:t>anaume</a:t>
            </a:r>
            <a:r>
              <a:rPr lang="en-US" altLang="ja-JP" b="0" dirty="0">
                <a:solidFill>
                  <a:srgbClr val="448C27"/>
                </a:solidFill>
                <a:effectLst/>
                <a:latin typeface="Consolas" panose="020B0609020204030204" pitchFamily="49" charset="0"/>
              </a:rPr>
              <a:t>}.</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a:solidFill>
                  <a:srgbClr val="4B69C6"/>
                </a:solidFill>
                <a:effectLst/>
                <a:latin typeface="Consolas" panose="020B0609020204030204" pitchFamily="49" charset="0"/>
              </a:rPr>
              <a:t>repo</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a:solidFill>
                  <a:srgbClr val="777777"/>
                </a:solidFill>
                <a:effectLst/>
                <a:latin typeface="Consolas" panose="020B0609020204030204" pitchFamily="49" charset="0"/>
              </a:rPr>
              <a:t>  </a:t>
            </a:r>
            <a:r>
              <a:rPr lang="en-US" altLang="ja-JP" b="0" dirty="0">
                <a:solidFill>
                  <a:srgbClr val="4B69C6"/>
                </a:solidFill>
                <a:effectLst/>
                <a:latin typeface="Consolas" panose="020B0609020204030204" pitchFamily="49" charset="0"/>
              </a:rPr>
              <a:t>url</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a:solidFill>
                  <a:srgbClr val="777777"/>
                </a:solidFill>
                <a:effectLst/>
                <a:latin typeface="Consolas" panose="020B0609020204030204" pitchFamily="49" charset="0"/>
              </a:rPr>
              <a:t>    </a:t>
            </a:r>
            <a:r>
              <a:rPr lang="en-US" altLang="ja-JP" b="0" dirty="0">
                <a:solidFill>
                  <a:srgbClr val="4B69C6"/>
                </a:solidFill>
                <a:effectLst/>
                <a:latin typeface="Consolas" panose="020B0609020204030204" pitchFamily="49" charset="0"/>
              </a:rPr>
              <a:t>home</a:t>
            </a:r>
            <a:r>
              <a:rPr lang="en-US" altLang="ja-JP" b="0" dirty="0">
                <a:solidFill>
                  <a:srgbClr val="777777"/>
                </a:solidFill>
                <a:effectLst/>
                <a:latin typeface="Consolas" panose="020B0609020204030204" pitchFamily="49" charset="0"/>
              </a:rPr>
              <a:t>: </a:t>
            </a:r>
            <a:r>
              <a:rPr lang="en-US" altLang="ja-JP" b="0" dirty="0">
                <a:solidFill>
                  <a:srgbClr val="448C27"/>
                </a:solidFill>
                <a:effectLst/>
                <a:latin typeface="Consolas" panose="020B0609020204030204" pitchFamily="49" charset="0"/>
              </a:rPr>
              <a:t>https://github.com/yuichi-nakaima/anaume</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a:solidFill>
                  <a:srgbClr val="777777"/>
                </a:solidFill>
                <a:effectLst/>
                <a:latin typeface="Consolas" panose="020B0609020204030204" pitchFamily="49" charset="0"/>
              </a:rPr>
              <a:t>    </a:t>
            </a:r>
            <a:r>
              <a:rPr lang="en-US" altLang="ja-JP" b="0" dirty="0">
                <a:solidFill>
                  <a:srgbClr val="4B69C6"/>
                </a:solidFill>
                <a:effectLst/>
                <a:latin typeface="Consolas" panose="020B0609020204030204" pitchFamily="49" charset="0"/>
              </a:rPr>
              <a:t>issue</a:t>
            </a:r>
            <a:r>
              <a:rPr lang="en-US" altLang="ja-JP" b="0" dirty="0">
                <a:solidFill>
                  <a:srgbClr val="777777"/>
                </a:solidFill>
                <a:effectLst/>
                <a:latin typeface="Consolas" panose="020B0609020204030204" pitchFamily="49" charset="0"/>
              </a:rPr>
              <a:t>: </a:t>
            </a:r>
            <a:r>
              <a:rPr lang="en-US" altLang="ja-JP" b="0" dirty="0">
                <a:solidFill>
                  <a:srgbClr val="448C27"/>
                </a:solidFill>
                <a:effectLst/>
                <a:latin typeface="Consolas" panose="020B0609020204030204" pitchFamily="49" charset="0"/>
              </a:rPr>
              <a:t>https://github.com/yuichi-nakaima/anaume/issues</a:t>
            </a:r>
            <a:endParaRPr lang="en-US" altLang="ja-JP" b="0" dirty="0">
              <a:solidFill>
                <a:srgbClr val="333333"/>
              </a:solidFill>
              <a:effectLst/>
              <a:latin typeface="Consolas" panose="020B0609020204030204" pitchFamily="49" charset="0"/>
            </a:endParaRPr>
          </a:p>
        </p:txBody>
      </p:sp>
      <p:pic>
        <p:nvPicPr>
          <p:cNvPr id="12" name="Picture 11">
            <a:extLst>
              <a:ext uri="{FF2B5EF4-FFF2-40B4-BE49-F238E27FC236}">
                <a16:creationId xmlns:a16="http://schemas.microsoft.com/office/drawing/2014/main" id="{55708F0B-B661-C72F-7EE6-8D656379D1B5}"/>
              </a:ext>
            </a:extLst>
          </p:cNvPr>
          <p:cNvPicPr>
            <a:picLocks noChangeAspect="1"/>
          </p:cNvPicPr>
          <p:nvPr/>
        </p:nvPicPr>
        <p:blipFill>
          <a:blip r:embed="rId3"/>
          <a:stretch>
            <a:fillRect/>
          </a:stretch>
        </p:blipFill>
        <p:spPr>
          <a:xfrm>
            <a:off x="6512271" y="3912070"/>
            <a:ext cx="5372302" cy="1777303"/>
          </a:xfrm>
          <a:prstGeom prst="rect">
            <a:avLst/>
          </a:prstGeom>
          <a:ln>
            <a:solidFill>
              <a:schemeClr val="accent1"/>
            </a:solidFill>
          </a:ln>
        </p:spPr>
      </p:pic>
      <p:sp>
        <p:nvSpPr>
          <p:cNvPr id="13" name="Rectangle 12">
            <a:extLst>
              <a:ext uri="{FF2B5EF4-FFF2-40B4-BE49-F238E27FC236}">
                <a16:creationId xmlns:a16="http://schemas.microsoft.com/office/drawing/2014/main" id="{61F102E1-0766-FF14-F79C-12C9949717C5}"/>
              </a:ext>
            </a:extLst>
          </p:cNvPr>
          <p:cNvSpPr/>
          <p:nvPr/>
        </p:nvSpPr>
        <p:spPr>
          <a:xfrm>
            <a:off x="6445927" y="2945930"/>
            <a:ext cx="3388511" cy="668848"/>
          </a:xfrm>
          <a:prstGeom prst="rect">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どの項目に何の</a:t>
            </a:r>
            <a:r>
              <a:rPr kumimoji="1" lang="en-US" altLang="ja-JP" dirty="0">
                <a:solidFill>
                  <a:schemeClr val="tx1"/>
                </a:solidFill>
              </a:rPr>
              <a:t>Document</a:t>
            </a:r>
            <a:r>
              <a:rPr kumimoji="1" lang="ja-JP" altLang="en-US" dirty="0">
                <a:solidFill>
                  <a:schemeClr val="tx1"/>
                </a:solidFill>
              </a:rPr>
              <a:t>を</a:t>
            </a:r>
            <a:br>
              <a:rPr kumimoji="1" lang="en-US" altLang="ja-JP" dirty="0">
                <a:solidFill>
                  <a:schemeClr val="tx1"/>
                </a:solidFill>
              </a:rPr>
            </a:br>
            <a:r>
              <a:rPr kumimoji="1" lang="ja-JP" altLang="en-US" dirty="0">
                <a:solidFill>
                  <a:schemeClr val="tx1"/>
                </a:solidFill>
              </a:rPr>
              <a:t>配置するか等を設定</a:t>
            </a:r>
          </a:p>
        </p:txBody>
      </p:sp>
      <p:cxnSp>
        <p:nvCxnSpPr>
          <p:cNvPr id="14" name="Straight Arrow Connector 13">
            <a:extLst>
              <a:ext uri="{FF2B5EF4-FFF2-40B4-BE49-F238E27FC236}">
                <a16:creationId xmlns:a16="http://schemas.microsoft.com/office/drawing/2014/main" id="{FE2C73B9-023B-FD4B-BEDE-F39656AA6726}"/>
              </a:ext>
            </a:extLst>
          </p:cNvPr>
          <p:cNvCxnSpPr>
            <a:cxnSpLocks/>
            <a:stCxn id="13" idx="2"/>
          </p:cNvCxnSpPr>
          <p:nvPr/>
        </p:nvCxnSpPr>
        <p:spPr>
          <a:xfrm>
            <a:off x="8140183" y="3614778"/>
            <a:ext cx="0" cy="380747"/>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94324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2F1DC-3FEE-9364-2140-6F752F615B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BA5437-A527-1D12-26D7-B883A860BFAB}"/>
              </a:ext>
            </a:extLst>
          </p:cNvPr>
          <p:cNvSpPr>
            <a:spLocks noGrp="1"/>
          </p:cNvSpPr>
          <p:nvPr>
            <p:ph type="title"/>
          </p:nvPr>
        </p:nvSpPr>
        <p:spPr/>
        <p:txBody>
          <a:bodyPr/>
          <a:lstStyle/>
          <a:p>
            <a:r>
              <a:rPr kumimoji="1" lang="en-US" altLang="ja-JP" dirty="0"/>
              <a:t>Basic components of R Package</a:t>
            </a:r>
            <a:endParaRPr kumimoji="1" lang="ja-JP" altLang="en-US" dirty="0"/>
          </a:p>
        </p:txBody>
      </p:sp>
      <p:sp>
        <p:nvSpPr>
          <p:cNvPr id="3" name="Content Placeholder 2">
            <a:extLst>
              <a:ext uri="{FF2B5EF4-FFF2-40B4-BE49-F238E27FC236}">
                <a16:creationId xmlns:a16="http://schemas.microsoft.com/office/drawing/2014/main" id="{F26D7AD3-B049-3183-8D3E-20C82A221F76}"/>
              </a:ext>
            </a:extLst>
          </p:cNvPr>
          <p:cNvSpPr>
            <a:spLocks noGrp="1"/>
          </p:cNvSpPr>
          <p:nvPr>
            <p:ph idx="1"/>
          </p:nvPr>
        </p:nvSpPr>
        <p:spPr/>
        <p:txBody>
          <a:bodyPr>
            <a:normAutofit fontScale="92500" lnSpcReduction="20000"/>
          </a:bodyPr>
          <a:lstStyle/>
          <a:p>
            <a:r>
              <a:rPr lang="en-US" altLang="ja-JP" dirty="0"/>
              <a:t>DESCRIPTION</a:t>
            </a:r>
          </a:p>
          <a:p>
            <a:r>
              <a:rPr lang="en-US" altLang="ja-JP" dirty="0"/>
              <a:t>NAMESPACE</a:t>
            </a:r>
          </a:p>
          <a:p>
            <a:r>
              <a:rPr lang="en-US" altLang="ja-JP" dirty="0"/>
              <a:t>R</a:t>
            </a:r>
          </a:p>
          <a:p>
            <a:r>
              <a:rPr lang="en-US" altLang="ja-JP" dirty="0"/>
              <a:t>README</a:t>
            </a:r>
          </a:p>
          <a:p>
            <a:r>
              <a:rPr lang="en-US" altLang="ja-JP" dirty="0"/>
              <a:t>man</a:t>
            </a:r>
          </a:p>
          <a:p>
            <a:r>
              <a:rPr lang="en-US" altLang="ja-JP" dirty="0"/>
              <a:t>vignettes</a:t>
            </a:r>
          </a:p>
          <a:p>
            <a:r>
              <a:rPr lang="en-US" altLang="ja-JP" dirty="0"/>
              <a:t>_</a:t>
            </a:r>
            <a:r>
              <a:rPr lang="en-US" altLang="ja-JP" dirty="0" err="1"/>
              <a:t>pkgdown.yml</a:t>
            </a:r>
            <a:endParaRPr lang="en-US" altLang="ja-JP" dirty="0"/>
          </a:p>
          <a:p>
            <a:r>
              <a:rPr lang="en-US" altLang="ja-JP" dirty="0"/>
              <a:t>tests</a:t>
            </a:r>
          </a:p>
          <a:p>
            <a:endParaRPr lang="en-US" altLang="ja-JP" dirty="0"/>
          </a:p>
        </p:txBody>
      </p:sp>
      <p:sp>
        <p:nvSpPr>
          <p:cNvPr id="4" name="Footer Placeholder 3">
            <a:extLst>
              <a:ext uri="{FF2B5EF4-FFF2-40B4-BE49-F238E27FC236}">
                <a16:creationId xmlns:a16="http://schemas.microsoft.com/office/drawing/2014/main" id="{CAE63243-7AE1-75DA-BAC1-0881B76EC8E7}"/>
              </a:ext>
            </a:extLst>
          </p:cNvPr>
          <p:cNvSpPr>
            <a:spLocks noGrp="1"/>
          </p:cNvSpPr>
          <p:nvPr>
            <p:ph type="ftr" sz="quarter" idx="11"/>
          </p:nvPr>
        </p:nvSpPr>
        <p:spPr/>
        <p:txBody>
          <a:bodyPr/>
          <a:lstStyle/>
          <a:p>
            <a:r>
              <a:rPr lang="en-US" noProof="0"/>
              <a:t>Insert menu &gt; Header &amp; Footer button</a:t>
            </a:r>
          </a:p>
        </p:txBody>
      </p:sp>
      <p:pic>
        <p:nvPicPr>
          <p:cNvPr id="6" name="Picture 5">
            <a:extLst>
              <a:ext uri="{FF2B5EF4-FFF2-40B4-BE49-F238E27FC236}">
                <a16:creationId xmlns:a16="http://schemas.microsoft.com/office/drawing/2014/main" id="{EF3794FC-570C-AB24-EA9E-66EDF7DE9035}"/>
              </a:ext>
            </a:extLst>
          </p:cNvPr>
          <p:cNvPicPr>
            <a:picLocks noChangeAspect="1"/>
          </p:cNvPicPr>
          <p:nvPr/>
        </p:nvPicPr>
        <p:blipFill>
          <a:blip r:embed="rId3"/>
          <a:stretch>
            <a:fillRect/>
          </a:stretch>
        </p:blipFill>
        <p:spPr>
          <a:xfrm>
            <a:off x="4162096" y="1023981"/>
            <a:ext cx="7088656" cy="5258577"/>
          </a:xfrm>
          <a:prstGeom prst="rect">
            <a:avLst/>
          </a:prstGeom>
        </p:spPr>
      </p:pic>
      <p:grpSp>
        <p:nvGrpSpPr>
          <p:cNvPr id="17" name="Group 16">
            <a:extLst>
              <a:ext uri="{FF2B5EF4-FFF2-40B4-BE49-F238E27FC236}">
                <a16:creationId xmlns:a16="http://schemas.microsoft.com/office/drawing/2014/main" id="{57C24C73-DE04-3481-99BF-A255A7B910AD}"/>
              </a:ext>
            </a:extLst>
          </p:cNvPr>
          <p:cNvGrpSpPr/>
          <p:nvPr/>
        </p:nvGrpSpPr>
        <p:grpSpPr>
          <a:xfrm>
            <a:off x="957012" y="4994738"/>
            <a:ext cx="9369243" cy="809834"/>
            <a:chOff x="957012" y="4994738"/>
            <a:chExt cx="9369243" cy="809834"/>
          </a:xfrm>
        </p:grpSpPr>
        <p:sp>
          <p:nvSpPr>
            <p:cNvPr id="9" name="Rectangle 8">
              <a:extLst>
                <a:ext uri="{FF2B5EF4-FFF2-40B4-BE49-F238E27FC236}">
                  <a16:creationId xmlns:a16="http://schemas.microsoft.com/office/drawing/2014/main" id="{F8460C6B-EB36-E061-3382-5F23206EECC0}"/>
                </a:ext>
              </a:extLst>
            </p:cNvPr>
            <p:cNvSpPr/>
            <p:nvPr/>
          </p:nvSpPr>
          <p:spPr>
            <a:xfrm>
              <a:off x="957012" y="5260908"/>
              <a:ext cx="2038435" cy="270467"/>
            </a:xfrm>
            <a:prstGeom prst="rect">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Rectangle 12">
              <a:extLst>
                <a:ext uri="{FF2B5EF4-FFF2-40B4-BE49-F238E27FC236}">
                  <a16:creationId xmlns:a16="http://schemas.microsoft.com/office/drawing/2014/main" id="{07A35F00-D105-F5EB-2D82-9110D803C804}"/>
                </a:ext>
              </a:extLst>
            </p:cNvPr>
            <p:cNvSpPr/>
            <p:nvPr/>
          </p:nvSpPr>
          <p:spPr>
            <a:xfrm>
              <a:off x="4287957" y="4994738"/>
              <a:ext cx="6038298" cy="809834"/>
            </a:xfrm>
            <a:prstGeom prst="rect">
              <a:avLst/>
            </a:prstGeom>
            <a:solidFill>
              <a:schemeClr val="bg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Package</a:t>
              </a:r>
              <a:r>
                <a:rPr kumimoji="1" lang="ja-JP" altLang="en-US" dirty="0">
                  <a:solidFill>
                    <a:schemeClr val="tx1"/>
                  </a:solidFill>
                </a:rPr>
                <a:t>の</a:t>
              </a:r>
              <a:r>
                <a:rPr kumimoji="1" lang="en-US" altLang="ja-JP" dirty="0">
                  <a:solidFill>
                    <a:schemeClr val="tx1"/>
                  </a:solidFill>
                </a:rPr>
                <a:t>Validation</a:t>
              </a:r>
              <a:r>
                <a:rPr kumimoji="1" lang="ja-JP" altLang="en-US" dirty="0">
                  <a:solidFill>
                    <a:schemeClr val="tx1"/>
                  </a:solidFill>
                </a:rPr>
                <a:t>用の</a:t>
              </a:r>
              <a:r>
                <a:rPr kumimoji="1" lang="en-US" altLang="ja-JP" dirty="0">
                  <a:solidFill>
                    <a:schemeClr val="tx1"/>
                  </a:solidFill>
                </a:rPr>
                <a:t>Unit test</a:t>
              </a:r>
              <a:endParaRPr kumimoji="1" lang="ja-JP" altLang="en-US" dirty="0">
                <a:solidFill>
                  <a:schemeClr val="tx1"/>
                </a:solidFill>
              </a:endParaRPr>
            </a:p>
          </p:txBody>
        </p:sp>
        <p:cxnSp>
          <p:nvCxnSpPr>
            <p:cNvPr id="24" name="Straight Arrow Connector 23">
              <a:extLst>
                <a:ext uri="{FF2B5EF4-FFF2-40B4-BE49-F238E27FC236}">
                  <a16:creationId xmlns:a16="http://schemas.microsoft.com/office/drawing/2014/main" id="{29E867BE-F890-91B5-4EFC-39673FAC642A}"/>
                </a:ext>
              </a:extLst>
            </p:cNvPr>
            <p:cNvCxnSpPr>
              <a:cxnSpLocks/>
              <a:stCxn id="13" idx="1"/>
              <a:endCxn id="9" idx="3"/>
            </p:cNvCxnSpPr>
            <p:nvPr/>
          </p:nvCxnSpPr>
          <p:spPr>
            <a:xfrm flipH="1" flipV="1">
              <a:off x="2995447" y="5396142"/>
              <a:ext cx="1292510" cy="3513"/>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257196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7316A-1409-26E9-0245-2FC5F0F7A1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071072-5718-3BB8-9022-E2E877C0281B}"/>
              </a:ext>
            </a:extLst>
          </p:cNvPr>
          <p:cNvSpPr>
            <a:spLocks noGrp="1"/>
          </p:cNvSpPr>
          <p:nvPr>
            <p:ph type="title"/>
          </p:nvPr>
        </p:nvSpPr>
        <p:spPr/>
        <p:txBody>
          <a:bodyPr/>
          <a:lstStyle/>
          <a:p>
            <a:r>
              <a:rPr lang="en-US" altLang="ja-JP" dirty="0"/>
              <a:t>Unit test</a:t>
            </a:r>
          </a:p>
        </p:txBody>
      </p:sp>
      <p:sp>
        <p:nvSpPr>
          <p:cNvPr id="3" name="Content Placeholder 2">
            <a:extLst>
              <a:ext uri="{FF2B5EF4-FFF2-40B4-BE49-F238E27FC236}">
                <a16:creationId xmlns:a16="http://schemas.microsoft.com/office/drawing/2014/main" id="{95E574F9-EC2D-5C5D-E647-1FF50D3F306A}"/>
              </a:ext>
            </a:extLst>
          </p:cNvPr>
          <p:cNvSpPr>
            <a:spLocks noGrp="1"/>
          </p:cNvSpPr>
          <p:nvPr>
            <p:ph idx="1"/>
          </p:nvPr>
        </p:nvSpPr>
        <p:spPr>
          <a:xfrm>
            <a:off x="604839" y="1168627"/>
            <a:ext cx="9721416" cy="4140000"/>
          </a:xfrm>
        </p:spPr>
        <p:txBody>
          <a:bodyPr/>
          <a:lstStyle/>
          <a:p>
            <a:r>
              <a:rPr lang="en-US" altLang="ja-JP" dirty="0"/>
              <a:t>Package</a:t>
            </a:r>
            <a:r>
              <a:rPr lang="ja-JP" altLang="en-US" dirty="0"/>
              <a:t>では関数や</a:t>
            </a:r>
            <a:r>
              <a:rPr lang="en-US" altLang="ja-JP" dirty="0"/>
              <a:t>Feature</a:t>
            </a:r>
            <a:r>
              <a:rPr lang="ja-JP" altLang="en-US" dirty="0"/>
              <a:t>が意図通り機能しているかを</a:t>
            </a:r>
            <a:r>
              <a:rPr lang="en-US" altLang="ja-JP" dirty="0" err="1"/>
              <a:t>Devloper</a:t>
            </a:r>
            <a:r>
              <a:rPr lang="ja-JP" altLang="en-US" dirty="0"/>
              <a:t>がテストしている。</a:t>
            </a:r>
            <a:endParaRPr lang="en-US" altLang="ja-JP" dirty="0"/>
          </a:p>
          <a:p>
            <a:r>
              <a:rPr lang="ja-JP" altLang="en-US" dirty="0"/>
              <a:t>個別の</a:t>
            </a:r>
            <a:r>
              <a:rPr lang="en-US" altLang="ja-JP" dirty="0"/>
              <a:t>TEST</a:t>
            </a:r>
            <a:r>
              <a:rPr lang="ja-JP" altLang="en-US" dirty="0"/>
              <a:t>は</a:t>
            </a:r>
            <a:r>
              <a:rPr lang="en-US" altLang="ja-JP" dirty="0" err="1"/>
              <a:t>testthat</a:t>
            </a:r>
            <a:r>
              <a:rPr lang="en-US" altLang="ja-JP" dirty="0"/>
              <a:t> folder</a:t>
            </a:r>
            <a:r>
              <a:rPr lang="ja-JP" altLang="en-US" dirty="0"/>
              <a:t>内に保管されることが多く、</a:t>
            </a:r>
            <a:r>
              <a:rPr lang="en-US" altLang="ja-JP" dirty="0" err="1"/>
              <a:t>testthat</a:t>
            </a:r>
            <a:r>
              <a:rPr lang="ja-JP" altLang="en-US" dirty="0"/>
              <a:t>内の全ての</a:t>
            </a:r>
            <a:r>
              <a:rPr lang="en-US" altLang="ja-JP" dirty="0"/>
              <a:t>test</a:t>
            </a:r>
            <a:r>
              <a:rPr lang="ja-JP" altLang="en-US" dirty="0"/>
              <a:t>を</a:t>
            </a:r>
            <a:br>
              <a:rPr lang="en-US" altLang="ja-JP" dirty="0"/>
            </a:br>
            <a:r>
              <a:rPr lang="en-US" altLang="ja-JP" dirty="0" err="1"/>
              <a:t>testthat.R</a:t>
            </a:r>
            <a:r>
              <a:rPr lang="ja-JP" altLang="en-US" dirty="0"/>
              <a:t>で実行する構造を持つことが多い。</a:t>
            </a:r>
            <a:endParaRPr lang="en-US" altLang="ja-JP" dirty="0"/>
          </a:p>
          <a:p>
            <a:r>
              <a:rPr lang="en-US" altLang="ja-JP" dirty="0"/>
              <a:t>R CMD check </a:t>
            </a:r>
            <a:r>
              <a:rPr lang="ja-JP" altLang="en-US" dirty="0"/>
              <a:t>時に自動実行されるため、関数修正時に意図しない挙動の変化を防ぐ。</a:t>
            </a:r>
            <a:endParaRPr lang="en-US" altLang="ja-JP" dirty="0"/>
          </a:p>
          <a:p>
            <a:endParaRPr lang="en-US" altLang="ja-JP" dirty="0"/>
          </a:p>
        </p:txBody>
      </p:sp>
      <p:sp>
        <p:nvSpPr>
          <p:cNvPr id="4" name="Footer Placeholder 3">
            <a:extLst>
              <a:ext uri="{FF2B5EF4-FFF2-40B4-BE49-F238E27FC236}">
                <a16:creationId xmlns:a16="http://schemas.microsoft.com/office/drawing/2014/main" id="{26F69EBA-A607-8F83-DAFB-498099C19937}"/>
              </a:ext>
            </a:extLst>
          </p:cNvPr>
          <p:cNvSpPr>
            <a:spLocks noGrp="1"/>
          </p:cNvSpPr>
          <p:nvPr>
            <p:ph type="ftr" sz="quarter" idx="11"/>
          </p:nvPr>
        </p:nvSpPr>
        <p:spPr/>
        <p:txBody>
          <a:bodyPr/>
          <a:lstStyle/>
          <a:p>
            <a:r>
              <a:rPr lang="en-US" noProof="0"/>
              <a:t>Insert menu &gt; Header &amp; Footer button</a:t>
            </a:r>
          </a:p>
        </p:txBody>
      </p:sp>
      <p:sp>
        <p:nvSpPr>
          <p:cNvPr id="5" name="Rectangle 4">
            <a:extLst>
              <a:ext uri="{FF2B5EF4-FFF2-40B4-BE49-F238E27FC236}">
                <a16:creationId xmlns:a16="http://schemas.microsoft.com/office/drawing/2014/main" id="{DEC2953A-10A0-8691-4C51-50DEA55AF2F3}"/>
              </a:ext>
            </a:extLst>
          </p:cNvPr>
          <p:cNvSpPr/>
          <p:nvPr/>
        </p:nvSpPr>
        <p:spPr>
          <a:xfrm>
            <a:off x="0" y="1408"/>
            <a:ext cx="1292772" cy="219309"/>
          </a:xfrm>
          <a:prstGeom prst="rect">
            <a:avLst/>
          </a:prstGeom>
          <a:ln/>
        </p:spPr>
        <p:style>
          <a:lnRef idx="2">
            <a:schemeClr val="accent3"/>
          </a:lnRef>
          <a:fillRef idx="1">
            <a:schemeClr val="lt1"/>
          </a:fillRef>
          <a:effectRef idx="0">
            <a:schemeClr val="accent3"/>
          </a:effectRef>
          <a:fontRef idx="minor">
            <a:schemeClr val="dk1"/>
          </a:fontRef>
        </p:style>
        <p:txBody>
          <a:bodyPr rtlCol="0" anchor="ctr"/>
          <a:lstStyle/>
          <a:p>
            <a:pPr algn="ctr"/>
            <a:r>
              <a:rPr kumimoji="1" lang="en-US" altLang="ja-JP" dirty="0">
                <a:solidFill>
                  <a:schemeClr val="tx1"/>
                </a:solidFill>
              </a:rPr>
              <a:t>Test</a:t>
            </a:r>
            <a:endParaRPr kumimoji="1" lang="ja-JP" altLang="en-US" dirty="0">
              <a:solidFill>
                <a:schemeClr val="tx1"/>
              </a:solidFill>
            </a:endParaRPr>
          </a:p>
        </p:txBody>
      </p:sp>
      <p:pic>
        <p:nvPicPr>
          <p:cNvPr id="8" name="Picture 7">
            <a:extLst>
              <a:ext uri="{FF2B5EF4-FFF2-40B4-BE49-F238E27FC236}">
                <a16:creationId xmlns:a16="http://schemas.microsoft.com/office/drawing/2014/main" id="{A2D8076F-79ED-C124-FCA3-AF65FD72D27C}"/>
              </a:ext>
            </a:extLst>
          </p:cNvPr>
          <p:cNvPicPr>
            <a:picLocks noChangeAspect="1"/>
          </p:cNvPicPr>
          <p:nvPr/>
        </p:nvPicPr>
        <p:blipFill>
          <a:blip r:embed="rId3"/>
          <a:stretch>
            <a:fillRect/>
          </a:stretch>
        </p:blipFill>
        <p:spPr>
          <a:xfrm>
            <a:off x="646386" y="3697631"/>
            <a:ext cx="1819529" cy="1066949"/>
          </a:xfrm>
          <a:prstGeom prst="rect">
            <a:avLst/>
          </a:prstGeom>
        </p:spPr>
      </p:pic>
      <p:sp>
        <p:nvSpPr>
          <p:cNvPr id="10" name="TextBox 9">
            <a:extLst>
              <a:ext uri="{FF2B5EF4-FFF2-40B4-BE49-F238E27FC236}">
                <a16:creationId xmlns:a16="http://schemas.microsoft.com/office/drawing/2014/main" id="{33E12DA9-BCD9-AA99-F4B4-40C66F46F99B}"/>
              </a:ext>
            </a:extLst>
          </p:cNvPr>
          <p:cNvSpPr txBox="1"/>
          <p:nvPr/>
        </p:nvSpPr>
        <p:spPr>
          <a:xfrm>
            <a:off x="2620724" y="3649775"/>
            <a:ext cx="7757134" cy="2799869"/>
          </a:xfrm>
          <a:prstGeom prst="rect">
            <a:avLst/>
          </a:prstGeom>
          <a:solidFill>
            <a:schemeClr val="accent4">
              <a:lumMod val="20000"/>
              <a:lumOff val="80000"/>
            </a:schemeClr>
          </a:solidFill>
        </p:spPr>
        <p:txBody>
          <a:bodyPr wrap="square">
            <a:spAutoFit/>
          </a:bodyPr>
          <a:lstStyle/>
          <a:p>
            <a:pPr>
              <a:lnSpc>
                <a:spcPts val="1425"/>
              </a:lnSpc>
              <a:buNone/>
            </a:pPr>
            <a:r>
              <a:rPr lang="en-US" altLang="ja-JP" b="0" i="1" dirty="0">
                <a:solidFill>
                  <a:srgbClr val="AAAAAA"/>
                </a:solidFill>
                <a:effectLst/>
                <a:latin typeface="Consolas" panose="020B0609020204030204" pitchFamily="49" charset="0"/>
              </a:rPr>
              <a:t># This file is part of the standard setup for </a:t>
            </a:r>
            <a:r>
              <a:rPr lang="en-US" altLang="ja-JP" b="0" i="1" dirty="0" err="1">
                <a:solidFill>
                  <a:srgbClr val="AAAAAA"/>
                </a:solidFill>
                <a:effectLst/>
                <a:latin typeface="Consolas" panose="020B0609020204030204" pitchFamily="49" charset="0"/>
              </a:rPr>
              <a:t>testthat</a:t>
            </a:r>
            <a:r>
              <a:rPr lang="en-US" altLang="ja-JP" b="0" i="1" dirty="0">
                <a:solidFill>
                  <a:srgbClr val="AAAAAA"/>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i="1" dirty="0">
                <a:solidFill>
                  <a:srgbClr val="AAAAAA"/>
                </a:solidFill>
                <a:effectLst/>
                <a:latin typeface="Consolas" panose="020B0609020204030204" pitchFamily="49" charset="0"/>
              </a:rPr>
              <a:t># It is recommended that you do not modify it.</a:t>
            </a:r>
            <a:endParaRPr lang="en-US" altLang="ja-JP" b="0" dirty="0">
              <a:solidFill>
                <a:srgbClr val="333333"/>
              </a:solidFill>
              <a:effectLst/>
              <a:latin typeface="Consolas" panose="020B0609020204030204" pitchFamily="49" charset="0"/>
            </a:endParaRPr>
          </a:p>
          <a:p>
            <a:pPr>
              <a:lnSpc>
                <a:spcPts val="1425"/>
              </a:lnSpc>
              <a:buNone/>
            </a:pPr>
            <a:r>
              <a:rPr lang="en-US" altLang="ja-JP" b="0" i="1" dirty="0">
                <a:solidFill>
                  <a:srgbClr val="AAAAAA"/>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i="1" dirty="0">
                <a:solidFill>
                  <a:srgbClr val="AAAAAA"/>
                </a:solidFill>
                <a:effectLst/>
                <a:latin typeface="Consolas" panose="020B0609020204030204" pitchFamily="49" charset="0"/>
              </a:rPr>
              <a:t># Where should you do additional test configuration?</a:t>
            </a:r>
            <a:endParaRPr lang="en-US" altLang="ja-JP" b="0" dirty="0">
              <a:solidFill>
                <a:srgbClr val="333333"/>
              </a:solidFill>
              <a:effectLst/>
              <a:latin typeface="Consolas" panose="020B0609020204030204" pitchFamily="49" charset="0"/>
            </a:endParaRPr>
          </a:p>
          <a:p>
            <a:pPr>
              <a:lnSpc>
                <a:spcPts val="1425"/>
              </a:lnSpc>
              <a:buNone/>
            </a:pPr>
            <a:r>
              <a:rPr lang="en-US" altLang="ja-JP" b="0" i="1" dirty="0">
                <a:solidFill>
                  <a:srgbClr val="AAAAAA"/>
                </a:solidFill>
                <a:effectLst/>
                <a:latin typeface="Consolas" panose="020B0609020204030204" pitchFamily="49" charset="0"/>
              </a:rPr>
              <a:t># Learn more about the roles of various files in:</a:t>
            </a:r>
            <a:endParaRPr lang="en-US" altLang="ja-JP" b="0" dirty="0">
              <a:solidFill>
                <a:srgbClr val="333333"/>
              </a:solidFill>
              <a:effectLst/>
              <a:latin typeface="Consolas" panose="020B0609020204030204" pitchFamily="49" charset="0"/>
            </a:endParaRPr>
          </a:p>
          <a:p>
            <a:pPr>
              <a:lnSpc>
                <a:spcPts val="1425"/>
              </a:lnSpc>
              <a:buNone/>
            </a:pPr>
            <a:r>
              <a:rPr lang="en-US" altLang="ja-JP" b="0" i="1" dirty="0">
                <a:solidFill>
                  <a:srgbClr val="AAAAAA"/>
                </a:solidFill>
                <a:effectLst/>
                <a:latin typeface="Consolas" panose="020B0609020204030204" pitchFamily="49" charset="0"/>
              </a:rPr>
              <a:t># * https://r-pkgs.org/testing-design.html#sec-tests-files-overview</a:t>
            </a:r>
            <a:endParaRPr lang="en-US" altLang="ja-JP" b="0" dirty="0">
              <a:solidFill>
                <a:srgbClr val="333333"/>
              </a:solidFill>
              <a:effectLst/>
              <a:latin typeface="Consolas" panose="020B0609020204030204" pitchFamily="49" charset="0"/>
            </a:endParaRPr>
          </a:p>
          <a:p>
            <a:pPr>
              <a:lnSpc>
                <a:spcPts val="1425"/>
              </a:lnSpc>
              <a:buNone/>
            </a:pPr>
            <a:r>
              <a:rPr lang="en-US" altLang="ja-JP" b="0" i="1" dirty="0">
                <a:solidFill>
                  <a:srgbClr val="AAAAAA"/>
                </a:solidFill>
                <a:effectLst/>
                <a:latin typeface="Consolas" panose="020B0609020204030204" pitchFamily="49" charset="0"/>
              </a:rPr>
              <a:t># * https://testthat.r-lib.org/articles/special-files.html</a:t>
            </a:r>
            <a:endParaRPr lang="en-US" altLang="ja-JP" b="0" dirty="0">
              <a:solidFill>
                <a:srgbClr val="333333"/>
              </a:solidFill>
              <a:effectLst/>
              <a:latin typeface="Consolas" panose="020B0609020204030204" pitchFamily="49" charset="0"/>
            </a:endParaRPr>
          </a:p>
          <a:p>
            <a:pPr>
              <a:lnSpc>
                <a:spcPts val="1425"/>
              </a:lnSpc>
              <a:buNone/>
            </a:pPr>
            <a:br>
              <a:rPr lang="en-US" altLang="ja-JP" b="0" dirty="0">
                <a:solidFill>
                  <a:srgbClr val="333333"/>
                </a:solidFill>
                <a:effectLst/>
                <a:latin typeface="Consolas" panose="020B0609020204030204" pitchFamily="49" charset="0"/>
              </a:rPr>
            </a:br>
            <a:endParaRPr lang="en-US" altLang="ja-JP" b="0" dirty="0">
              <a:solidFill>
                <a:srgbClr val="333333"/>
              </a:solidFill>
              <a:effectLst/>
              <a:latin typeface="Consolas" panose="020B0609020204030204" pitchFamily="49" charset="0"/>
            </a:endParaRPr>
          </a:p>
          <a:p>
            <a:pPr>
              <a:lnSpc>
                <a:spcPts val="1425"/>
              </a:lnSpc>
              <a:buNone/>
            </a:pPr>
            <a:r>
              <a:rPr lang="en-US" altLang="ja-JP" b="1" dirty="0">
                <a:solidFill>
                  <a:srgbClr val="AA3731"/>
                </a:solidFill>
                <a:effectLst/>
                <a:latin typeface="Consolas" panose="020B0609020204030204" pitchFamily="49" charset="0"/>
              </a:rPr>
              <a:t>library</a:t>
            </a:r>
            <a:r>
              <a:rPr lang="en-US" altLang="ja-JP" b="0" dirty="0">
                <a:solidFill>
                  <a:srgbClr val="777777"/>
                </a:solidFill>
                <a:effectLst/>
                <a:latin typeface="Consolas" panose="020B0609020204030204" pitchFamily="49" charset="0"/>
              </a:rPr>
              <a:t>(</a:t>
            </a:r>
            <a:r>
              <a:rPr lang="en-US" altLang="ja-JP" b="0" dirty="0" err="1">
                <a:solidFill>
                  <a:srgbClr val="333333"/>
                </a:solidFill>
                <a:effectLst/>
                <a:latin typeface="Consolas" panose="020B0609020204030204" pitchFamily="49" charset="0"/>
              </a:rPr>
              <a:t>testthat</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1" dirty="0">
                <a:solidFill>
                  <a:srgbClr val="AA3731"/>
                </a:solidFill>
                <a:effectLst/>
                <a:latin typeface="Consolas" panose="020B0609020204030204" pitchFamily="49" charset="0"/>
              </a:rPr>
              <a:t>library</a:t>
            </a:r>
            <a:r>
              <a:rPr lang="en-US" altLang="ja-JP" b="0" dirty="0">
                <a:solidFill>
                  <a:srgbClr val="777777"/>
                </a:solidFill>
                <a:effectLst/>
                <a:latin typeface="Consolas" panose="020B0609020204030204" pitchFamily="49" charset="0"/>
              </a:rPr>
              <a:t>(</a:t>
            </a:r>
            <a:r>
              <a:rPr lang="en-US" altLang="ja-JP" b="0" dirty="0" err="1">
                <a:solidFill>
                  <a:srgbClr val="333333"/>
                </a:solidFill>
                <a:effectLst/>
                <a:latin typeface="Consolas" panose="020B0609020204030204" pitchFamily="49" charset="0"/>
              </a:rPr>
              <a:t>anaume</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br>
              <a:rPr lang="en-US" altLang="ja-JP" b="0" dirty="0">
                <a:solidFill>
                  <a:srgbClr val="333333"/>
                </a:solidFill>
                <a:effectLst/>
                <a:latin typeface="Consolas" panose="020B0609020204030204" pitchFamily="49" charset="0"/>
              </a:rPr>
            </a:br>
            <a:endParaRPr lang="en-US" altLang="ja-JP" b="0" dirty="0">
              <a:solidFill>
                <a:srgbClr val="333333"/>
              </a:solidFill>
              <a:effectLst/>
              <a:latin typeface="Consolas" panose="020B0609020204030204" pitchFamily="49" charset="0"/>
            </a:endParaRPr>
          </a:p>
          <a:p>
            <a:pPr>
              <a:lnSpc>
                <a:spcPts val="1425"/>
              </a:lnSpc>
              <a:buNone/>
            </a:pPr>
            <a:r>
              <a:rPr lang="en-US" altLang="ja-JP" b="0" dirty="0" err="1">
                <a:solidFill>
                  <a:srgbClr val="333333"/>
                </a:solidFill>
                <a:effectLst/>
                <a:latin typeface="Consolas" panose="020B0609020204030204" pitchFamily="49" charset="0"/>
              </a:rPr>
              <a:t>test_check</a:t>
            </a:r>
            <a:r>
              <a:rPr lang="en-US" altLang="ja-JP" b="0" dirty="0">
                <a:solidFill>
                  <a:srgbClr val="777777"/>
                </a:solidFill>
                <a:effectLst/>
                <a:latin typeface="Consolas" panose="020B0609020204030204" pitchFamily="49" charset="0"/>
              </a:rPr>
              <a:t>("</a:t>
            </a:r>
            <a:r>
              <a:rPr lang="en-US" altLang="ja-JP" b="0" dirty="0" err="1">
                <a:solidFill>
                  <a:srgbClr val="448C27"/>
                </a:solidFill>
                <a:effectLst/>
                <a:latin typeface="Consolas" panose="020B0609020204030204" pitchFamily="49" charset="0"/>
              </a:rPr>
              <a:t>anaume</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p:txBody>
      </p:sp>
    </p:spTree>
    <p:extLst>
      <p:ext uri="{BB962C8B-B14F-4D97-AF65-F5344CB8AC3E}">
        <p14:creationId xmlns:p14="http://schemas.microsoft.com/office/powerpoint/2010/main" val="38328486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EB5EE-08C9-3B1A-E237-7E2CA09953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02319A-7F9D-2EAB-2FD4-137D27611FB6}"/>
              </a:ext>
            </a:extLst>
          </p:cNvPr>
          <p:cNvSpPr>
            <a:spLocks noGrp="1"/>
          </p:cNvSpPr>
          <p:nvPr>
            <p:ph type="title"/>
          </p:nvPr>
        </p:nvSpPr>
        <p:spPr/>
        <p:txBody>
          <a:bodyPr/>
          <a:lstStyle/>
          <a:p>
            <a:r>
              <a:rPr lang="en-US" altLang="ja-JP" dirty="0"/>
              <a:t>Unit test</a:t>
            </a:r>
            <a:r>
              <a:rPr lang="ja-JP" altLang="en-US" dirty="0"/>
              <a:t>の例</a:t>
            </a:r>
            <a:endParaRPr lang="en-US" altLang="ja-JP" dirty="0"/>
          </a:p>
        </p:txBody>
      </p:sp>
      <p:sp>
        <p:nvSpPr>
          <p:cNvPr id="4" name="Footer Placeholder 3">
            <a:extLst>
              <a:ext uri="{FF2B5EF4-FFF2-40B4-BE49-F238E27FC236}">
                <a16:creationId xmlns:a16="http://schemas.microsoft.com/office/drawing/2014/main" id="{1237B6E0-2DE3-6437-CFB4-EFCE41C1F2FD}"/>
              </a:ext>
            </a:extLst>
          </p:cNvPr>
          <p:cNvSpPr>
            <a:spLocks noGrp="1"/>
          </p:cNvSpPr>
          <p:nvPr>
            <p:ph type="ftr" sz="quarter" idx="11"/>
          </p:nvPr>
        </p:nvSpPr>
        <p:spPr/>
        <p:txBody>
          <a:bodyPr/>
          <a:lstStyle/>
          <a:p>
            <a:r>
              <a:rPr lang="en-US" noProof="0"/>
              <a:t>Insert menu &gt; Header &amp; Footer button</a:t>
            </a:r>
          </a:p>
        </p:txBody>
      </p:sp>
      <p:sp>
        <p:nvSpPr>
          <p:cNvPr id="5" name="Rectangle 4">
            <a:extLst>
              <a:ext uri="{FF2B5EF4-FFF2-40B4-BE49-F238E27FC236}">
                <a16:creationId xmlns:a16="http://schemas.microsoft.com/office/drawing/2014/main" id="{56735F11-C221-C672-92AB-2E3CF125537D}"/>
              </a:ext>
            </a:extLst>
          </p:cNvPr>
          <p:cNvSpPr/>
          <p:nvPr/>
        </p:nvSpPr>
        <p:spPr>
          <a:xfrm>
            <a:off x="0" y="1408"/>
            <a:ext cx="1292772" cy="219309"/>
          </a:xfrm>
          <a:prstGeom prst="rect">
            <a:avLst/>
          </a:prstGeom>
          <a:ln/>
        </p:spPr>
        <p:style>
          <a:lnRef idx="2">
            <a:schemeClr val="accent3"/>
          </a:lnRef>
          <a:fillRef idx="1">
            <a:schemeClr val="lt1"/>
          </a:fillRef>
          <a:effectRef idx="0">
            <a:schemeClr val="accent3"/>
          </a:effectRef>
          <a:fontRef idx="minor">
            <a:schemeClr val="dk1"/>
          </a:fontRef>
        </p:style>
        <p:txBody>
          <a:bodyPr rtlCol="0" anchor="ctr"/>
          <a:lstStyle/>
          <a:p>
            <a:pPr algn="ctr"/>
            <a:r>
              <a:rPr kumimoji="1" lang="en-US" altLang="ja-JP" dirty="0">
                <a:solidFill>
                  <a:schemeClr val="tx1"/>
                </a:solidFill>
              </a:rPr>
              <a:t>Test</a:t>
            </a:r>
            <a:endParaRPr kumimoji="1" lang="ja-JP" altLang="en-US" dirty="0">
              <a:solidFill>
                <a:schemeClr val="tx1"/>
              </a:solidFill>
            </a:endParaRPr>
          </a:p>
        </p:txBody>
      </p:sp>
      <p:sp>
        <p:nvSpPr>
          <p:cNvPr id="11" name="TextBox 10">
            <a:extLst>
              <a:ext uri="{FF2B5EF4-FFF2-40B4-BE49-F238E27FC236}">
                <a16:creationId xmlns:a16="http://schemas.microsoft.com/office/drawing/2014/main" id="{6069B4FB-E88F-1949-6179-C5186C36E4DA}"/>
              </a:ext>
            </a:extLst>
          </p:cNvPr>
          <p:cNvSpPr txBox="1"/>
          <p:nvPr/>
        </p:nvSpPr>
        <p:spPr>
          <a:xfrm>
            <a:off x="460459" y="1136266"/>
            <a:ext cx="6096000" cy="5313378"/>
          </a:xfrm>
          <a:prstGeom prst="rect">
            <a:avLst/>
          </a:prstGeom>
          <a:solidFill>
            <a:schemeClr val="accent4">
              <a:lumMod val="20000"/>
              <a:lumOff val="80000"/>
            </a:schemeClr>
          </a:solidFill>
        </p:spPr>
        <p:txBody>
          <a:bodyPr wrap="square">
            <a:spAutoFit/>
          </a:bodyPr>
          <a:lstStyle/>
          <a:p>
            <a:pPr>
              <a:lnSpc>
                <a:spcPts val="1425"/>
              </a:lnSpc>
              <a:buNone/>
            </a:pPr>
            <a:r>
              <a:rPr lang="en-US" altLang="ja-JP" b="0" dirty="0" err="1">
                <a:solidFill>
                  <a:srgbClr val="333333"/>
                </a:solidFill>
                <a:effectLst/>
                <a:latin typeface="Consolas" panose="020B0609020204030204" pitchFamily="49" charset="0"/>
              </a:rPr>
              <a:t>test_that</a:t>
            </a:r>
            <a:r>
              <a:rPr lang="en-US" altLang="ja-JP" b="0" dirty="0">
                <a:solidFill>
                  <a:srgbClr val="777777"/>
                </a:solidFill>
                <a:effectLst/>
                <a:latin typeface="Consolas" panose="020B0609020204030204" pitchFamily="49" charset="0"/>
              </a:rPr>
              <a:t>("</a:t>
            </a:r>
            <a:r>
              <a:rPr lang="en-US" altLang="ja-JP" b="0" dirty="0" err="1">
                <a:solidFill>
                  <a:srgbClr val="448C27"/>
                </a:solidFill>
                <a:effectLst/>
                <a:latin typeface="Consolas" panose="020B0609020204030204" pitchFamily="49" charset="0"/>
              </a:rPr>
              <a:t>make_ae_type</a:t>
            </a:r>
            <a:r>
              <a:rPr lang="en-US" altLang="ja-JP" b="0" dirty="0">
                <a:solidFill>
                  <a:srgbClr val="448C27"/>
                </a:solidFill>
                <a:effectLst/>
                <a:latin typeface="Consolas" panose="020B0609020204030204" pitchFamily="49" charset="0"/>
              </a:rPr>
              <a:t> creates </a:t>
            </a:r>
            <a:r>
              <a:rPr lang="en-US" altLang="ja-JP" b="0" dirty="0" err="1">
                <a:solidFill>
                  <a:srgbClr val="448C27"/>
                </a:solidFill>
                <a:effectLst/>
                <a:latin typeface="Consolas" panose="020B0609020204030204" pitchFamily="49" charset="0"/>
              </a:rPr>
              <a:t>ae_type</a:t>
            </a:r>
            <a:r>
              <a:rPr lang="en-US" altLang="ja-JP" b="0" dirty="0">
                <a:solidFill>
                  <a:srgbClr val="448C27"/>
                </a:solidFill>
                <a:effectLst/>
                <a:latin typeface="Consolas" panose="020B0609020204030204" pitchFamily="49" charset="0"/>
              </a:rPr>
              <a:t> object without condition</a:t>
            </a:r>
            <a:r>
              <a:rPr lang="en-US" altLang="ja-JP" b="0" dirty="0">
                <a:solidFill>
                  <a:srgbClr val="777777"/>
                </a:solidFill>
                <a:effectLst/>
                <a:latin typeface="Consolas" panose="020B0609020204030204" pitchFamily="49" charset="0"/>
              </a:rPr>
              <a:t>",</a:t>
            </a:r>
            <a:r>
              <a:rPr lang="en-US" altLang="ja-JP" b="0" dirty="0">
                <a:solidFill>
                  <a:srgbClr val="333333"/>
                </a:solidFill>
                <a:effectLst/>
                <a:latin typeface="Consolas" panose="020B0609020204030204" pitchFamily="49" charset="0"/>
              </a:rPr>
              <a:t> </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a:solidFill>
                  <a:srgbClr val="333333"/>
                </a:solidFill>
                <a:effectLst/>
                <a:latin typeface="Consolas" panose="020B0609020204030204" pitchFamily="49" charset="0"/>
              </a:rPr>
              <a:t>  obj </a:t>
            </a:r>
            <a:r>
              <a:rPr lang="en-US" altLang="ja-JP" b="0" dirty="0">
                <a:solidFill>
                  <a:srgbClr val="777777"/>
                </a:solidFill>
                <a:effectLst/>
                <a:latin typeface="Consolas" panose="020B0609020204030204" pitchFamily="49" charset="0"/>
              </a:rPr>
              <a:t>&lt;-</a:t>
            </a:r>
            <a:r>
              <a:rPr lang="en-US" altLang="ja-JP" b="0" dirty="0">
                <a:solidFill>
                  <a:srgbClr val="333333"/>
                </a:solidFill>
                <a:effectLst/>
                <a:latin typeface="Consolas" panose="020B0609020204030204" pitchFamily="49" charset="0"/>
              </a:rPr>
              <a:t> </a:t>
            </a:r>
            <a:r>
              <a:rPr lang="en-US" altLang="ja-JP" b="0" dirty="0" err="1">
                <a:solidFill>
                  <a:srgbClr val="333333"/>
                </a:solidFill>
                <a:effectLst/>
                <a:latin typeface="Consolas" panose="020B0609020204030204" pitchFamily="49" charset="0"/>
              </a:rPr>
              <a:t>make_ae_type</a:t>
            </a:r>
            <a:r>
              <a:rPr lang="en-US" altLang="ja-JP" b="0" dirty="0">
                <a:solidFill>
                  <a:srgbClr val="777777"/>
                </a:solidFill>
                <a:effectLst/>
                <a:latin typeface="Consolas" panose="020B0609020204030204" pitchFamily="49" charset="0"/>
              </a:rPr>
              <a:t>("</a:t>
            </a:r>
            <a:r>
              <a:rPr lang="en-US" altLang="ja-JP" b="0" dirty="0" err="1">
                <a:solidFill>
                  <a:srgbClr val="448C27"/>
                </a:solidFill>
                <a:effectLst/>
                <a:latin typeface="Consolas" panose="020B0609020204030204" pitchFamily="49" charset="0"/>
              </a:rPr>
              <a:t>all_ae</a:t>
            </a:r>
            <a:r>
              <a:rPr lang="en-US" altLang="ja-JP" b="0" dirty="0">
                <a:solidFill>
                  <a:srgbClr val="777777"/>
                </a:solidFill>
                <a:effectLst/>
                <a:latin typeface="Consolas" panose="020B0609020204030204" pitchFamily="49" charset="0"/>
              </a:rPr>
              <a:t>",</a:t>
            </a:r>
            <a:r>
              <a:rPr lang="en-US" altLang="ja-JP" b="0" dirty="0">
                <a:solidFill>
                  <a:srgbClr val="333333"/>
                </a:solidFill>
                <a:effectLst/>
                <a:latin typeface="Consolas" panose="020B0609020204030204" pitchFamily="49" charset="0"/>
              </a:rPr>
              <a:t> </a:t>
            </a:r>
            <a:r>
              <a:rPr lang="en-US" altLang="ja-JP" b="0" dirty="0">
                <a:solidFill>
                  <a:srgbClr val="777777"/>
                </a:solidFill>
                <a:effectLst/>
                <a:latin typeface="Consolas" panose="020B0609020204030204" pitchFamily="49" charset="0"/>
              </a:rPr>
              <a:t>"</a:t>
            </a:r>
            <a:r>
              <a:rPr lang="en-US" altLang="ja-JP" b="0" dirty="0">
                <a:solidFill>
                  <a:srgbClr val="448C27"/>
                </a:solidFill>
                <a:effectLst/>
                <a:latin typeface="Consolas" panose="020B0609020204030204" pitchFamily="49" charset="0"/>
              </a:rPr>
              <a:t>All AEs</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a:solidFill>
                  <a:srgbClr val="333333"/>
                </a:solidFill>
                <a:effectLst/>
                <a:latin typeface="Consolas" panose="020B0609020204030204" pitchFamily="49" charset="0"/>
              </a:rPr>
              <a:t>  expect_s3_class</a:t>
            </a:r>
            <a:r>
              <a:rPr lang="en-US" altLang="ja-JP" b="0" dirty="0">
                <a:solidFill>
                  <a:srgbClr val="777777"/>
                </a:solidFill>
                <a:effectLst/>
                <a:latin typeface="Consolas" panose="020B0609020204030204" pitchFamily="49" charset="0"/>
              </a:rPr>
              <a:t>(</a:t>
            </a:r>
            <a:r>
              <a:rPr lang="en-US" altLang="ja-JP" b="0" dirty="0">
                <a:solidFill>
                  <a:srgbClr val="333333"/>
                </a:solidFill>
                <a:effectLst/>
                <a:latin typeface="Consolas" panose="020B0609020204030204" pitchFamily="49" charset="0"/>
              </a:rPr>
              <a:t>obj</a:t>
            </a:r>
            <a:r>
              <a:rPr lang="en-US" altLang="ja-JP" b="0" dirty="0">
                <a:solidFill>
                  <a:srgbClr val="777777"/>
                </a:solidFill>
                <a:effectLst/>
                <a:latin typeface="Consolas" panose="020B0609020204030204" pitchFamily="49" charset="0"/>
              </a:rPr>
              <a:t>,</a:t>
            </a:r>
            <a:r>
              <a:rPr lang="en-US" altLang="ja-JP" b="0" dirty="0">
                <a:solidFill>
                  <a:srgbClr val="333333"/>
                </a:solidFill>
                <a:effectLst/>
                <a:latin typeface="Consolas" panose="020B0609020204030204" pitchFamily="49" charset="0"/>
              </a:rPr>
              <a:t> </a:t>
            </a:r>
            <a:r>
              <a:rPr lang="en-US" altLang="ja-JP" b="0" dirty="0">
                <a:solidFill>
                  <a:srgbClr val="777777"/>
                </a:solidFill>
                <a:effectLst/>
                <a:latin typeface="Consolas" panose="020B0609020204030204" pitchFamily="49" charset="0"/>
              </a:rPr>
              <a:t>"</a:t>
            </a:r>
            <a:r>
              <a:rPr lang="en-US" altLang="ja-JP" b="0" dirty="0" err="1">
                <a:solidFill>
                  <a:srgbClr val="448C27"/>
                </a:solidFill>
                <a:effectLst/>
                <a:latin typeface="Consolas" panose="020B0609020204030204" pitchFamily="49" charset="0"/>
              </a:rPr>
              <a:t>ae_type</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a:solidFill>
                  <a:srgbClr val="333333"/>
                </a:solidFill>
                <a:effectLst/>
                <a:latin typeface="Consolas" panose="020B0609020204030204" pitchFamily="49" charset="0"/>
              </a:rPr>
              <a:t>  </a:t>
            </a:r>
            <a:r>
              <a:rPr lang="en-US" altLang="ja-JP" b="0" dirty="0" err="1">
                <a:solidFill>
                  <a:srgbClr val="333333"/>
                </a:solidFill>
                <a:effectLst/>
                <a:latin typeface="Consolas" panose="020B0609020204030204" pitchFamily="49" charset="0"/>
              </a:rPr>
              <a:t>expect_equal</a:t>
            </a:r>
            <a:r>
              <a:rPr lang="en-US" altLang="ja-JP" b="0" dirty="0">
                <a:solidFill>
                  <a:srgbClr val="777777"/>
                </a:solidFill>
                <a:effectLst/>
                <a:latin typeface="Consolas" panose="020B0609020204030204" pitchFamily="49" charset="0"/>
              </a:rPr>
              <a:t>(</a:t>
            </a:r>
            <a:r>
              <a:rPr lang="en-US" altLang="ja-JP" b="0" dirty="0" err="1">
                <a:solidFill>
                  <a:srgbClr val="333333"/>
                </a:solidFill>
                <a:effectLst/>
                <a:latin typeface="Consolas" panose="020B0609020204030204" pitchFamily="49" charset="0"/>
              </a:rPr>
              <a:t>obj</a:t>
            </a:r>
            <a:r>
              <a:rPr lang="en-US" altLang="ja-JP" b="0" dirty="0" err="1">
                <a:solidFill>
                  <a:srgbClr val="4B69C6"/>
                </a:solidFill>
                <a:effectLst/>
                <a:latin typeface="Consolas" panose="020B0609020204030204" pitchFamily="49" charset="0"/>
              </a:rPr>
              <a:t>$</a:t>
            </a:r>
            <a:r>
              <a:rPr lang="en-US" altLang="ja-JP" b="0" dirty="0" err="1">
                <a:solidFill>
                  <a:srgbClr val="333333"/>
                </a:solidFill>
                <a:effectLst/>
                <a:latin typeface="Consolas" panose="020B0609020204030204" pitchFamily="49" charset="0"/>
              </a:rPr>
              <a:t>id</a:t>
            </a:r>
            <a:r>
              <a:rPr lang="en-US" altLang="ja-JP" b="0" dirty="0">
                <a:solidFill>
                  <a:srgbClr val="777777"/>
                </a:solidFill>
                <a:effectLst/>
                <a:latin typeface="Consolas" panose="020B0609020204030204" pitchFamily="49" charset="0"/>
              </a:rPr>
              <a:t>,</a:t>
            </a:r>
            <a:r>
              <a:rPr lang="en-US" altLang="ja-JP" b="0" dirty="0">
                <a:solidFill>
                  <a:srgbClr val="333333"/>
                </a:solidFill>
                <a:effectLst/>
                <a:latin typeface="Consolas" panose="020B0609020204030204" pitchFamily="49" charset="0"/>
              </a:rPr>
              <a:t> </a:t>
            </a:r>
            <a:r>
              <a:rPr lang="en-US" altLang="ja-JP" b="0" dirty="0">
                <a:solidFill>
                  <a:srgbClr val="777777"/>
                </a:solidFill>
                <a:effectLst/>
                <a:latin typeface="Consolas" panose="020B0609020204030204" pitchFamily="49" charset="0"/>
              </a:rPr>
              <a:t>"</a:t>
            </a:r>
            <a:r>
              <a:rPr lang="en-US" altLang="ja-JP" b="0" dirty="0" err="1">
                <a:solidFill>
                  <a:srgbClr val="448C27"/>
                </a:solidFill>
                <a:effectLst/>
                <a:latin typeface="Consolas" panose="020B0609020204030204" pitchFamily="49" charset="0"/>
              </a:rPr>
              <a:t>all_ae</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a:solidFill>
                  <a:srgbClr val="333333"/>
                </a:solidFill>
                <a:effectLst/>
                <a:latin typeface="Consolas" panose="020B0609020204030204" pitchFamily="49" charset="0"/>
              </a:rPr>
              <a:t>  </a:t>
            </a:r>
            <a:r>
              <a:rPr lang="en-US" altLang="ja-JP" b="0" dirty="0" err="1">
                <a:solidFill>
                  <a:srgbClr val="333333"/>
                </a:solidFill>
                <a:effectLst/>
                <a:latin typeface="Consolas" panose="020B0609020204030204" pitchFamily="49" charset="0"/>
              </a:rPr>
              <a:t>expect_equal</a:t>
            </a:r>
            <a:r>
              <a:rPr lang="en-US" altLang="ja-JP" b="0" dirty="0">
                <a:solidFill>
                  <a:srgbClr val="777777"/>
                </a:solidFill>
                <a:effectLst/>
                <a:latin typeface="Consolas" panose="020B0609020204030204" pitchFamily="49" charset="0"/>
              </a:rPr>
              <a:t>(</a:t>
            </a:r>
            <a:r>
              <a:rPr lang="en-US" altLang="ja-JP" b="0" dirty="0" err="1">
                <a:solidFill>
                  <a:srgbClr val="333333"/>
                </a:solidFill>
                <a:effectLst/>
                <a:latin typeface="Consolas" panose="020B0609020204030204" pitchFamily="49" charset="0"/>
              </a:rPr>
              <a:t>obj</a:t>
            </a:r>
            <a:r>
              <a:rPr lang="en-US" altLang="ja-JP" b="0" dirty="0" err="1">
                <a:solidFill>
                  <a:srgbClr val="4B69C6"/>
                </a:solidFill>
                <a:effectLst/>
                <a:latin typeface="Consolas" panose="020B0609020204030204" pitchFamily="49" charset="0"/>
              </a:rPr>
              <a:t>$</a:t>
            </a:r>
            <a:r>
              <a:rPr lang="en-US" altLang="ja-JP" b="0" dirty="0" err="1">
                <a:solidFill>
                  <a:srgbClr val="333333"/>
                </a:solidFill>
                <a:effectLst/>
                <a:latin typeface="Consolas" panose="020B0609020204030204" pitchFamily="49" charset="0"/>
              </a:rPr>
              <a:t>label</a:t>
            </a:r>
            <a:r>
              <a:rPr lang="en-US" altLang="ja-JP" b="0" dirty="0">
                <a:solidFill>
                  <a:srgbClr val="777777"/>
                </a:solidFill>
                <a:effectLst/>
                <a:latin typeface="Consolas" panose="020B0609020204030204" pitchFamily="49" charset="0"/>
              </a:rPr>
              <a:t>,</a:t>
            </a:r>
            <a:r>
              <a:rPr lang="en-US" altLang="ja-JP" b="0" dirty="0">
                <a:solidFill>
                  <a:srgbClr val="333333"/>
                </a:solidFill>
                <a:effectLst/>
                <a:latin typeface="Consolas" panose="020B0609020204030204" pitchFamily="49" charset="0"/>
              </a:rPr>
              <a:t> </a:t>
            </a:r>
            <a:r>
              <a:rPr lang="en-US" altLang="ja-JP" b="0" dirty="0">
                <a:solidFill>
                  <a:srgbClr val="777777"/>
                </a:solidFill>
                <a:effectLst/>
                <a:latin typeface="Consolas" panose="020B0609020204030204" pitchFamily="49" charset="0"/>
              </a:rPr>
              <a:t>"</a:t>
            </a:r>
            <a:r>
              <a:rPr lang="en-US" altLang="ja-JP" b="0" dirty="0">
                <a:solidFill>
                  <a:srgbClr val="448C27"/>
                </a:solidFill>
                <a:effectLst/>
                <a:latin typeface="Consolas" panose="020B0609020204030204" pitchFamily="49" charset="0"/>
              </a:rPr>
              <a:t>All AEs</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a:solidFill>
                  <a:srgbClr val="333333"/>
                </a:solidFill>
                <a:effectLst/>
                <a:latin typeface="Consolas" panose="020B0609020204030204" pitchFamily="49" charset="0"/>
              </a:rPr>
              <a:t>  </a:t>
            </a:r>
            <a:r>
              <a:rPr lang="en-US" altLang="ja-JP" b="0" dirty="0" err="1">
                <a:solidFill>
                  <a:srgbClr val="333333"/>
                </a:solidFill>
                <a:effectLst/>
                <a:latin typeface="Consolas" panose="020B0609020204030204" pitchFamily="49" charset="0"/>
              </a:rPr>
              <a:t>expect_true</a:t>
            </a:r>
            <a:r>
              <a:rPr lang="en-US" altLang="ja-JP" b="0" dirty="0">
                <a:solidFill>
                  <a:srgbClr val="777777"/>
                </a:solidFill>
                <a:effectLst/>
                <a:latin typeface="Consolas" panose="020B0609020204030204" pitchFamily="49" charset="0"/>
              </a:rPr>
              <a:t>(</a:t>
            </a:r>
            <a:r>
              <a:rPr lang="en-US" altLang="ja-JP" b="0" dirty="0" err="1">
                <a:solidFill>
                  <a:srgbClr val="333333"/>
                </a:solidFill>
                <a:effectLst/>
                <a:latin typeface="Consolas" panose="020B0609020204030204" pitchFamily="49" charset="0"/>
              </a:rPr>
              <a:t>rlang</a:t>
            </a:r>
            <a:r>
              <a:rPr lang="en-US" altLang="ja-JP" b="0" dirty="0">
                <a:solidFill>
                  <a:srgbClr val="777777"/>
                </a:solidFill>
                <a:effectLst/>
                <a:latin typeface="Consolas" panose="020B0609020204030204" pitchFamily="49" charset="0"/>
              </a:rPr>
              <a:t>::</a:t>
            </a:r>
            <a:r>
              <a:rPr lang="en-US" altLang="ja-JP" b="0" dirty="0" err="1">
                <a:solidFill>
                  <a:srgbClr val="333333"/>
                </a:solidFill>
                <a:effectLst/>
                <a:latin typeface="Consolas" panose="020B0609020204030204" pitchFamily="49" charset="0"/>
              </a:rPr>
              <a:t>quo_is_null</a:t>
            </a:r>
            <a:r>
              <a:rPr lang="en-US" altLang="ja-JP" b="0" dirty="0">
                <a:solidFill>
                  <a:srgbClr val="777777"/>
                </a:solidFill>
                <a:effectLst/>
                <a:latin typeface="Consolas" panose="020B0609020204030204" pitchFamily="49" charset="0"/>
              </a:rPr>
              <a:t>(</a:t>
            </a:r>
            <a:r>
              <a:rPr lang="en-US" altLang="ja-JP" b="0" dirty="0" err="1">
                <a:solidFill>
                  <a:srgbClr val="333333"/>
                </a:solidFill>
                <a:effectLst/>
                <a:latin typeface="Consolas" panose="020B0609020204030204" pitchFamily="49" charset="0"/>
              </a:rPr>
              <a:t>obj</a:t>
            </a:r>
            <a:r>
              <a:rPr lang="en-US" altLang="ja-JP" b="0" dirty="0" err="1">
                <a:solidFill>
                  <a:srgbClr val="4B69C6"/>
                </a:solidFill>
                <a:effectLst/>
                <a:latin typeface="Consolas" panose="020B0609020204030204" pitchFamily="49" charset="0"/>
              </a:rPr>
              <a:t>$</a:t>
            </a:r>
            <a:r>
              <a:rPr lang="en-US" altLang="ja-JP" b="0" dirty="0" err="1">
                <a:solidFill>
                  <a:srgbClr val="333333"/>
                </a:solidFill>
                <a:effectLst/>
                <a:latin typeface="Consolas" panose="020B0609020204030204" pitchFamily="49" charset="0"/>
              </a:rPr>
              <a:t>condition</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br>
              <a:rPr lang="en-US" altLang="ja-JP" b="0" dirty="0">
                <a:solidFill>
                  <a:srgbClr val="333333"/>
                </a:solidFill>
                <a:effectLst/>
                <a:latin typeface="Consolas" panose="020B0609020204030204" pitchFamily="49" charset="0"/>
              </a:rPr>
            </a:br>
            <a:endParaRPr lang="en-US" altLang="ja-JP" b="0" dirty="0">
              <a:solidFill>
                <a:srgbClr val="333333"/>
              </a:solidFill>
              <a:effectLst/>
              <a:latin typeface="Consolas" panose="020B0609020204030204" pitchFamily="49" charset="0"/>
            </a:endParaRPr>
          </a:p>
          <a:p>
            <a:pPr>
              <a:lnSpc>
                <a:spcPts val="1425"/>
              </a:lnSpc>
              <a:buNone/>
            </a:pPr>
            <a:r>
              <a:rPr lang="en-US" altLang="ja-JP" b="0" dirty="0" err="1">
                <a:solidFill>
                  <a:srgbClr val="333333"/>
                </a:solidFill>
                <a:effectLst/>
                <a:latin typeface="Consolas" panose="020B0609020204030204" pitchFamily="49" charset="0"/>
              </a:rPr>
              <a:t>test_that</a:t>
            </a:r>
            <a:r>
              <a:rPr lang="en-US" altLang="ja-JP" b="0" dirty="0">
                <a:solidFill>
                  <a:srgbClr val="777777"/>
                </a:solidFill>
                <a:effectLst/>
                <a:latin typeface="Consolas" panose="020B0609020204030204" pitchFamily="49" charset="0"/>
              </a:rPr>
              <a:t>("</a:t>
            </a:r>
            <a:r>
              <a:rPr lang="en-US" altLang="ja-JP" b="0" dirty="0" err="1">
                <a:solidFill>
                  <a:srgbClr val="448C27"/>
                </a:solidFill>
                <a:effectLst/>
                <a:latin typeface="Consolas" panose="020B0609020204030204" pitchFamily="49" charset="0"/>
              </a:rPr>
              <a:t>make_ae_type</a:t>
            </a:r>
            <a:r>
              <a:rPr lang="en-US" altLang="ja-JP" b="0" dirty="0">
                <a:solidFill>
                  <a:srgbClr val="448C27"/>
                </a:solidFill>
                <a:effectLst/>
                <a:latin typeface="Consolas" panose="020B0609020204030204" pitchFamily="49" charset="0"/>
              </a:rPr>
              <a:t> creates </a:t>
            </a:r>
            <a:r>
              <a:rPr lang="en-US" altLang="ja-JP" b="0" dirty="0" err="1">
                <a:solidFill>
                  <a:srgbClr val="448C27"/>
                </a:solidFill>
                <a:effectLst/>
                <a:latin typeface="Consolas" panose="020B0609020204030204" pitchFamily="49" charset="0"/>
              </a:rPr>
              <a:t>ae_type</a:t>
            </a:r>
            <a:r>
              <a:rPr lang="en-US" altLang="ja-JP" b="0" dirty="0">
                <a:solidFill>
                  <a:srgbClr val="448C27"/>
                </a:solidFill>
                <a:effectLst/>
                <a:latin typeface="Consolas" panose="020B0609020204030204" pitchFamily="49" charset="0"/>
              </a:rPr>
              <a:t> object with condition</a:t>
            </a:r>
            <a:r>
              <a:rPr lang="en-US" altLang="ja-JP" b="0" dirty="0">
                <a:solidFill>
                  <a:srgbClr val="777777"/>
                </a:solidFill>
                <a:effectLst/>
                <a:latin typeface="Consolas" panose="020B0609020204030204" pitchFamily="49" charset="0"/>
              </a:rPr>
              <a:t>",</a:t>
            </a:r>
            <a:r>
              <a:rPr lang="en-US" altLang="ja-JP" b="0" dirty="0">
                <a:solidFill>
                  <a:srgbClr val="333333"/>
                </a:solidFill>
                <a:effectLst/>
                <a:latin typeface="Consolas" panose="020B0609020204030204" pitchFamily="49" charset="0"/>
              </a:rPr>
              <a:t> </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a:solidFill>
                  <a:srgbClr val="333333"/>
                </a:solidFill>
                <a:effectLst/>
                <a:latin typeface="Consolas" panose="020B0609020204030204" pitchFamily="49" charset="0"/>
              </a:rPr>
              <a:t>  obj </a:t>
            </a:r>
            <a:r>
              <a:rPr lang="en-US" altLang="ja-JP" b="0" dirty="0">
                <a:solidFill>
                  <a:srgbClr val="777777"/>
                </a:solidFill>
                <a:effectLst/>
                <a:latin typeface="Consolas" panose="020B0609020204030204" pitchFamily="49" charset="0"/>
              </a:rPr>
              <a:t>&lt;-</a:t>
            </a:r>
            <a:r>
              <a:rPr lang="en-US" altLang="ja-JP" b="0" dirty="0">
                <a:solidFill>
                  <a:srgbClr val="333333"/>
                </a:solidFill>
                <a:effectLst/>
                <a:latin typeface="Consolas" panose="020B0609020204030204" pitchFamily="49" charset="0"/>
              </a:rPr>
              <a:t> </a:t>
            </a:r>
            <a:r>
              <a:rPr lang="en-US" altLang="ja-JP" b="0" dirty="0" err="1">
                <a:solidFill>
                  <a:srgbClr val="333333"/>
                </a:solidFill>
                <a:effectLst/>
                <a:latin typeface="Consolas" panose="020B0609020204030204" pitchFamily="49" charset="0"/>
              </a:rPr>
              <a:t>make_ae_type</a:t>
            </a:r>
            <a:r>
              <a:rPr lang="en-US" altLang="ja-JP" b="0" dirty="0">
                <a:solidFill>
                  <a:srgbClr val="777777"/>
                </a:solidFill>
                <a:effectLst/>
                <a:latin typeface="Consolas" panose="020B0609020204030204" pitchFamily="49" charset="0"/>
              </a:rPr>
              <a:t>("</a:t>
            </a:r>
            <a:r>
              <a:rPr lang="en-US" altLang="ja-JP" b="0" dirty="0" err="1">
                <a:solidFill>
                  <a:srgbClr val="448C27"/>
                </a:solidFill>
                <a:effectLst/>
                <a:latin typeface="Consolas" panose="020B0609020204030204" pitchFamily="49" charset="0"/>
              </a:rPr>
              <a:t>rel_ae</a:t>
            </a:r>
            <a:r>
              <a:rPr lang="en-US" altLang="ja-JP" b="0" dirty="0">
                <a:solidFill>
                  <a:srgbClr val="777777"/>
                </a:solidFill>
                <a:effectLst/>
                <a:latin typeface="Consolas" panose="020B0609020204030204" pitchFamily="49" charset="0"/>
              </a:rPr>
              <a:t>",</a:t>
            </a:r>
            <a:r>
              <a:rPr lang="en-US" altLang="ja-JP" b="0" dirty="0">
                <a:solidFill>
                  <a:srgbClr val="333333"/>
                </a:solidFill>
                <a:effectLst/>
                <a:latin typeface="Consolas" panose="020B0609020204030204" pitchFamily="49" charset="0"/>
              </a:rPr>
              <a:t> </a:t>
            </a:r>
            <a:r>
              <a:rPr lang="en-US" altLang="ja-JP" b="0" dirty="0">
                <a:solidFill>
                  <a:srgbClr val="777777"/>
                </a:solidFill>
                <a:effectLst/>
                <a:latin typeface="Consolas" panose="020B0609020204030204" pitchFamily="49" charset="0"/>
              </a:rPr>
              <a:t>"</a:t>
            </a:r>
            <a:r>
              <a:rPr lang="en-US" altLang="ja-JP" b="0" dirty="0">
                <a:solidFill>
                  <a:srgbClr val="448C27"/>
                </a:solidFill>
                <a:effectLst/>
                <a:latin typeface="Consolas" panose="020B0609020204030204" pitchFamily="49" charset="0"/>
              </a:rPr>
              <a:t>Related AEs</a:t>
            </a:r>
            <a:r>
              <a:rPr lang="en-US" altLang="ja-JP" b="0" dirty="0">
                <a:solidFill>
                  <a:srgbClr val="777777"/>
                </a:solidFill>
                <a:effectLst/>
                <a:latin typeface="Consolas" panose="020B0609020204030204" pitchFamily="49" charset="0"/>
              </a:rPr>
              <a:t>",</a:t>
            </a:r>
            <a:r>
              <a:rPr lang="en-US" altLang="ja-JP" b="0" dirty="0">
                <a:solidFill>
                  <a:srgbClr val="333333"/>
                </a:solidFill>
                <a:effectLst/>
                <a:latin typeface="Consolas" panose="020B0609020204030204" pitchFamily="49" charset="0"/>
              </a:rPr>
              <a:t> AEREL </a:t>
            </a:r>
            <a:r>
              <a:rPr lang="en-US" altLang="ja-JP" b="0" dirty="0">
                <a:solidFill>
                  <a:srgbClr val="777777"/>
                </a:solidFill>
                <a:effectLst/>
                <a:latin typeface="Consolas" panose="020B0609020204030204" pitchFamily="49" charset="0"/>
              </a:rPr>
              <a:t>==</a:t>
            </a:r>
            <a:r>
              <a:rPr lang="en-US" altLang="ja-JP" b="0" dirty="0">
                <a:solidFill>
                  <a:srgbClr val="333333"/>
                </a:solidFill>
                <a:effectLst/>
                <a:latin typeface="Consolas" panose="020B0609020204030204" pitchFamily="49" charset="0"/>
              </a:rPr>
              <a:t> </a:t>
            </a:r>
            <a:r>
              <a:rPr lang="en-US" altLang="ja-JP" b="0" dirty="0">
                <a:solidFill>
                  <a:srgbClr val="777777"/>
                </a:solidFill>
                <a:effectLst/>
                <a:latin typeface="Consolas" panose="020B0609020204030204" pitchFamily="49" charset="0"/>
              </a:rPr>
              <a:t>"</a:t>
            </a:r>
            <a:r>
              <a:rPr lang="en-US" altLang="ja-JP" b="0" dirty="0">
                <a:solidFill>
                  <a:srgbClr val="448C27"/>
                </a:solidFill>
                <a:effectLst/>
                <a:latin typeface="Consolas" panose="020B0609020204030204" pitchFamily="49" charset="0"/>
              </a:rPr>
              <a:t>Y</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a:solidFill>
                  <a:srgbClr val="333333"/>
                </a:solidFill>
                <a:effectLst/>
                <a:latin typeface="Consolas" panose="020B0609020204030204" pitchFamily="49" charset="0"/>
              </a:rPr>
              <a:t>  expect_s3_class</a:t>
            </a:r>
            <a:r>
              <a:rPr lang="en-US" altLang="ja-JP" b="0" dirty="0">
                <a:solidFill>
                  <a:srgbClr val="777777"/>
                </a:solidFill>
                <a:effectLst/>
                <a:latin typeface="Consolas" panose="020B0609020204030204" pitchFamily="49" charset="0"/>
              </a:rPr>
              <a:t>(</a:t>
            </a:r>
            <a:r>
              <a:rPr lang="en-US" altLang="ja-JP" b="0" dirty="0">
                <a:solidFill>
                  <a:srgbClr val="333333"/>
                </a:solidFill>
                <a:effectLst/>
                <a:latin typeface="Consolas" panose="020B0609020204030204" pitchFamily="49" charset="0"/>
              </a:rPr>
              <a:t>obj</a:t>
            </a:r>
            <a:r>
              <a:rPr lang="en-US" altLang="ja-JP" b="0" dirty="0">
                <a:solidFill>
                  <a:srgbClr val="777777"/>
                </a:solidFill>
                <a:effectLst/>
                <a:latin typeface="Consolas" panose="020B0609020204030204" pitchFamily="49" charset="0"/>
              </a:rPr>
              <a:t>,</a:t>
            </a:r>
            <a:r>
              <a:rPr lang="en-US" altLang="ja-JP" b="0" dirty="0">
                <a:solidFill>
                  <a:srgbClr val="333333"/>
                </a:solidFill>
                <a:effectLst/>
                <a:latin typeface="Consolas" panose="020B0609020204030204" pitchFamily="49" charset="0"/>
              </a:rPr>
              <a:t> </a:t>
            </a:r>
            <a:r>
              <a:rPr lang="en-US" altLang="ja-JP" b="0" dirty="0">
                <a:solidFill>
                  <a:srgbClr val="777777"/>
                </a:solidFill>
                <a:effectLst/>
                <a:latin typeface="Consolas" panose="020B0609020204030204" pitchFamily="49" charset="0"/>
              </a:rPr>
              <a:t>"</a:t>
            </a:r>
            <a:r>
              <a:rPr lang="en-US" altLang="ja-JP" b="0" dirty="0" err="1">
                <a:solidFill>
                  <a:srgbClr val="448C27"/>
                </a:solidFill>
                <a:effectLst/>
                <a:latin typeface="Consolas" panose="020B0609020204030204" pitchFamily="49" charset="0"/>
              </a:rPr>
              <a:t>ae_type</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a:solidFill>
                  <a:srgbClr val="333333"/>
                </a:solidFill>
                <a:effectLst/>
                <a:latin typeface="Consolas" panose="020B0609020204030204" pitchFamily="49" charset="0"/>
              </a:rPr>
              <a:t>  </a:t>
            </a:r>
            <a:r>
              <a:rPr lang="en-US" altLang="ja-JP" b="0" dirty="0" err="1">
                <a:solidFill>
                  <a:srgbClr val="333333"/>
                </a:solidFill>
                <a:effectLst/>
                <a:latin typeface="Consolas" panose="020B0609020204030204" pitchFamily="49" charset="0"/>
              </a:rPr>
              <a:t>expect_equal</a:t>
            </a:r>
            <a:r>
              <a:rPr lang="en-US" altLang="ja-JP" b="0" dirty="0">
                <a:solidFill>
                  <a:srgbClr val="777777"/>
                </a:solidFill>
                <a:effectLst/>
                <a:latin typeface="Consolas" panose="020B0609020204030204" pitchFamily="49" charset="0"/>
              </a:rPr>
              <a:t>(</a:t>
            </a:r>
            <a:r>
              <a:rPr lang="en-US" altLang="ja-JP" b="0" dirty="0" err="1">
                <a:solidFill>
                  <a:srgbClr val="333333"/>
                </a:solidFill>
                <a:effectLst/>
                <a:latin typeface="Consolas" panose="020B0609020204030204" pitchFamily="49" charset="0"/>
              </a:rPr>
              <a:t>obj</a:t>
            </a:r>
            <a:r>
              <a:rPr lang="en-US" altLang="ja-JP" b="0" dirty="0" err="1">
                <a:solidFill>
                  <a:srgbClr val="4B69C6"/>
                </a:solidFill>
                <a:effectLst/>
                <a:latin typeface="Consolas" panose="020B0609020204030204" pitchFamily="49" charset="0"/>
              </a:rPr>
              <a:t>$</a:t>
            </a:r>
            <a:r>
              <a:rPr lang="en-US" altLang="ja-JP" b="0" dirty="0" err="1">
                <a:solidFill>
                  <a:srgbClr val="333333"/>
                </a:solidFill>
                <a:effectLst/>
                <a:latin typeface="Consolas" panose="020B0609020204030204" pitchFamily="49" charset="0"/>
              </a:rPr>
              <a:t>id</a:t>
            </a:r>
            <a:r>
              <a:rPr lang="en-US" altLang="ja-JP" b="0" dirty="0">
                <a:solidFill>
                  <a:srgbClr val="777777"/>
                </a:solidFill>
                <a:effectLst/>
                <a:latin typeface="Consolas" panose="020B0609020204030204" pitchFamily="49" charset="0"/>
              </a:rPr>
              <a:t>,</a:t>
            </a:r>
            <a:r>
              <a:rPr lang="en-US" altLang="ja-JP" b="0" dirty="0">
                <a:solidFill>
                  <a:srgbClr val="333333"/>
                </a:solidFill>
                <a:effectLst/>
                <a:latin typeface="Consolas" panose="020B0609020204030204" pitchFamily="49" charset="0"/>
              </a:rPr>
              <a:t> </a:t>
            </a:r>
            <a:r>
              <a:rPr lang="en-US" altLang="ja-JP" b="0" dirty="0">
                <a:solidFill>
                  <a:srgbClr val="777777"/>
                </a:solidFill>
                <a:effectLst/>
                <a:latin typeface="Consolas" panose="020B0609020204030204" pitchFamily="49" charset="0"/>
              </a:rPr>
              <a:t>"</a:t>
            </a:r>
            <a:r>
              <a:rPr lang="en-US" altLang="ja-JP" b="0" dirty="0" err="1">
                <a:solidFill>
                  <a:srgbClr val="448C27"/>
                </a:solidFill>
                <a:effectLst/>
                <a:latin typeface="Consolas" panose="020B0609020204030204" pitchFamily="49" charset="0"/>
              </a:rPr>
              <a:t>rel_ae</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a:solidFill>
                  <a:srgbClr val="333333"/>
                </a:solidFill>
                <a:effectLst/>
                <a:latin typeface="Consolas" panose="020B0609020204030204" pitchFamily="49" charset="0"/>
              </a:rPr>
              <a:t>  </a:t>
            </a:r>
            <a:r>
              <a:rPr lang="en-US" altLang="ja-JP" b="0" dirty="0" err="1">
                <a:solidFill>
                  <a:srgbClr val="333333"/>
                </a:solidFill>
                <a:effectLst/>
                <a:latin typeface="Consolas" panose="020B0609020204030204" pitchFamily="49" charset="0"/>
              </a:rPr>
              <a:t>expect_equal</a:t>
            </a:r>
            <a:r>
              <a:rPr lang="en-US" altLang="ja-JP" b="0" dirty="0">
                <a:solidFill>
                  <a:srgbClr val="777777"/>
                </a:solidFill>
                <a:effectLst/>
                <a:latin typeface="Consolas" panose="020B0609020204030204" pitchFamily="49" charset="0"/>
              </a:rPr>
              <a:t>(</a:t>
            </a:r>
            <a:r>
              <a:rPr lang="en-US" altLang="ja-JP" b="0" dirty="0" err="1">
                <a:solidFill>
                  <a:srgbClr val="333333"/>
                </a:solidFill>
                <a:effectLst/>
                <a:latin typeface="Consolas" panose="020B0609020204030204" pitchFamily="49" charset="0"/>
              </a:rPr>
              <a:t>obj</a:t>
            </a:r>
            <a:r>
              <a:rPr lang="en-US" altLang="ja-JP" b="0" dirty="0" err="1">
                <a:solidFill>
                  <a:srgbClr val="4B69C6"/>
                </a:solidFill>
                <a:effectLst/>
                <a:latin typeface="Consolas" panose="020B0609020204030204" pitchFamily="49" charset="0"/>
              </a:rPr>
              <a:t>$</a:t>
            </a:r>
            <a:r>
              <a:rPr lang="en-US" altLang="ja-JP" b="0" dirty="0" err="1">
                <a:solidFill>
                  <a:srgbClr val="333333"/>
                </a:solidFill>
                <a:effectLst/>
                <a:latin typeface="Consolas" panose="020B0609020204030204" pitchFamily="49" charset="0"/>
              </a:rPr>
              <a:t>label</a:t>
            </a:r>
            <a:r>
              <a:rPr lang="en-US" altLang="ja-JP" b="0" dirty="0">
                <a:solidFill>
                  <a:srgbClr val="777777"/>
                </a:solidFill>
                <a:effectLst/>
                <a:latin typeface="Consolas" panose="020B0609020204030204" pitchFamily="49" charset="0"/>
              </a:rPr>
              <a:t>,</a:t>
            </a:r>
            <a:r>
              <a:rPr lang="en-US" altLang="ja-JP" b="0" dirty="0">
                <a:solidFill>
                  <a:srgbClr val="333333"/>
                </a:solidFill>
                <a:effectLst/>
                <a:latin typeface="Consolas" panose="020B0609020204030204" pitchFamily="49" charset="0"/>
              </a:rPr>
              <a:t> </a:t>
            </a:r>
            <a:r>
              <a:rPr lang="en-US" altLang="ja-JP" b="0" dirty="0">
                <a:solidFill>
                  <a:srgbClr val="777777"/>
                </a:solidFill>
                <a:effectLst/>
                <a:latin typeface="Consolas" panose="020B0609020204030204" pitchFamily="49" charset="0"/>
              </a:rPr>
              <a:t>"</a:t>
            </a:r>
            <a:r>
              <a:rPr lang="en-US" altLang="ja-JP" b="0" dirty="0">
                <a:solidFill>
                  <a:srgbClr val="448C27"/>
                </a:solidFill>
                <a:effectLst/>
                <a:latin typeface="Consolas" panose="020B0609020204030204" pitchFamily="49" charset="0"/>
              </a:rPr>
              <a:t>Related AEs</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a:solidFill>
                  <a:srgbClr val="333333"/>
                </a:solidFill>
                <a:effectLst/>
                <a:latin typeface="Consolas" panose="020B0609020204030204" pitchFamily="49" charset="0"/>
              </a:rPr>
              <a:t>  </a:t>
            </a:r>
            <a:r>
              <a:rPr lang="en-US" altLang="ja-JP" b="0" dirty="0" err="1">
                <a:solidFill>
                  <a:srgbClr val="333333"/>
                </a:solidFill>
                <a:effectLst/>
                <a:latin typeface="Consolas" panose="020B0609020204030204" pitchFamily="49" charset="0"/>
              </a:rPr>
              <a:t>expect_false</a:t>
            </a:r>
            <a:r>
              <a:rPr lang="en-US" altLang="ja-JP" b="0" dirty="0">
                <a:solidFill>
                  <a:srgbClr val="777777"/>
                </a:solidFill>
                <a:effectLst/>
                <a:latin typeface="Consolas" panose="020B0609020204030204" pitchFamily="49" charset="0"/>
              </a:rPr>
              <a:t>(</a:t>
            </a:r>
            <a:r>
              <a:rPr lang="en-US" altLang="ja-JP" b="0" dirty="0" err="1">
                <a:solidFill>
                  <a:srgbClr val="333333"/>
                </a:solidFill>
                <a:effectLst/>
                <a:latin typeface="Consolas" panose="020B0609020204030204" pitchFamily="49" charset="0"/>
              </a:rPr>
              <a:t>rlang</a:t>
            </a:r>
            <a:r>
              <a:rPr lang="en-US" altLang="ja-JP" b="0" dirty="0">
                <a:solidFill>
                  <a:srgbClr val="777777"/>
                </a:solidFill>
                <a:effectLst/>
                <a:latin typeface="Consolas" panose="020B0609020204030204" pitchFamily="49" charset="0"/>
              </a:rPr>
              <a:t>::</a:t>
            </a:r>
            <a:r>
              <a:rPr lang="en-US" altLang="ja-JP" b="0" dirty="0" err="1">
                <a:solidFill>
                  <a:srgbClr val="333333"/>
                </a:solidFill>
                <a:effectLst/>
                <a:latin typeface="Consolas" panose="020B0609020204030204" pitchFamily="49" charset="0"/>
              </a:rPr>
              <a:t>quo_is_null</a:t>
            </a:r>
            <a:r>
              <a:rPr lang="en-US" altLang="ja-JP" b="0" dirty="0">
                <a:solidFill>
                  <a:srgbClr val="777777"/>
                </a:solidFill>
                <a:effectLst/>
                <a:latin typeface="Consolas" panose="020B0609020204030204" pitchFamily="49" charset="0"/>
              </a:rPr>
              <a:t>(</a:t>
            </a:r>
            <a:r>
              <a:rPr lang="en-US" altLang="ja-JP" b="0" dirty="0" err="1">
                <a:solidFill>
                  <a:srgbClr val="333333"/>
                </a:solidFill>
                <a:effectLst/>
                <a:latin typeface="Consolas" panose="020B0609020204030204" pitchFamily="49" charset="0"/>
              </a:rPr>
              <a:t>obj</a:t>
            </a:r>
            <a:r>
              <a:rPr lang="en-US" altLang="ja-JP" b="0" dirty="0" err="1">
                <a:solidFill>
                  <a:srgbClr val="4B69C6"/>
                </a:solidFill>
                <a:effectLst/>
                <a:latin typeface="Consolas" panose="020B0609020204030204" pitchFamily="49" charset="0"/>
              </a:rPr>
              <a:t>$</a:t>
            </a:r>
            <a:r>
              <a:rPr lang="en-US" altLang="ja-JP" b="0" dirty="0" err="1">
                <a:solidFill>
                  <a:srgbClr val="333333"/>
                </a:solidFill>
                <a:effectLst/>
                <a:latin typeface="Consolas" panose="020B0609020204030204" pitchFamily="49" charset="0"/>
              </a:rPr>
              <a:t>condition</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br>
              <a:rPr lang="en-US" altLang="ja-JP" b="0" dirty="0">
                <a:solidFill>
                  <a:srgbClr val="333333"/>
                </a:solidFill>
                <a:effectLst/>
                <a:latin typeface="Consolas" panose="020B0609020204030204" pitchFamily="49" charset="0"/>
              </a:rPr>
            </a:br>
            <a:endParaRPr lang="en-US" altLang="ja-JP" b="0" dirty="0">
              <a:solidFill>
                <a:srgbClr val="333333"/>
              </a:solidFill>
              <a:effectLst/>
              <a:latin typeface="Consolas" panose="020B0609020204030204" pitchFamily="49" charset="0"/>
            </a:endParaRPr>
          </a:p>
          <a:p>
            <a:pPr>
              <a:lnSpc>
                <a:spcPts val="1425"/>
              </a:lnSpc>
              <a:buNone/>
            </a:pPr>
            <a:r>
              <a:rPr lang="en-US" altLang="ja-JP" b="0" dirty="0" err="1">
                <a:solidFill>
                  <a:srgbClr val="333333"/>
                </a:solidFill>
                <a:effectLst/>
                <a:latin typeface="Consolas" panose="020B0609020204030204" pitchFamily="49" charset="0"/>
              </a:rPr>
              <a:t>test_that</a:t>
            </a:r>
            <a:r>
              <a:rPr lang="en-US" altLang="ja-JP" b="0" dirty="0">
                <a:solidFill>
                  <a:srgbClr val="777777"/>
                </a:solidFill>
                <a:effectLst/>
                <a:latin typeface="Consolas" panose="020B0609020204030204" pitchFamily="49" charset="0"/>
              </a:rPr>
              <a:t>("</a:t>
            </a:r>
            <a:r>
              <a:rPr lang="en-US" altLang="ja-JP" b="0" dirty="0" err="1">
                <a:solidFill>
                  <a:srgbClr val="448C27"/>
                </a:solidFill>
                <a:effectLst/>
                <a:latin typeface="Consolas" panose="020B0609020204030204" pitchFamily="49" charset="0"/>
              </a:rPr>
              <a:t>make_ae_type</a:t>
            </a:r>
            <a:r>
              <a:rPr lang="en-US" altLang="ja-JP" b="0" dirty="0">
                <a:solidFill>
                  <a:srgbClr val="448C27"/>
                </a:solidFill>
                <a:effectLst/>
                <a:latin typeface="Consolas" panose="020B0609020204030204" pitchFamily="49" charset="0"/>
              </a:rPr>
              <a:t> errors when id is not a string</a:t>
            </a:r>
            <a:r>
              <a:rPr lang="en-US" altLang="ja-JP" b="0" dirty="0">
                <a:solidFill>
                  <a:srgbClr val="777777"/>
                </a:solidFill>
                <a:effectLst/>
                <a:latin typeface="Consolas" panose="020B0609020204030204" pitchFamily="49" charset="0"/>
              </a:rPr>
              <a:t>",</a:t>
            </a:r>
            <a:r>
              <a:rPr lang="en-US" altLang="ja-JP" b="0" dirty="0">
                <a:solidFill>
                  <a:srgbClr val="333333"/>
                </a:solidFill>
                <a:effectLst/>
                <a:latin typeface="Consolas" panose="020B0609020204030204" pitchFamily="49" charset="0"/>
              </a:rPr>
              <a:t> </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a:solidFill>
                  <a:srgbClr val="333333"/>
                </a:solidFill>
                <a:effectLst/>
                <a:latin typeface="Consolas" panose="020B0609020204030204" pitchFamily="49" charset="0"/>
              </a:rPr>
              <a:t>  </a:t>
            </a:r>
            <a:r>
              <a:rPr lang="en-US" altLang="ja-JP" b="0" dirty="0" err="1">
                <a:solidFill>
                  <a:srgbClr val="333333"/>
                </a:solidFill>
                <a:effectLst/>
                <a:latin typeface="Consolas" panose="020B0609020204030204" pitchFamily="49" charset="0"/>
              </a:rPr>
              <a:t>expect_error</a:t>
            </a:r>
            <a:r>
              <a:rPr lang="en-US" altLang="ja-JP" b="0" dirty="0">
                <a:solidFill>
                  <a:srgbClr val="777777"/>
                </a:solidFill>
                <a:effectLst/>
                <a:latin typeface="Consolas" panose="020B0609020204030204" pitchFamily="49" charset="0"/>
              </a:rPr>
              <a:t>(</a:t>
            </a:r>
            <a:r>
              <a:rPr lang="en-US" altLang="ja-JP" b="0" dirty="0" err="1">
                <a:solidFill>
                  <a:srgbClr val="333333"/>
                </a:solidFill>
                <a:effectLst/>
                <a:latin typeface="Consolas" panose="020B0609020204030204" pitchFamily="49" charset="0"/>
              </a:rPr>
              <a:t>make_ae_type</a:t>
            </a:r>
            <a:r>
              <a:rPr lang="en-US" altLang="ja-JP" b="0" dirty="0">
                <a:solidFill>
                  <a:srgbClr val="777777"/>
                </a:solidFill>
                <a:effectLst/>
                <a:latin typeface="Consolas" panose="020B0609020204030204" pitchFamily="49" charset="0"/>
              </a:rPr>
              <a:t>(</a:t>
            </a:r>
            <a:r>
              <a:rPr lang="en-US" altLang="ja-JP" b="0" dirty="0">
                <a:solidFill>
                  <a:srgbClr val="9C5D27"/>
                </a:solidFill>
                <a:effectLst/>
                <a:latin typeface="Consolas" panose="020B0609020204030204" pitchFamily="49" charset="0"/>
              </a:rPr>
              <a:t>123</a:t>
            </a:r>
            <a:r>
              <a:rPr lang="en-US" altLang="ja-JP" b="0" dirty="0">
                <a:solidFill>
                  <a:srgbClr val="777777"/>
                </a:solidFill>
                <a:effectLst/>
                <a:latin typeface="Consolas" panose="020B0609020204030204" pitchFamily="49" charset="0"/>
              </a:rPr>
              <a:t>,</a:t>
            </a:r>
            <a:r>
              <a:rPr lang="en-US" altLang="ja-JP" b="0" dirty="0">
                <a:solidFill>
                  <a:srgbClr val="333333"/>
                </a:solidFill>
                <a:effectLst/>
                <a:latin typeface="Consolas" panose="020B0609020204030204" pitchFamily="49" charset="0"/>
              </a:rPr>
              <a:t> </a:t>
            </a:r>
            <a:r>
              <a:rPr lang="en-US" altLang="ja-JP" b="0" dirty="0">
                <a:solidFill>
                  <a:srgbClr val="777777"/>
                </a:solidFill>
                <a:effectLst/>
                <a:latin typeface="Consolas" panose="020B0609020204030204" pitchFamily="49" charset="0"/>
              </a:rPr>
              <a:t>"</a:t>
            </a:r>
            <a:r>
              <a:rPr lang="en-US" altLang="ja-JP" b="0" dirty="0">
                <a:solidFill>
                  <a:srgbClr val="448C27"/>
                </a:solidFill>
                <a:effectLst/>
                <a:latin typeface="Consolas" panose="020B0609020204030204" pitchFamily="49" charset="0"/>
              </a:rPr>
              <a:t>label</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a:solidFill>
                  <a:srgbClr val="333333"/>
                </a:solidFill>
                <a:effectLst/>
                <a:latin typeface="Consolas" panose="020B0609020204030204" pitchFamily="49" charset="0"/>
              </a:rPr>
              <a:t>  </a:t>
            </a:r>
            <a:r>
              <a:rPr lang="en-US" altLang="ja-JP" b="0" dirty="0" err="1">
                <a:solidFill>
                  <a:srgbClr val="333333"/>
                </a:solidFill>
                <a:effectLst/>
                <a:latin typeface="Consolas" panose="020B0609020204030204" pitchFamily="49" charset="0"/>
              </a:rPr>
              <a:t>expect_error</a:t>
            </a:r>
            <a:r>
              <a:rPr lang="en-US" altLang="ja-JP" b="0" dirty="0">
                <a:solidFill>
                  <a:srgbClr val="777777"/>
                </a:solidFill>
                <a:effectLst/>
                <a:latin typeface="Consolas" panose="020B0609020204030204" pitchFamily="49" charset="0"/>
              </a:rPr>
              <a:t>(</a:t>
            </a:r>
            <a:r>
              <a:rPr lang="en-US" altLang="ja-JP" b="0" dirty="0" err="1">
                <a:solidFill>
                  <a:srgbClr val="333333"/>
                </a:solidFill>
                <a:effectLst/>
                <a:latin typeface="Consolas" panose="020B0609020204030204" pitchFamily="49" charset="0"/>
              </a:rPr>
              <a:t>make_ae_type</a:t>
            </a:r>
            <a:r>
              <a:rPr lang="en-US" altLang="ja-JP" b="0" dirty="0">
                <a:solidFill>
                  <a:srgbClr val="777777"/>
                </a:solidFill>
                <a:effectLst/>
                <a:latin typeface="Consolas" panose="020B0609020204030204" pitchFamily="49" charset="0"/>
              </a:rPr>
              <a:t>(</a:t>
            </a:r>
            <a:r>
              <a:rPr lang="en-US" altLang="ja-JP" b="1" dirty="0">
                <a:solidFill>
                  <a:srgbClr val="AA3731"/>
                </a:solidFill>
                <a:effectLst/>
                <a:latin typeface="Consolas" panose="020B0609020204030204" pitchFamily="49" charset="0"/>
              </a:rPr>
              <a:t>c</a:t>
            </a:r>
            <a:r>
              <a:rPr lang="en-US" altLang="ja-JP" b="0" dirty="0">
                <a:solidFill>
                  <a:srgbClr val="777777"/>
                </a:solidFill>
                <a:effectLst/>
                <a:latin typeface="Consolas" panose="020B0609020204030204" pitchFamily="49" charset="0"/>
              </a:rPr>
              <a:t>("</a:t>
            </a:r>
            <a:r>
              <a:rPr lang="en-US" altLang="ja-JP" b="0" dirty="0">
                <a:solidFill>
                  <a:srgbClr val="448C27"/>
                </a:solidFill>
                <a:effectLst/>
                <a:latin typeface="Consolas" panose="020B0609020204030204" pitchFamily="49" charset="0"/>
              </a:rPr>
              <a:t>a</a:t>
            </a:r>
            <a:r>
              <a:rPr lang="en-US" altLang="ja-JP" b="0" dirty="0">
                <a:solidFill>
                  <a:srgbClr val="777777"/>
                </a:solidFill>
                <a:effectLst/>
                <a:latin typeface="Consolas" panose="020B0609020204030204" pitchFamily="49" charset="0"/>
              </a:rPr>
              <a:t>",</a:t>
            </a:r>
            <a:r>
              <a:rPr lang="en-US" altLang="ja-JP" b="0" dirty="0">
                <a:solidFill>
                  <a:srgbClr val="333333"/>
                </a:solidFill>
                <a:effectLst/>
                <a:latin typeface="Consolas" panose="020B0609020204030204" pitchFamily="49" charset="0"/>
              </a:rPr>
              <a:t> </a:t>
            </a:r>
            <a:r>
              <a:rPr lang="en-US" altLang="ja-JP" b="0" dirty="0">
                <a:solidFill>
                  <a:srgbClr val="777777"/>
                </a:solidFill>
                <a:effectLst/>
                <a:latin typeface="Consolas" panose="020B0609020204030204" pitchFamily="49" charset="0"/>
              </a:rPr>
              <a:t>"</a:t>
            </a:r>
            <a:r>
              <a:rPr lang="en-US" altLang="ja-JP" b="0" dirty="0">
                <a:solidFill>
                  <a:srgbClr val="448C27"/>
                </a:solidFill>
                <a:effectLst/>
                <a:latin typeface="Consolas" panose="020B0609020204030204" pitchFamily="49" charset="0"/>
              </a:rPr>
              <a:t>b</a:t>
            </a:r>
            <a:r>
              <a:rPr lang="en-US" altLang="ja-JP" b="0" dirty="0">
                <a:solidFill>
                  <a:srgbClr val="777777"/>
                </a:solidFill>
                <a:effectLst/>
                <a:latin typeface="Consolas" panose="020B0609020204030204" pitchFamily="49" charset="0"/>
              </a:rPr>
              <a:t>"),</a:t>
            </a:r>
            <a:r>
              <a:rPr lang="en-US" altLang="ja-JP" b="0" dirty="0">
                <a:solidFill>
                  <a:srgbClr val="333333"/>
                </a:solidFill>
                <a:effectLst/>
                <a:latin typeface="Consolas" panose="020B0609020204030204" pitchFamily="49" charset="0"/>
              </a:rPr>
              <a:t> </a:t>
            </a:r>
            <a:r>
              <a:rPr lang="en-US" altLang="ja-JP" b="0" dirty="0">
                <a:solidFill>
                  <a:srgbClr val="777777"/>
                </a:solidFill>
                <a:effectLst/>
                <a:latin typeface="Consolas" panose="020B0609020204030204" pitchFamily="49" charset="0"/>
              </a:rPr>
              <a:t>"</a:t>
            </a:r>
            <a:r>
              <a:rPr lang="en-US" altLang="ja-JP" b="0" dirty="0">
                <a:solidFill>
                  <a:srgbClr val="448C27"/>
                </a:solidFill>
                <a:effectLst/>
                <a:latin typeface="Consolas" panose="020B0609020204030204" pitchFamily="49" charset="0"/>
              </a:rPr>
              <a:t>label</a:t>
            </a: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a:p>
            <a:pPr>
              <a:lnSpc>
                <a:spcPts val="1425"/>
              </a:lnSpc>
              <a:buNone/>
            </a:pPr>
            <a:r>
              <a:rPr lang="en-US" altLang="ja-JP" b="0" dirty="0">
                <a:solidFill>
                  <a:srgbClr val="777777"/>
                </a:solidFill>
                <a:effectLst/>
                <a:latin typeface="Consolas" panose="020B0609020204030204" pitchFamily="49" charset="0"/>
              </a:rPr>
              <a:t>})</a:t>
            </a:r>
            <a:endParaRPr lang="en-US" altLang="ja-JP" b="0" dirty="0">
              <a:solidFill>
                <a:srgbClr val="333333"/>
              </a:solidFill>
              <a:effectLst/>
              <a:latin typeface="Consolas" panose="020B0609020204030204" pitchFamily="49" charset="0"/>
            </a:endParaRPr>
          </a:p>
        </p:txBody>
      </p:sp>
      <p:grpSp>
        <p:nvGrpSpPr>
          <p:cNvPr id="12" name="Group 11">
            <a:extLst>
              <a:ext uri="{FF2B5EF4-FFF2-40B4-BE49-F238E27FC236}">
                <a16:creationId xmlns:a16="http://schemas.microsoft.com/office/drawing/2014/main" id="{C1EFC5DE-934C-74DB-1D65-F739DAA66AE0}"/>
              </a:ext>
            </a:extLst>
          </p:cNvPr>
          <p:cNvGrpSpPr/>
          <p:nvPr/>
        </p:nvGrpSpPr>
        <p:grpSpPr>
          <a:xfrm>
            <a:off x="6769768" y="5190627"/>
            <a:ext cx="4090737" cy="809834"/>
            <a:chOff x="5364482" y="5126458"/>
            <a:chExt cx="3710487" cy="809834"/>
          </a:xfrm>
        </p:grpSpPr>
        <p:sp>
          <p:nvSpPr>
            <p:cNvPr id="14" name="Rectangle 13">
              <a:extLst>
                <a:ext uri="{FF2B5EF4-FFF2-40B4-BE49-F238E27FC236}">
                  <a16:creationId xmlns:a16="http://schemas.microsoft.com/office/drawing/2014/main" id="{2567294A-AE1D-AAC7-6181-6B6F17D2F412}"/>
                </a:ext>
              </a:extLst>
            </p:cNvPr>
            <p:cNvSpPr/>
            <p:nvPr/>
          </p:nvSpPr>
          <p:spPr>
            <a:xfrm>
              <a:off x="5801726" y="5126458"/>
              <a:ext cx="3273243" cy="809834"/>
            </a:xfrm>
            <a:prstGeom prst="rect">
              <a:avLst/>
            </a:prstGeom>
            <a:solidFill>
              <a:schemeClr val="bg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意図した</a:t>
              </a:r>
              <a:r>
                <a:rPr kumimoji="1" lang="en-US" altLang="ja-JP" dirty="0">
                  <a:solidFill>
                    <a:schemeClr val="tx1"/>
                  </a:solidFill>
                </a:rPr>
                <a:t>Error</a:t>
              </a:r>
              <a:r>
                <a:rPr kumimoji="1" lang="ja-JP" altLang="en-US" dirty="0">
                  <a:solidFill>
                    <a:schemeClr val="tx1"/>
                  </a:solidFill>
                </a:rPr>
                <a:t>が出ることを確認</a:t>
              </a:r>
            </a:p>
          </p:txBody>
        </p:sp>
        <p:cxnSp>
          <p:nvCxnSpPr>
            <p:cNvPr id="15" name="Straight Arrow Connector 14">
              <a:extLst>
                <a:ext uri="{FF2B5EF4-FFF2-40B4-BE49-F238E27FC236}">
                  <a16:creationId xmlns:a16="http://schemas.microsoft.com/office/drawing/2014/main" id="{AEDF1379-27FF-9F06-60F0-8409C822EDEB}"/>
                </a:ext>
              </a:extLst>
            </p:cNvPr>
            <p:cNvCxnSpPr>
              <a:cxnSpLocks/>
              <a:stCxn id="14" idx="1"/>
            </p:cNvCxnSpPr>
            <p:nvPr/>
          </p:nvCxnSpPr>
          <p:spPr>
            <a:xfrm flipH="1">
              <a:off x="5364482" y="5531375"/>
              <a:ext cx="437244" cy="0"/>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1FEE15D4-F30A-AC0D-98E9-C6556F0DE6C7}"/>
              </a:ext>
            </a:extLst>
          </p:cNvPr>
          <p:cNvGrpSpPr/>
          <p:nvPr/>
        </p:nvGrpSpPr>
        <p:grpSpPr>
          <a:xfrm>
            <a:off x="6769768" y="3594438"/>
            <a:ext cx="4090737" cy="809834"/>
            <a:chOff x="5364482" y="5126458"/>
            <a:chExt cx="3710487" cy="809834"/>
          </a:xfrm>
        </p:grpSpPr>
        <p:sp>
          <p:nvSpPr>
            <p:cNvPr id="20" name="Rectangle 19">
              <a:extLst>
                <a:ext uri="{FF2B5EF4-FFF2-40B4-BE49-F238E27FC236}">
                  <a16:creationId xmlns:a16="http://schemas.microsoft.com/office/drawing/2014/main" id="{E0EBCE61-2CE7-6A72-5A65-2018A79819B4}"/>
                </a:ext>
              </a:extLst>
            </p:cNvPr>
            <p:cNvSpPr/>
            <p:nvPr/>
          </p:nvSpPr>
          <p:spPr>
            <a:xfrm>
              <a:off x="5801726" y="5126458"/>
              <a:ext cx="3273243" cy="809834"/>
            </a:xfrm>
            <a:prstGeom prst="rect">
              <a:avLst/>
            </a:prstGeom>
            <a:solidFill>
              <a:schemeClr val="bg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条件を変えて動作確認</a:t>
              </a:r>
            </a:p>
          </p:txBody>
        </p:sp>
        <p:cxnSp>
          <p:nvCxnSpPr>
            <p:cNvPr id="21" name="Straight Arrow Connector 20">
              <a:extLst>
                <a:ext uri="{FF2B5EF4-FFF2-40B4-BE49-F238E27FC236}">
                  <a16:creationId xmlns:a16="http://schemas.microsoft.com/office/drawing/2014/main" id="{666FB714-5ECA-3234-2263-07F12C5B60FB}"/>
                </a:ext>
              </a:extLst>
            </p:cNvPr>
            <p:cNvCxnSpPr>
              <a:cxnSpLocks/>
              <a:stCxn id="20" idx="1"/>
            </p:cNvCxnSpPr>
            <p:nvPr/>
          </p:nvCxnSpPr>
          <p:spPr>
            <a:xfrm flipH="1">
              <a:off x="5364482" y="5531375"/>
              <a:ext cx="437244" cy="0"/>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1FD4280B-9B28-28D2-2476-9B8E596D2CAA}"/>
              </a:ext>
            </a:extLst>
          </p:cNvPr>
          <p:cNvGrpSpPr/>
          <p:nvPr/>
        </p:nvGrpSpPr>
        <p:grpSpPr>
          <a:xfrm>
            <a:off x="6769768" y="1550065"/>
            <a:ext cx="4090737" cy="809834"/>
            <a:chOff x="5364482" y="5126458"/>
            <a:chExt cx="3710487" cy="809834"/>
          </a:xfrm>
        </p:grpSpPr>
        <p:sp>
          <p:nvSpPr>
            <p:cNvPr id="23" name="Rectangle 22">
              <a:extLst>
                <a:ext uri="{FF2B5EF4-FFF2-40B4-BE49-F238E27FC236}">
                  <a16:creationId xmlns:a16="http://schemas.microsoft.com/office/drawing/2014/main" id="{96E7D7A5-C01D-A904-499F-CFE3C081D451}"/>
                </a:ext>
              </a:extLst>
            </p:cNvPr>
            <p:cNvSpPr/>
            <p:nvPr/>
          </p:nvSpPr>
          <p:spPr>
            <a:xfrm>
              <a:off x="5801726" y="5126458"/>
              <a:ext cx="3273243" cy="809834"/>
            </a:xfrm>
            <a:prstGeom prst="rect">
              <a:avLst/>
            </a:prstGeom>
            <a:solidFill>
              <a:schemeClr val="bg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意図した値が返ってくるかを確認</a:t>
              </a:r>
            </a:p>
          </p:txBody>
        </p:sp>
        <p:cxnSp>
          <p:nvCxnSpPr>
            <p:cNvPr id="24" name="Straight Arrow Connector 23">
              <a:extLst>
                <a:ext uri="{FF2B5EF4-FFF2-40B4-BE49-F238E27FC236}">
                  <a16:creationId xmlns:a16="http://schemas.microsoft.com/office/drawing/2014/main" id="{F469D3C4-5C5A-4282-A5BB-FBEC71C0A465}"/>
                </a:ext>
              </a:extLst>
            </p:cNvPr>
            <p:cNvCxnSpPr>
              <a:cxnSpLocks/>
              <a:stCxn id="23" idx="1"/>
            </p:cNvCxnSpPr>
            <p:nvPr/>
          </p:nvCxnSpPr>
          <p:spPr>
            <a:xfrm flipH="1">
              <a:off x="5364482" y="5531375"/>
              <a:ext cx="437244" cy="0"/>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670123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D2D87-C393-749F-1C30-5540660E7D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8BB201-2F85-DDDA-8F9F-EC04D6EFA944}"/>
              </a:ext>
            </a:extLst>
          </p:cNvPr>
          <p:cNvSpPr>
            <a:spLocks noGrp="1"/>
          </p:cNvSpPr>
          <p:nvPr>
            <p:ph type="title"/>
          </p:nvPr>
        </p:nvSpPr>
        <p:spPr/>
        <p:txBody>
          <a:bodyPr>
            <a:normAutofit/>
          </a:bodyPr>
          <a:lstStyle/>
          <a:p>
            <a:r>
              <a:rPr kumimoji="1" lang="ja-JP" altLang="en-US" dirty="0"/>
              <a:t>本日の発表のゴール（再掲）</a:t>
            </a:r>
          </a:p>
        </p:txBody>
      </p:sp>
      <p:sp>
        <p:nvSpPr>
          <p:cNvPr id="4" name="Footer Placeholder 3">
            <a:extLst>
              <a:ext uri="{FF2B5EF4-FFF2-40B4-BE49-F238E27FC236}">
                <a16:creationId xmlns:a16="http://schemas.microsoft.com/office/drawing/2014/main" id="{0FEC47AC-74C2-0643-0ABC-86461D7BEFF8}"/>
              </a:ext>
            </a:extLst>
          </p:cNvPr>
          <p:cNvSpPr>
            <a:spLocks noGrp="1"/>
          </p:cNvSpPr>
          <p:nvPr>
            <p:ph type="ftr" sz="quarter" idx="11"/>
          </p:nvPr>
        </p:nvSpPr>
        <p:spPr/>
        <p:txBody>
          <a:bodyPr/>
          <a:lstStyle/>
          <a:p>
            <a:r>
              <a:rPr lang="en-US" noProof="0"/>
              <a:t>Insert menu &gt; Header &amp; Footer button</a:t>
            </a:r>
          </a:p>
        </p:txBody>
      </p:sp>
      <p:sp>
        <p:nvSpPr>
          <p:cNvPr id="5" name="Rectangle: Rounded Corners 4">
            <a:extLst>
              <a:ext uri="{FF2B5EF4-FFF2-40B4-BE49-F238E27FC236}">
                <a16:creationId xmlns:a16="http://schemas.microsoft.com/office/drawing/2014/main" id="{6256252F-DDEE-D2DF-F3FE-EEC634A4BE53}"/>
              </a:ext>
            </a:extLst>
          </p:cNvPr>
          <p:cNvSpPr/>
          <p:nvPr/>
        </p:nvSpPr>
        <p:spPr>
          <a:xfrm>
            <a:off x="780585" y="1839953"/>
            <a:ext cx="9846527" cy="1204332"/>
          </a:xfrm>
          <a:prstGeom prst="roundRect">
            <a:avLst/>
          </a:prstGeom>
          <a:solidFill>
            <a:srgbClr val="00B8B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lgn="ctr"/>
            <a:r>
              <a:rPr kumimoji="1" lang="en-US" altLang="ja-JP" b="1" dirty="0"/>
              <a:t>PHUSE</a:t>
            </a:r>
            <a:r>
              <a:rPr kumimoji="1" lang="ja-JP" altLang="en-US" b="1" dirty="0"/>
              <a:t> </a:t>
            </a:r>
            <a:r>
              <a:rPr kumimoji="1" lang="en-US" altLang="ja-JP" b="1" dirty="0"/>
              <a:t>OST</a:t>
            </a:r>
            <a:r>
              <a:rPr kumimoji="1" lang="ja-JP" altLang="en-US" b="1" dirty="0"/>
              <a:t>の活動の一環である</a:t>
            </a:r>
            <a:r>
              <a:rPr kumimoji="1" lang="en-US" altLang="ja-JP" b="1" dirty="0"/>
              <a:t>{</a:t>
            </a:r>
            <a:r>
              <a:rPr kumimoji="1" lang="en-US" altLang="ja-JP" b="1" dirty="0" err="1"/>
              <a:t>anaume</a:t>
            </a:r>
            <a:r>
              <a:rPr kumimoji="1" lang="en-US" altLang="ja-JP" b="1" dirty="0"/>
              <a:t>} package</a:t>
            </a:r>
            <a:r>
              <a:rPr kumimoji="1" lang="ja-JP" altLang="en-US" b="1" dirty="0"/>
              <a:t>について知っていただく</a:t>
            </a:r>
          </a:p>
        </p:txBody>
      </p:sp>
      <p:sp>
        <p:nvSpPr>
          <p:cNvPr id="6" name="Rectangle: Rounded Corners 5">
            <a:extLst>
              <a:ext uri="{FF2B5EF4-FFF2-40B4-BE49-F238E27FC236}">
                <a16:creationId xmlns:a16="http://schemas.microsoft.com/office/drawing/2014/main" id="{855CA1B7-EB11-8CF8-72E0-6B5A568E2390}"/>
              </a:ext>
            </a:extLst>
          </p:cNvPr>
          <p:cNvSpPr/>
          <p:nvPr/>
        </p:nvSpPr>
        <p:spPr>
          <a:xfrm>
            <a:off x="780585" y="3456880"/>
            <a:ext cx="9846527" cy="1204332"/>
          </a:xfrm>
          <a:prstGeom prst="roundRect">
            <a:avLst/>
          </a:prstGeom>
          <a:solidFill>
            <a:srgbClr val="00B8B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t>{</a:t>
            </a:r>
            <a:r>
              <a:rPr kumimoji="1" lang="en-US" altLang="ja-JP" b="1" dirty="0" err="1"/>
              <a:t>anaume</a:t>
            </a:r>
            <a:r>
              <a:rPr kumimoji="1" lang="en-US" altLang="ja-JP" b="1" dirty="0"/>
              <a:t>}</a:t>
            </a:r>
            <a:r>
              <a:rPr kumimoji="1" lang="ja-JP" altLang="en-US" b="1" dirty="0"/>
              <a:t>を例に、一般的な</a:t>
            </a:r>
            <a:r>
              <a:rPr kumimoji="1" lang="en-US" altLang="ja-JP" b="1" dirty="0"/>
              <a:t>Package</a:t>
            </a:r>
            <a:r>
              <a:rPr kumimoji="1" lang="ja-JP" altLang="en-US" b="1" dirty="0"/>
              <a:t>の構成要素について理解を深める</a:t>
            </a:r>
          </a:p>
        </p:txBody>
      </p:sp>
    </p:spTree>
    <p:extLst>
      <p:ext uri="{BB962C8B-B14F-4D97-AF65-F5344CB8AC3E}">
        <p14:creationId xmlns:p14="http://schemas.microsoft.com/office/powerpoint/2010/main" val="42149740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5BE6C-2942-5422-DB59-EC20CB9620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E34105-CCF0-E3AF-88F7-626653BA2C5A}"/>
              </a:ext>
            </a:extLst>
          </p:cNvPr>
          <p:cNvSpPr>
            <a:spLocks noGrp="1"/>
          </p:cNvSpPr>
          <p:nvPr>
            <p:ph type="title"/>
          </p:nvPr>
        </p:nvSpPr>
        <p:spPr>
          <a:xfrm>
            <a:off x="604838" y="2827673"/>
            <a:ext cx="9721417" cy="809834"/>
          </a:xfrm>
        </p:spPr>
        <p:txBody>
          <a:bodyPr>
            <a:normAutofit/>
          </a:bodyPr>
          <a:lstStyle/>
          <a:p>
            <a:r>
              <a:rPr lang="en-US" altLang="ja-JP"/>
              <a:t>End of slides</a:t>
            </a:r>
            <a:endParaRPr kumimoji="1" lang="ja-JP" altLang="en-US"/>
          </a:p>
        </p:txBody>
      </p:sp>
      <p:sp>
        <p:nvSpPr>
          <p:cNvPr id="4" name="Footer Placeholder 3">
            <a:extLst>
              <a:ext uri="{FF2B5EF4-FFF2-40B4-BE49-F238E27FC236}">
                <a16:creationId xmlns:a16="http://schemas.microsoft.com/office/drawing/2014/main" id="{7D4081DF-F485-EB04-5F0D-75A4D2246879}"/>
              </a:ext>
            </a:extLst>
          </p:cNvPr>
          <p:cNvSpPr>
            <a:spLocks noGrp="1"/>
          </p:cNvSpPr>
          <p:nvPr>
            <p:ph type="ftr" sz="quarter" idx="11"/>
          </p:nvPr>
        </p:nvSpPr>
        <p:spPr/>
        <p:txBody>
          <a:bodyPr/>
          <a:lstStyle/>
          <a:p>
            <a:r>
              <a:rPr lang="en-US" noProof="0"/>
              <a:t>Insert menu &gt; Header &amp; Footer button</a:t>
            </a:r>
          </a:p>
        </p:txBody>
      </p:sp>
    </p:spTree>
    <p:extLst>
      <p:ext uri="{BB962C8B-B14F-4D97-AF65-F5344CB8AC3E}">
        <p14:creationId xmlns:p14="http://schemas.microsoft.com/office/powerpoint/2010/main" val="27461315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04C0A-2AC9-D431-F1D4-0F3E7A8EB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84F6DE-46F6-4C12-1FBF-34A8E840BA1E}"/>
              </a:ext>
            </a:extLst>
          </p:cNvPr>
          <p:cNvSpPr>
            <a:spLocks noGrp="1"/>
          </p:cNvSpPr>
          <p:nvPr>
            <p:ph type="title"/>
          </p:nvPr>
        </p:nvSpPr>
        <p:spPr>
          <a:xfrm>
            <a:off x="604838" y="2827673"/>
            <a:ext cx="9721417" cy="809834"/>
          </a:xfrm>
        </p:spPr>
        <p:txBody>
          <a:bodyPr>
            <a:normAutofit/>
          </a:bodyPr>
          <a:lstStyle/>
          <a:p>
            <a:r>
              <a:rPr lang="en-US" altLang="ja-JP" dirty="0"/>
              <a:t>BU</a:t>
            </a:r>
            <a:endParaRPr kumimoji="1" lang="ja-JP" altLang="en-US" dirty="0"/>
          </a:p>
        </p:txBody>
      </p:sp>
      <p:sp>
        <p:nvSpPr>
          <p:cNvPr id="4" name="Footer Placeholder 3">
            <a:extLst>
              <a:ext uri="{FF2B5EF4-FFF2-40B4-BE49-F238E27FC236}">
                <a16:creationId xmlns:a16="http://schemas.microsoft.com/office/drawing/2014/main" id="{1A2CB432-264F-29F8-3C2F-FA12C34BAF1A}"/>
              </a:ext>
            </a:extLst>
          </p:cNvPr>
          <p:cNvSpPr>
            <a:spLocks noGrp="1"/>
          </p:cNvSpPr>
          <p:nvPr>
            <p:ph type="ftr" sz="quarter" idx="11"/>
          </p:nvPr>
        </p:nvSpPr>
        <p:spPr/>
        <p:txBody>
          <a:bodyPr/>
          <a:lstStyle/>
          <a:p>
            <a:r>
              <a:rPr lang="en-US" noProof="0"/>
              <a:t>Insert menu &gt; Header &amp; Footer button</a:t>
            </a:r>
          </a:p>
        </p:txBody>
      </p:sp>
    </p:spTree>
    <p:extLst>
      <p:ext uri="{BB962C8B-B14F-4D97-AF65-F5344CB8AC3E}">
        <p14:creationId xmlns:p14="http://schemas.microsoft.com/office/powerpoint/2010/main" val="8811831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65363-6B02-B8A8-9509-F559C0B0C302}"/>
              </a:ext>
            </a:extLst>
          </p:cNvPr>
          <p:cNvSpPr>
            <a:spLocks noGrp="1"/>
          </p:cNvSpPr>
          <p:nvPr>
            <p:ph type="title"/>
          </p:nvPr>
        </p:nvSpPr>
        <p:spPr/>
        <p:txBody>
          <a:bodyPr/>
          <a:lstStyle/>
          <a:p>
            <a:r>
              <a:rPr kumimoji="1" lang="en-US" altLang="ja-JP"/>
              <a:t>{cards} package</a:t>
            </a:r>
            <a:endParaRPr kumimoji="1" lang="ja-JP" altLang="en-US"/>
          </a:p>
        </p:txBody>
      </p:sp>
      <p:sp>
        <p:nvSpPr>
          <p:cNvPr id="3" name="Content Placeholder 2">
            <a:extLst>
              <a:ext uri="{FF2B5EF4-FFF2-40B4-BE49-F238E27FC236}">
                <a16:creationId xmlns:a16="http://schemas.microsoft.com/office/drawing/2014/main" id="{2E5AB1E8-A9F1-09C1-7987-125B0E8FB7B4}"/>
              </a:ext>
            </a:extLst>
          </p:cNvPr>
          <p:cNvSpPr>
            <a:spLocks noGrp="1"/>
          </p:cNvSpPr>
          <p:nvPr>
            <p:ph idx="1"/>
          </p:nvPr>
        </p:nvSpPr>
        <p:spPr/>
        <p:txBody>
          <a:bodyPr/>
          <a:lstStyle/>
          <a:p>
            <a:r>
              <a:rPr kumimoji="1" lang="en-US" altLang="ja-JP"/>
              <a:t>Part of </a:t>
            </a:r>
            <a:r>
              <a:rPr kumimoji="1" lang="en-US" altLang="ja-JP" err="1"/>
              <a:t>Pharmaverse</a:t>
            </a:r>
            <a:endParaRPr kumimoji="1" lang="en-US" altLang="ja-JP"/>
          </a:p>
          <a:p>
            <a:r>
              <a:rPr kumimoji="1" lang="en-US" altLang="ja-JP"/>
              <a:t>R package </a:t>
            </a:r>
            <a:r>
              <a:rPr lang="en-US" altLang="ja-JP"/>
              <a:t>to</a:t>
            </a:r>
            <a:r>
              <a:rPr kumimoji="1" lang="en-US" altLang="ja-JP"/>
              <a:t> create ARD</a:t>
            </a:r>
            <a:endParaRPr kumimoji="1" lang="ja-JP" altLang="en-US"/>
          </a:p>
        </p:txBody>
      </p:sp>
      <p:sp>
        <p:nvSpPr>
          <p:cNvPr id="4" name="Footer Placeholder 3">
            <a:extLst>
              <a:ext uri="{FF2B5EF4-FFF2-40B4-BE49-F238E27FC236}">
                <a16:creationId xmlns:a16="http://schemas.microsoft.com/office/drawing/2014/main" id="{434624DA-9E71-1BCF-FE34-E2B5738BE22C}"/>
              </a:ext>
            </a:extLst>
          </p:cNvPr>
          <p:cNvSpPr>
            <a:spLocks noGrp="1"/>
          </p:cNvSpPr>
          <p:nvPr>
            <p:ph type="ftr" sz="quarter" idx="11"/>
          </p:nvPr>
        </p:nvSpPr>
        <p:spPr/>
        <p:txBody>
          <a:bodyPr/>
          <a:lstStyle/>
          <a:p>
            <a:r>
              <a:rPr lang="en-US" noProof="0"/>
              <a:t>Insert menu &gt; Header &amp; Footer button</a:t>
            </a:r>
          </a:p>
        </p:txBody>
      </p:sp>
      <p:pic>
        <p:nvPicPr>
          <p:cNvPr id="1026" name="Picture 2">
            <a:extLst>
              <a:ext uri="{FF2B5EF4-FFF2-40B4-BE49-F238E27FC236}">
                <a16:creationId xmlns:a16="http://schemas.microsoft.com/office/drawing/2014/main" id="{C802AED1-E5AD-D395-437F-DFDEE6FBD2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94850" y="564078"/>
            <a:ext cx="2286000" cy="2286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C3C38AB-DCF5-83EB-F6CC-482807D9B612}"/>
              </a:ext>
            </a:extLst>
          </p:cNvPr>
          <p:cNvSpPr txBox="1"/>
          <p:nvPr/>
        </p:nvSpPr>
        <p:spPr>
          <a:xfrm>
            <a:off x="819397" y="3113866"/>
            <a:ext cx="5522026" cy="1033154"/>
          </a:xfrm>
          <a:prstGeom prst="rect">
            <a:avLst/>
          </a:prstGeom>
          <a:noFill/>
          <a:ln>
            <a:solidFill>
              <a:srgbClr val="0070C0"/>
            </a:solidFill>
          </a:ln>
        </p:spPr>
        <p:txBody>
          <a:bodyPr wrap="square" lIns="0" tIns="0" rIns="0" bIns="0" rtlCol="0">
            <a:normAutofit fontScale="92500" lnSpcReduction="10000"/>
          </a:bodyPr>
          <a:lstStyle/>
          <a:p>
            <a:pPr>
              <a:lnSpc>
                <a:spcPct val="95000"/>
              </a:lnSpc>
            </a:pPr>
            <a:r>
              <a:rPr kumimoji="1" lang="en-US" altLang="ja-JP" sz="1400" b="1" dirty="0" err="1"/>
              <a:t>ard_categorical</a:t>
            </a:r>
            <a:r>
              <a:rPr kumimoji="1" lang="en-US" altLang="ja-JP" sz="1400" b="1" dirty="0"/>
              <a:t>(</a:t>
            </a:r>
          </a:p>
          <a:p>
            <a:pPr>
              <a:lnSpc>
                <a:spcPct val="95000"/>
              </a:lnSpc>
            </a:pPr>
            <a:r>
              <a:rPr kumimoji="1" lang="en-US" altLang="ja-JP" sz="1400" b="1" dirty="0"/>
              <a:t>  data = </a:t>
            </a:r>
            <a:r>
              <a:rPr kumimoji="1" lang="en-US" altLang="ja-JP" sz="1400" b="1" dirty="0" err="1"/>
              <a:t>adae</a:t>
            </a:r>
            <a:r>
              <a:rPr kumimoji="1" lang="en-US" altLang="ja-JP" sz="1400" b="1" dirty="0"/>
              <a:t>,</a:t>
            </a:r>
          </a:p>
          <a:p>
            <a:pPr>
              <a:lnSpc>
                <a:spcPct val="95000"/>
              </a:lnSpc>
            </a:pPr>
            <a:r>
              <a:rPr kumimoji="1" lang="en-US" altLang="ja-JP" sz="1400" b="1" dirty="0"/>
              <a:t>  by = c('AGEGR1','TRT01A’),</a:t>
            </a:r>
          </a:p>
          <a:p>
            <a:pPr>
              <a:lnSpc>
                <a:spcPct val="95000"/>
              </a:lnSpc>
            </a:pPr>
            <a:r>
              <a:rPr kumimoji="1" lang="en-US" altLang="ja-JP" sz="1400" b="1" dirty="0"/>
              <a:t>  variables = AEDECOD, </a:t>
            </a:r>
          </a:p>
          <a:p>
            <a:pPr>
              <a:lnSpc>
                <a:spcPct val="95000"/>
              </a:lnSpc>
            </a:pPr>
            <a:r>
              <a:rPr kumimoji="1" lang="en-US" altLang="ja-JP" sz="1400" b="1" dirty="0"/>
              <a:t> denominator = </a:t>
            </a:r>
            <a:r>
              <a:rPr kumimoji="1" lang="en-US" altLang="ja-JP" sz="1400" b="1" dirty="0" err="1"/>
              <a:t>adsl</a:t>
            </a:r>
            <a:endParaRPr kumimoji="1" lang="en-US" altLang="ja-JP" sz="1400" b="1" dirty="0"/>
          </a:p>
          <a:p>
            <a:pPr>
              <a:lnSpc>
                <a:spcPct val="95000"/>
              </a:lnSpc>
            </a:pPr>
            <a:r>
              <a:rPr kumimoji="1" lang="en-US" altLang="ja-JP" sz="1400" b="1" dirty="0"/>
              <a:t>)</a:t>
            </a:r>
            <a:endParaRPr kumimoji="1" lang="ja-JP" altLang="en-US" sz="1400" b="1" dirty="0"/>
          </a:p>
        </p:txBody>
      </p:sp>
      <p:pic>
        <p:nvPicPr>
          <p:cNvPr id="8" name="Picture 7">
            <a:extLst>
              <a:ext uri="{FF2B5EF4-FFF2-40B4-BE49-F238E27FC236}">
                <a16:creationId xmlns:a16="http://schemas.microsoft.com/office/drawing/2014/main" id="{1F92BF0C-9136-61D2-A270-952469CAF26A}"/>
              </a:ext>
            </a:extLst>
          </p:cNvPr>
          <p:cNvPicPr>
            <a:picLocks noChangeAspect="1"/>
          </p:cNvPicPr>
          <p:nvPr/>
        </p:nvPicPr>
        <p:blipFill>
          <a:blip r:embed="rId4"/>
          <a:stretch>
            <a:fillRect/>
          </a:stretch>
        </p:blipFill>
        <p:spPr>
          <a:xfrm>
            <a:off x="819397" y="4353362"/>
            <a:ext cx="6992326" cy="2057687"/>
          </a:xfrm>
          <a:prstGeom prst="rect">
            <a:avLst/>
          </a:prstGeom>
        </p:spPr>
      </p:pic>
    </p:spTree>
    <p:extLst>
      <p:ext uri="{BB962C8B-B14F-4D97-AF65-F5344CB8AC3E}">
        <p14:creationId xmlns:p14="http://schemas.microsoft.com/office/powerpoint/2010/main" val="30626081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EB731-37C7-136A-5688-D130BA1B4612}"/>
              </a:ext>
            </a:extLst>
          </p:cNvPr>
          <p:cNvSpPr>
            <a:spLocks noGrp="1"/>
          </p:cNvSpPr>
          <p:nvPr>
            <p:ph type="title"/>
          </p:nvPr>
        </p:nvSpPr>
        <p:spPr/>
        <p:txBody>
          <a:bodyPr/>
          <a:lstStyle/>
          <a:p>
            <a:r>
              <a:rPr lang="en-US" altLang="ja-JP"/>
              <a:t>Overview of PMDA’s Requests</a:t>
            </a:r>
            <a:endParaRPr lang="ja-JP" altLang="en-US"/>
          </a:p>
        </p:txBody>
      </p:sp>
      <p:sp>
        <p:nvSpPr>
          <p:cNvPr id="4" name="Footer Placeholder 3">
            <a:extLst>
              <a:ext uri="{FF2B5EF4-FFF2-40B4-BE49-F238E27FC236}">
                <a16:creationId xmlns:a16="http://schemas.microsoft.com/office/drawing/2014/main" id="{4F1135E8-1EF8-8701-1125-D37D05597128}"/>
              </a:ext>
            </a:extLst>
          </p:cNvPr>
          <p:cNvSpPr>
            <a:spLocks noGrp="1"/>
          </p:cNvSpPr>
          <p:nvPr>
            <p:ph type="ftr" sz="quarter" idx="11"/>
          </p:nvPr>
        </p:nvSpPr>
        <p:spPr/>
        <p:txBody>
          <a:bodyPr/>
          <a:lstStyle/>
          <a:p>
            <a:r>
              <a:rPr lang="en-US" noProof="0"/>
              <a:t>Insert menu &gt; Header &amp; Footer button</a:t>
            </a:r>
          </a:p>
        </p:txBody>
      </p:sp>
      <p:graphicFrame>
        <p:nvGraphicFramePr>
          <p:cNvPr id="8" name="Table 7">
            <a:extLst>
              <a:ext uri="{FF2B5EF4-FFF2-40B4-BE49-F238E27FC236}">
                <a16:creationId xmlns:a16="http://schemas.microsoft.com/office/drawing/2014/main" id="{56C6C436-C104-8E1B-56D8-40D73101D7A6}"/>
              </a:ext>
            </a:extLst>
          </p:cNvPr>
          <p:cNvGraphicFramePr>
            <a:graphicFrameLocks noGrp="1"/>
          </p:cNvGraphicFramePr>
          <p:nvPr/>
        </p:nvGraphicFramePr>
        <p:xfrm>
          <a:off x="138545" y="988644"/>
          <a:ext cx="11914910" cy="5461000"/>
        </p:xfrm>
        <a:graphic>
          <a:graphicData uri="http://schemas.openxmlformats.org/drawingml/2006/table">
            <a:tbl>
              <a:tblPr firstRow="1" bandRow="1">
                <a:tableStyleId>{5C22544A-7EE6-4342-B048-85BDC9FD1C3A}</a:tableStyleId>
              </a:tblPr>
              <a:tblGrid>
                <a:gridCol w="321060">
                  <a:extLst>
                    <a:ext uri="{9D8B030D-6E8A-4147-A177-3AD203B41FA5}">
                      <a16:colId xmlns:a16="http://schemas.microsoft.com/office/drawing/2014/main" val="3531564981"/>
                    </a:ext>
                  </a:extLst>
                </a:gridCol>
                <a:gridCol w="1840747">
                  <a:extLst>
                    <a:ext uri="{9D8B030D-6E8A-4147-A177-3AD203B41FA5}">
                      <a16:colId xmlns:a16="http://schemas.microsoft.com/office/drawing/2014/main" val="1709521060"/>
                    </a:ext>
                  </a:extLst>
                </a:gridCol>
                <a:gridCol w="9753103">
                  <a:extLst>
                    <a:ext uri="{9D8B030D-6E8A-4147-A177-3AD203B41FA5}">
                      <a16:colId xmlns:a16="http://schemas.microsoft.com/office/drawing/2014/main" val="3726523656"/>
                    </a:ext>
                  </a:extLst>
                </a:gridCol>
              </a:tblGrid>
              <a:tr h="182247">
                <a:tc>
                  <a:txBody>
                    <a:bodyPr/>
                    <a:lstStyle/>
                    <a:p>
                      <a:r>
                        <a:rPr kumimoji="1" lang="en-US" altLang="ja-JP" sz="1600"/>
                        <a:t>#</a:t>
                      </a:r>
                      <a:endParaRPr kumimoji="1" lang="ja-JP" altLang="en-US" sz="1600"/>
                    </a:p>
                  </a:txBody>
                  <a:tcPr/>
                </a:tc>
                <a:tc>
                  <a:txBody>
                    <a:bodyPr/>
                    <a:lstStyle/>
                    <a:p>
                      <a:r>
                        <a:rPr kumimoji="1" lang="en-US" altLang="ja-JP" sz="1600"/>
                        <a:t>Target studies</a:t>
                      </a:r>
                      <a:endParaRPr kumimoji="1" lang="ja-JP" altLang="en-US" sz="1600"/>
                    </a:p>
                  </a:txBody>
                  <a:tcPr/>
                </a:tc>
                <a:tc>
                  <a:txBody>
                    <a:bodyPr/>
                    <a:lstStyle/>
                    <a:p>
                      <a:r>
                        <a:rPr kumimoji="1" lang="en-US" altLang="ja-JP" sz="1600"/>
                        <a:t>Request</a:t>
                      </a:r>
                      <a:endParaRPr kumimoji="1" lang="ja-JP" altLang="en-US" sz="1600"/>
                    </a:p>
                  </a:txBody>
                  <a:tcPr/>
                </a:tc>
                <a:extLst>
                  <a:ext uri="{0D108BD9-81ED-4DB2-BD59-A6C34878D82A}">
                    <a16:rowId xmlns:a16="http://schemas.microsoft.com/office/drawing/2014/main" val="2709471703"/>
                  </a:ext>
                </a:extLst>
              </a:tr>
              <a:tr h="370840">
                <a:tc>
                  <a:txBody>
                    <a:bodyPr/>
                    <a:lstStyle/>
                    <a:p>
                      <a:r>
                        <a:rPr kumimoji="1" lang="en-US" altLang="ja-JP" sz="1600"/>
                        <a:t>1</a:t>
                      </a:r>
                      <a:endParaRPr kumimoji="1" lang="ja-JP" altLang="en-US" sz="1600"/>
                    </a:p>
                  </a:txBody>
                  <a:tcPr/>
                </a:tc>
                <a:tc>
                  <a:txBody>
                    <a:bodyPr/>
                    <a:lstStyle/>
                    <a:p>
                      <a:r>
                        <a:rPr kumimoji="1" lang="en-US" altLang="ja-JP" sz="1600"/>
                        <a:t>All studies</a:t>
                      </a:r>
                      <a:endParaRPr kumimoji="1" lang="ja-JP" altLang="en-US" sz="1600"/>
                    </a:p>
                  </a:txBody>
                  <a:tcPr/>
                </a:tc>
                <a:tc>
                  <a:txBody>
                    <a:bodyPr/>
                    <a:lstStyle/>
                    <a:p>
                      <a:r>
                        <a:rPr kumimoji="1" lang="en-US" altLang="ja-JP" sz="1600" b="1"/>
                        <a:t>Summary of AE overview</a:t>
                      </a:r>
                      <a:endParaRPr kumimoji="1" lang="ja-JP" altLang="en-US" sz="1600" b="1" i="0" u="none" strike="noStrike" kern="1200" baseline="0">
                        <a:solidFill>
                          <a:schemeClr val="dk1"/>
                        </a:solidFill>
                        <a:latin typeface="+mn-lt"/>
                        <a:ea typeface="+mn-ea"/>
                        <a:cs typeface="+mn-cs"/>
                      </a:endParaRPr>
                    </a:p>
                    <a:p>
                      <a:pPr marL="285750" indent="-285750">
                        <a:buFont typeface="Arial" panose="020B0604020202020204" pitchFamily="34" charset="0"/>
                        <a:buChar char="•"/>
                      </a:pPr>
                      <a:r>
                        <a:rPr kumimoji="1" lang="en-US" altLang="ja-JP" sz="1600" b="0" i="0" u="none" strike="noStrike" kern="1200" baseline="0">
                          <a:solidFill>
                            <a:schemeClr val="dk1"/>
                          </a:solidFill>
                          <a:latin typeface="+mn-lt"/>
                          <a:ea typeface="+mn-ea"/>
                          <a:cs typeface="+mn-cs"/>
                        </a:rPr>
                        <a:t>All AEs </a:t>
                      </a:r>
                    </a:p>
                    <a:p>
                      <a:pPr marL="285750" indent="-285750">
                        <a:buFont typeface="Arial" panose="020B0604020202020204" pitchFamily="34" charset="0"/>
                        <a:buChar char="•"/>
                      </a:pPr>
                      <a:r>
                        <a:rPr kumimoji="1" lang="en-US" altLang="ja-JP" sz="1600" b="0" i="0" u="none" strike="noStrike" kern="1200" baseline="0">
                          <a:solidFill>
                            <a:schemeClr val="dk1"/>
                          </a:solidFill>
                          <a:latin typeface="+mn-lt"/>
                          <a:ea typeface="+mn-ea"/>
                          <a:cs typeface="+mn-cs"/>
                        </a:rPr>
                        <a:t>AEs with grade 3+ </a:t>
                      </a:r>
                    </a:p>
                    <a:p>
                      <a:pPr marL="285750" indent="-285750">
                        <a:buFont typeface="Arial" panose="020B0604020202020204" pitchFamily="34" charset="0"/>
                        <a:buChar char="•"/>
                      </a:pPr>
                      <a:r>
                        <a:rPr kumimoji="1" lang="en-US" altLang="ja-JP" sz="1600" b="0" i="0" u="none" strike="noStrike" kern="1200" baseline="0">
                          <a:solidFill>
                            <a:schemeClr val="dk1"/>
                          </a:solidFill>
                          <a:latin typeface="+mn-lt"/>
                          <a:ea typeface="+mn-ea"/>
                          <a:cs typeface="+mn-cs"/>
                        </a:rPr>
                        <a:t>Fatal AEs </a:t>
                      </a:r>
                    </a:p>
                    <a:p>
                      <a:pPr marL="285750" indent="-285750">
                        <a:buFont typeface="Arial" panose="020B0604020202020204" pitchFamily="34" charset="0"/>
                        <a:buChar char="•"/>
                      </a:pPr>
                      <a:r>
                        <a:rPr kumimoji="1" lang="en-US" altLang="ja-JP" sz="1600" b="0" i="0" u="none" strike="noStrike" kern="1200" baseline="0">
                          <a:solidFill>
                            <a:schemeClr val="dk1"/>
                          </a:solidFill>
                          <a:latin typeface="+mn-lt"/>
                          <a:ea typeface="+mn-ea"/>
                          <a:cs typeface="+mn-cs"/>
                        </a:rPr>
                        <a:t>Serious AEs </a:t>
                      </a:r>
                    </a:p>
                    <a:p>
                      <a:pPr marL="285750" indent="-285750">
                        <a:buFont typeface="Arial" panose="020B0604020202020204" pitchFamily="34" charset="0"/>
                        <a:buChar char="•"/>
                      </a:pPr>
                      <a:r>
                        <a:rPr kumimoji="1" lang="en-US" altLang="ja-JP" sz="1600" b="0" i="0" u="none" strike="noStrike" kern="1200" baseline="0">
                          <a:solidFill>
                            <a:schemeClr val="dk1"/>
                          </a:solidFill>
                          <a:latin typeface="+mn-lt"/>
                          <a:ea typeface="+mn-ea"/>
                          <a:cs typeface="+mn-cs"/>
                        </a:rPr>
                        <a:t>AEs leading to treatment discontinuation </a:t>
                      </a:r>
                    </a:p>
                    <a:p>
                      <a:pPr marL="285750" indent="-285750">
                        <a:buFont typeface="Arial" panose="020B0604020202020204" pitchFamily="34" charset="0"/>
                        <a:buChar char="•"/>
                      </a:pPr>
                      <a:r>
                        <a:rPr kumimoji="1" lang="en-US" altLang="ja-JP" sz="1600" b="0" i="0" u="none" strike="noStrike" kern="1200" baseline="0">
                          <a:solidFill>
                            <a:schemeClr val="dk1"/>
                          </a:solidFill>
                          <a:latin typeface="+mn-lt"/>
                          <a:ea typeface="+mn-ea"/>
                          <a:cs typeface="+mn-cs"/>
                        </a:rPr>
                        <a:t>AEs leading to dose interruption/delay </a:t>
                      </a:r>
                    </a:p>
                    <a:p>
                      <a:pPr marL="285750" indent="-285750">
                        <a:buFont typeface="Arial" panose="020B0604020202020204" pitchFamily="34" charset="0"/>
                        <a:buChar char="•"/>
                      </a:pPr>
                      <a:r>
                        <a:rPr kumimoji="1" lang="en-US" altLang="ja-JP" sz="1600" b="0" i="0" u="none" strike="noStrike" kern="1200" baseline="0">
                          <a:solidFill>
                            <a:schemeClr val="dk1"/>
                          </a:solidFill>
                          <a:latin typeface="+mn-lt"/>
                          <a:ea typeface="+mn-ea"/>
                          <a:cs typeface="+mn-cs"/>
                        </a:rPr>
                        <a:t>AEs leading to dose reduction </a:t>
                      </a:r>
                    </a:p>
                  </a:txBody>
                  <a:tcPr/>
                </a:tc>
                <a:extLst>
                  <a:ext uri="{0D108BD9-81ED-4DB2-BD59-A6C34878D82A}">
                    <a16:rowId xmlns:a16="http://schemas.microsoft.com/office/drawing/2014/main" val="2996287991"/>
                  </a:ext>
                </a:extLst>
              </a:tr>
              <a:tr h="370840">
                <a:tc>
                  <a:txBody>
                    <a:bodyPr/>
                    <a:lstStyle/>
                    <a:p>
                      <a:r>
                        <a:rPr kumimoji="1" lang="en-US" altLang="ja-JP" sz="1600"/>
                        <a:t>2</a:t>
                      </a:r>
                      <a:endParaRPr kumimoji="1" lang="ja-JP" altLang="en-US" sz="1600"/>
                    </a:p>
                  </a:txBody>
                  <a:tcPr/>
                </a:tc>
                <a:tc>
                  <a:txBody>
                    <a:bodyPr/>
                    <a:lstStyle/>
                    <a:p>
                      <a:r>
                        <a:rPr kumimoji="1" lang="en-US" altLang="ja-JP" sz="1600"/>
                        <a:t>All studies</a:t>
                      </a:r>
                      <a:endParaRPr kumimoji="1" lang="ja-JP" altLang="en-US" sz="1600"/>
                    </a:p>
                  </a:txBody>
                  <a:tcPr/>
                </a:tc>
                <a:tc>
                  <a:txBody>
                    <a:bodyPr/>
                    <a:lstStyle/>
                    <a:p>
                      <a:r>
                        <a:rPr kumimoji="1" lang="en-US" altLang="ja-JP" sz="1600" b="1"/>
                        <a:t>Summary of AEs and drug-related AEs</a:t>
                      </a:r>
                    </a:p>
                    <a:p>
                      <a:pPr marL="285750" indent="-285750">
                        <a:buFont typeface="Arial" panose="020B0604020202020204" pitchFamily="34" charset="0"/>
                        <a:buChar char="•"/>
                      </a:pPr>
                      <a:r>
                        <a:rPr kumimoji="1" lang="en-US" altLang="ja-JP" sz="1600"/>
                        <a:t>The summaries for AEs and drug-related AEs need to be displayed on the one table.</a:t>
                      </a:r>
                    </a:p>
                    <a:p>
                      <a:pPr marL="285750" indent="-285750">
                        <a:buFont typeface="Arial" panose="020B0604020202020204" pitchFamily="34" charset="0"/>
                        <a:buChar char="•"/>
                      </a:pPr>
                      <a:r>
                        <a:rPr kumimoji="1" lang="en-US" altLang="ja-JP" sz="1600"/>
                        <a:t>The displays for following AEs are needed: Fatal AE, SAE, AE leading to treatment discontinuation of any treatment, AE leading to dose</a:t>
                      </a:r>
                    </a:p>
                    <a:p>
                      <a:pPr marL="285750" indent="-285750">
                        <a:buFont typeface="Arial" panose="020B0604020202020204" pitchFamily="34" charset="0"/>
                        <a:buChar char="•"/>
                      </a:pPr>
                      <a:r>
                        <a:rPr kumimoji="1" lang="en-US" altLang="ja-JP" sz="1600"/>
                        <a:t>interruption/delay of any treatment, AE leading to dose reduction of any treatment</a:t>
                      </a:r>
                      <a:endParaRPr kumimoji="1" lang="ja-JP" altLang="en-US" sz="1600"/>
                    </a:p>
                  </a:txBody>
                  <a:tcPr/>
                </a:tc>
                <a:extLst>
                  <a:ext uri="{0D108BD9-81ED-4DB2-BD59-A6C34878D82A}">
                    <a16:rowId xmlns:a16="http://schemas.microsoft.com/office/drawing/2014/main" val="1484647198"/>
                  </a:ext>
                </a:extLst>
              </a:tr>
              <a:tr h="370840">
                <a:tc>
                  <a:txBody>
                    <a:bodyPr/>
                    <a:lstStyle/>
                    <a:p>
                      <a:r>
                        <a:rPr kumimoji="1" lang="en-US" altLang="ja-JP" sz="1600"/>
                        <a:t>3</a:t>
                      </a:r>
                      <a:endParaRPr kumimoji="1" lang="ja-JP" altLang="en-US" sz="1600"/>
                    </a:p>
                  </a:txBody>
                  <a:tcPr/>
                </a:tc>
                <a:tc>
                  <a:txBody>
                    <a:bodyPr/>
                    <a:lstStyle/>
                    <a:p>
                      <a:r>
                        <a:rPr kumimoji="1" lang="en-US" altLang="ja-JP" sz="1600"/>
                        <a:t>Studies including JPN</a:t>
                      </a:r>
                      <a:endParaRPr kumimoji="1" lang="ja-JP" altLang="en-US" sz="1600"/>
                    </a:p>
                  </a:txBody>
                  <a:tcPr/>
                </a:tc>
                <a:tc>
                  <a:txBody>
                    <a:bodyPr/>
                    <a:lstStyle/>
                    <a:p>
                      <a:r>
                        <a:rPr kumimoji="1" lang="en-US" altLang="ja-JP" sz="1600" b="1" dirty="0"/>
                        <a:t>Summary of AE overview for Japanese and non-Japanese</a:t>
                      </a:r>
                    </a:p>
                    <a:p>
                      <a:pPr marL="285750" indent="-285750">
                        <a:buFont typeface="Arial" panose="020B0604020202020204" pitchFamily="34" charset="0"/>
                        <a:buChar char="•"/>
                      </a:pPr>
                      <a:r>
                        <a:rPr kumimoji="1" lang="en-US" altLang="ja-JP" sz="1600" dirty="0"/>
                        <a:t>AE overview for Japanese and non-Japanese needs to be displayed on the one table.</a:t>
                      </a:r>
                      <a:endParaRPr kumimoji="1" lang="ja-JP" altLang="en-US" sz="1600" dirty="0"/>
                    </a:p>
                  </a:txBody>
                  <a:tcPr/>
                </a:tc>
                <a:extLst>
                  <a:ext uri="{0D108BD9-81ED-4DB2-BD59-A6C34878D82A}">
                    <a16:rowId xmlns:a16="http://schemas.microsoft.com/office/drawing/2014/main" val="3295129660"/>
                  </a:ext>
                </a:extLst>
              </a:tr>
              <a:tr h="370840">
                <a:tc>
                  <a:txBody>
                    <a:bodyPr/>
                    <a:lstStyle/>
                    <a:p>
                      <a:r>
                        <a:rPr kumimoji="1" lang="en-US" altLang="ja-JP" sz="1600"/>
                        <a:t>4</a:t>
                      </a:r>
                      <a:endParaRPr kumimoji="1" lang="ja-JP" altLang="en-US" sz="1600"/>
                    </a:p>
                  </a:txBody>
                  <a:tcPr/>
                </a:tc>
                <a:tc>
                  <a:txBody>
                    <a:bodyPr/>
                    <a:lstStyle/>
                    <a:p>
                      <a:r>
                        <a:rPr kumimoji="1" lang="en-US" altLang="ja-JP" sz="1600"/>
                        <a:t>Pivotal studies</a:t>
                      </a:r>
                      <a:endParaRPr kumimoji="1" lang="ja-JP" altLang="en-US" sz="1600"/>
                    </a:p>
                  </a:txBody>
                  <a:tcPr/>
                </a:tc>
                <a:tc>
                  <a:txBody>
                    <a:bodyPr/>
                    <a:lstStyle/>
                    <a:p>
                      <a:r>
                        <a:rPr kumimoji="1" lang="en-US" altLang="ja-JP" sz="1600" b="1" i="0" u="none" strike="noStrike" kern="1200" baseline="0" dirty="0">
                          <a:solidFill>
                            <a:schemeClr val="dk1"/>
                          </a:solidFill>
                          <a:latin typeface="+mn-lt"/>
                          <a:ea typeface="+mn-ea"/>
                          <a:cs typeface="+mn-cs"/>
                        </a:rPr>
                        <a:t>Summary of important AEs by time windows </a:t>
                      </a:r>
                    </a:p>
                    <a:p>
                      <a:pPr marL="285750" indent="-285750">
                        <a:buFont typeface="Arial" panose="020B0604020202020204" pitchFamily="34" charset="0"/>
                        <a:buChar char="•"/>
                      </a:pPr>
                      <a:r>
                        <a:rPr kumimoji="1" lang="en-US" altLang="ja-JP" sz="1600" b="0" i="0" u="none" strike="noStrike" kern="1200" baseline="0" dirty="0">
                          <a:solidFill>
                            <a:schemeClr val="dk1"/>
                          </a:solidFill>
                          <a:latin typeface="+mn-lt"/>
                          <a:ea typeface="+mn-ea"/>
                          <a:cs typeface="+mn-cs"/>
                        </a:rPr>
                        <a:t>The number and percentage of patients with each important AE needs to be summarized by time windows from study start.</a:t>
                      </a:r>
                    </a:p>
                  </a:txBody>
                  <a:tcPr/>
                </a:tc>
                <a:extLst>
                  <a:ext uri="{0D108BD9-81ED-4DB2-BD59-A6C34878D82A}">
                    <a16:rowId xmlns:a16="http://schemas.microsoft.com/office/drawing/2014/main" val="3964381352"/>
                  </a:ext>
                </a:extLst>
              </a:tr>
              <a:tr h="370840">
                <a:tc>
                  <a:txBody>
                    <a:bodyPr/>
                    <a:lstStyle/>
                    <a:p>
                      <a:r>
                        <a:rPr kumimoji="1" lang="en-US" altLang="ja-JP" sz="1600"/>
                        <a:t>…</a:t>
                      </a:r>
                      <a:endParaRPr kumimoji="1" lang="ja-JP" altLang="en-US" sz="1600"/>
                    </a:p>
                  </a:txBody>
                  <a:tcPr/>
                </a:tc>
                <a:tc>
                  <a:txBody>
                    <a:bodyPr/>
                    <a:lstStyle/>
                    <a:p>
                      <a:r>
                        <a:rPr kumimoji="1" lang="en-US" altLang="ja-JP" sz="1600"/>
                        <a:t>…</a:t>
                      </a:r>
                      <a:endParaRPr kumimoji="1" lang="ja-JP" altLang="en-US" sz="1600"/>
                    </a:p>
                  </a:txBody>
                  <a:tcPr/>
                </a:tc>
                <a:tc>
                  <a:txBody>
                    <a:bodyPr/>
                    <a:lstStyle/>
                    <a:p>
                      <a:r>
                        <a:rPr kumimoji="1" lang="en-US" altLang="ja-JP" sz="1600" dirty="0"/>
                        <a:t>…</a:t>
                      </a:r>
                      <a:endParaRPr kumimoji="1" lang="ja-JP" altLang="en-US" sz="1600" dirty="0"/>
                    </a:p>
                  </a:txBody>
                  <a:tcPr/>
                </a:tc>
                <a:extLst>
                  <a:ext uri="{0D108BD9-81ED-4DB2-BD59-A6C34878D82A}">
                    <a16:rowId xmlns:a16="http://schemas.microsoft.com/office/drawing/2014/main" val="1746029066"/>
                  </a:ext>
                </a:extLst>
              </a:tr>
            </a:tbl>
          </a:graphicData>
        </a:graphic>
      </p:graphicFrame>
    </p:spTree>
    <p:extLst>
      <p:ext uri="{BB962C8B-B14F-4D97-AF65-F5344CB8AC3E}">
        <p14:creationId xmlns:p14="http://schemas.microsoft.com/office/powerpoint/2010/main" val="114612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F608C69-C7F0-60E2-B7F3-678415B2DA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9A773C-A37A-F8B0-DCD5-BDCA3AD12C7D}"/>
              </a:ext>
            </a:extLst>
          </p:cNvPr>
          <p:cNvSpPr>
            <a:spLocks noGrp="1"/>
          </p:cNvSpPr>
          <p:nvPr>
            <p:ph type="title"/>
          </p:nvPr>
        </p:nvSpPr>
        <p:spPr/>
        <p:txBody>
          <a:bodyPr/>
          <a:lstStyle/>
          <a:p>
            <a:r>
              <a:rPr kumimoji="1" lang="en-US" altLang="ja-JP"/>
              <a:t>Structure of ARDs for PMDA queries</a:t>
            </a:r>
            <a:endParaRPr kumimoji="1" lang="ja-JP" altLang="en-US"/>
          </a:p>
        </p:txBody>
      </p:sp>
      <p:sp>
        <p:nvSpPr>
          <p:cNvPr id="4" name="Footer Placeholder 3">
            <a:extLst>
              <a:ext uri="{FF2B5EF4-FFF2-40B4-BE49-F238E27FC236}">
                <a16:creationId xmlns:a16="http://schemas.microsoft.com/office/drawing/2014/main" id="{7934C93E-502C-39F2-DF83-307763F51524}"/>
              </a:ext>
            </a:extLst>
          </p:cNvPr>
          <p:cNvSpPr>
            <a:spLocks noGrp="1"/>
          </p:cNvSpPr>
          <p:nvPr>
            <p:ph type="ftr" sz="quarter" idx="11"/>
          </p:nvPr>
        </p:nvSpPr>
        <p:spPr/>
        <p:txBody>
          <a:bodyPr/>
          <a:lstStyle/>
          <a:p>
            <a:r>
              <a:rPr lang="en-US" noProof="0"/>
              <a:t>Insert menu &gt; Header &amp; Footer button</a:t>
            </a:r>
          </a:p>
        </p:txBody>
      </p:sp>
      <p:pic>
        <p:nvPicPr>
          <p:cNvPr id="5" name="Picture 4">
            <a:extLst>
              <a:ext uri="{FF2B5EF4-FFF2-40B4-BE49-F238E27FC236}">
                <a16:creationId xmlns:a16="http://schemas.microsoft.com/office/drawing/2014/main" id="{FCAA3837-8372-C330-8EE3-621E5A6A11FE}"/>
              </a:ext>
            </a:extLst>
          </p:cNvPr>
          <p:cNvPicPr>
            <a:picLocks noChangeAspect="1"/>
          </p:cNvPicPr>
          <p:nvPr/>
        </p:nvPicPr>
        <p:blipFill>
          <a:blip r:embed="rId3"/>
          <a:stretch>
            <a:fillRect/>
          </a:stretch>
        </p:blipFill>
        <p:spPr>
          <a:xfrm>
            <a:off x="70519" y="1677382"/>
            <a:ext cx="4957195" cy="3544364"/>
          </a:xfrm>
          <a:prstGeom prst="rect">
            <a:avLst/>
          </a:prstGeom>
        </p:spPr>
      </p:pic>
      <p:pic>
        <p:nvPicPr>
          <p:cNvPr id="7" name="Picture 6">
            <a:extLst>
              <a:ext uri="{FF2B5EF4-FFF2-40B4-BE49-F238E27FC236}">
                <a16:creationId xmlns:a16="http://schemas.microsoft.com/office/drawing/2014/main" id="{C68A5F25-9A23-292D-9F72-8F98CBA748B0}"/>
              </a:ext>
            </a:extLst>
          </p:cNvPr>
          <p:cNvPicPr>
            <a:picLocks noChangeAspect="1"/>
          </p:cNvPicPr>
          <p:nvPr/>
        </p:nvPicPr>
        <p:blipFill>
          <a:blip r:embed="rId4"/>
          <a:stretch>
            <a:fillRect/>
          </a:stretch>
        </p:blipFill>
        <p:spPr>
          <a:xfrm>
            <a:off x="6096000" y="3706095"/>
            <a:ext cx="5922149" cy="2689250"/>
          </a:xfrm>
          <a:prstGeom prst="rect">
            <a:avLst/>
          </a:prstGeom>
        </p:spPr>
      </p:pic>
      <p:pic>
        <p:nvPicPr>
          <p:cNvPr id="11" name="Picture 10">
            <a:extLst>
              <a:ext uri="{FF2B5EF4-FFF2-40B4-BE49-F238E27FC236}">
                <a16:creationId xmlns:a16="http://schemas.microsoft.com/office/drawing/2014/main" id="{D1714A03-C4BB-6DC8-5652-1BC37CA3DF14}"/>
              </a:ext>
            </a:extLst>
          </p:cNvPr>
          <p:cNvPicPr>
            <a:picLocks noChangeAspect="1"/>
          </p:cNvPicPr>
          <p:nvPr/>
        </p:nvPicPr>
        <p:blipFill>
          <a:blip r:embed="rId5"/>
          <a:stretch>
            <a:fillRect/>
          </a:stretch>
        </p:blipFill>
        <p:spPr>
          <a:xfrm>
            <a:off x="5177973" y="2717859"/>
            <a:ext cx="1621616" cy="1687358"/>
          </a:xfrm>
          <a:prstGeom prst="rect">
            <a:avLst/>
          </a:prstGeom>
        </p:spPr>
      </p:pic>
      <p:sp>
        <p:nvSpPr>
          <p:cNvPr id="12" name="Rectangle: Rounded Corners 11">
            <a:extLst>
              <a:ext uri="{FF2B5EF4-FFF2-40B4-BE49-F238E27FC236}">
                <a16:creationId xmlns:a16="http://schemas.microsoft.com/office/drawing/2014/main" id="{2FE5B699-9BBF-CA8B-62E0-AD712D5A7638}"/>
              </a:ext>
            </a:extLst>
          </p:cNvPr>
          <p:cNvSpPr/>
          <p:nvPr/>
        </p:nvSpPr>
        <p:spPr>
          <a:xfrm>
            <a:off x="1607950" y="1851889"/>
            <a:ext cx="1362592" cy="1896692"/>
          </a:xfrm>
          <a:prstGeom prst="roundRect">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13" name="Rectangle: Rounded Corners 12">
            <a:extLst>
              <a:ext uri="{FF2B5EF4-FFF2-40B4-BE49-F238E27FC236}">
                <a16:creationId xmlns:a16="http://schemas.microsoft.com/office/drawing/2014/main" id="{4FFB1E33-E3F7-5C0E-4558-C0BF965C0255}"/>
              </a:ext>
            </a:extLst>
          </p:cNvPr>
          <p:cNvSpPr/>
          <p:nvPr/>
        </p:nvSpPr>
        <p:spPr>
          <a:xfrm>
            <a:off x="1607950" y="3748581"/>
            <a:ext cx="1362592" cy="1541056"/>
          </a:xfrm>
          <a:prstGeom prst="roundRect">
            <a:avLst/>
          </a:prstGeom>
          <a:noFill/>
          <a:ln w="28575">
            <a:solidFill>
              <a:srgbClr val="92D05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14" name="Rectangle: Rounded Corners 13">
            <a:extLst>
              <a:ext uri="{FF2B5EF4-FFF2-40B4-BE49-F238E27FC236}">
                <a16:creationId xmlns:a16="http://schemas.microsoft.com/office/drawing/2014/main" id="{D2F20349-8F20-49D5-34DA-0192CF09CAC3}"/>
              </a:ext>
            </a:extLst>
          </p:cNvPr>
          <p:cNvSpPr/>
          <p:nvPr/>
        </p:nvSpPr>
        <p:spPr>
          <a:xfrm>
            <a:off x="6085699" y="4717473"/>
            <a:ext cx="1420611" cy="219677"/>
          </a:xfrm>
          <a:prstGeom prst="roundRect">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15" name="Rectangle: Rounded Corners 14">
            <a:extLst>
              <a:ext uri="{FF2B5EF4-FFF2-40B4-BE49-F238E27FC236}">
                <a16:creationId xmlns:a16="http://schemas.microsoft.com/office/drawing/2014/main" id="{67E67C12-55E3-C587-6BDB-0107F52C9E7F}"/>
              </a:ext>
            </a:extLst>
          </p:cNvPr>
          <p:cNvSpPr/>
          <p:nvPr/>
        </p:nvSpPr>
        <p:spPr>
          <a:xfrm>
            <a:off x="6082565" y="4957932"/>
            <a:ext cx="1420612" cy="263814"/>
          </a:xfrm>
          <a:prstGeom prst="roundRect">
            <a:avLst/>
          </a:prstGeom>
          <a:noFill/>
          <a:ln w="28575">
            <a:solidFill>
              <a:srgbClr val="92D05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16" name="Rectangle: Rounded Corners 15">
            <a:extLst>
              <a:ext uri="{FF2B5EF4-FFF2-40B4-BE49-F238E27FC236}">
                <a16:creationId xmlns:a16="http://schemas.microsoft.com/office/drawing/2014/main" id="{5AE09132-FFC1-3D2B-7159-B08B3E41585C}"/>
              </a:ext>
            </a:extLst>
          </p:cNvPr>
          <p:cNvSpPr/>
          <p:nvPr/>
        </p:nvSpPr>
        <p:spPr>
          <a:xfrm>
            <a:off x="354974" y="1831107"/>
            <a:ext cx="768928" cy="3437747"/>
          </a:xfrm>
          <a:prstGeom prst="roundRect">
            <a:avLst/>
          </a:prstGeom>
          <a:noFill/>
          <a:ln w="28575">
            <a:solidFill>
              <a:srgbClr val="00B0F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17" name="Rectangle: Rounded Corners 16">
            <a:extLst>
              <a:ext uri="{FF2B5EF4-FFF2-40B4-BE49-F238E27FC236}">
                <a16:creationId xmlns:a16="http://schemas.microsoft.com/office/drawing/2014/main" id="{030C75FC-E87A-BC97-39E7-F9008B60BD7B}"/>
              </a:ext>
            </a:extLst>
          </p:cNvPr>
          <p:cNvSpPr/>
          <p:nvPr/>
        </p:nvSpPr>
        <p:spPr>
          <a:xfrm>
            <a:off x="7503177" y="4233982"/>
            <a:ext cx="4514972" cy="182995"/>
          </a:xfrm>
          <a:prstGeom prst="roundRect">
            <a:avLst/>
          </a:prstGeom>
          <a:noFill/>
          <a:ln w="28575">
            <a:solidFill>
              <a:srgbClr val="00B0F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18" name="Rectangle: Rounded Corners 17">
            <a:extLst>
              <a:ext uri="{FF2B5EF4-FFF2-40B4-BE49-F238E27FC236}">
                <a16:creationId xmlns:a16="http://schemas.microsoft.com/office/drawing/2014/main" id="{E091B2F3-A380-B1F9-28A8-90A0AB76B8A1}"/>
              </a:ext>
            </a:extLst>
          </p:cNvPr>
          <p:cNvSpPr/>
          <p:nvPr/>
        </p:nvSpPr>
        <p:spPr>
          <a:xfrm>
            <a:off x="1144594" y="1817944"/>
            <a:ext cx="405336" cy="3437747"/>
          </a:xfrm>
          <a:prstGeom prst="roundRect">
            <a:avLst/>
          </a:prstGeom>
          <a:noFill/>
          <a:ln w="28575">
            <a:solidFill>
              <a:srgbClr val="FFFF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19" name="Rectangle: Rounded Corners 18">
            <a:extLst>
              <a:ext uri="{FF2B5EF4-FFF2-40B4-BE49-F238E27FC236}">
                <a16:creationId xmlns:a16="http://schemas.microsoft.com/office/drawing/2014/main" id="{F549E066-F0BE-70FB-57CC-13663D2E0B2F}"/>
              </a:ext>
            </a:extLst>
          </p:cNvPr>
          <p:cNvSpPr/>
          <p:nvPr/>
        </p:nvSpPr>
        <p:spPr>
          <a:xfrm>
            <a:off x="7503176" y="4453659"/>
            <a:ext cx="4514971" cy="209515"/>
          </a:xfrm>
          <a:prstGeom prst="roundRect">
            <a:avLst/>
          </a:prstGeom>
          <a:noFill/>
          <a:ln w="28575">
            <a:solidFill>
              <a:srgbClr val="FFFF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20" name="Rectangle: Rounded Corners 19">
            <a:extLst>
              <a:ext uri="{FF2B5EF4-FFF2-40B4-BE49-F238E27FC236}">
                <a16:creationId xmlns:a16="http://schemas.microsoft.com/office/drawing/2014/main" id="{99EE0C59-28F5-7A78-A73F-5069542E16FC}"/>
              </a:ext>
            </a:extLst>
          </p:cNvPr>
          <p:cNvSpPr/>
          <p:nvPr/>
        </p:nvSpPr>
        <p:spPr>
          <a:xfrm>
            <a:off x="3931916" y="1817944"/>
            <a:ext cx="405336" cy="1896692"/>
          </a:xfrm>
          <a:prstGeom prst="roundRect">
            <a:avLst/>
          </a:prstGeom>
          <a:solidFill>
            <a:srgbClr val="FFA3A5">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Rectangle: Rounded Corners 20">
            <a:extLst>
              <a:ext uri="{FF2B5EF4-FFF2-40B4-BE49-F238E27FC236}">
                <a16:creationId xmlns:a16="http://schemas.microsoft.com/office/drawing/2014/main" id="{40D427C6-16E8-C043-675C-84741F2CA556}"/>
              </a:ext>
            </a:extLst>
          </p:cNvPr>
          <p:cNvSpPr/>
          <p:nvPr/>
        </p:nvSpPr>
        <p:spPr>
          <a:xfrm>
            <a:off x="7513478" y="4699856"/>
            <a:ext cx="4504669" cy="258076"/>
          </a:xfrm>
          <a:prstGeom prst="roundRect">
            <a:avLst/>
          </a:prstGeom>
          <a:solidFill>
            <a:srgbClr val="FFA3A5">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Arrow: Bent-Up 21">
            <a:extLst>
              <a:ext uri="{FF2B5EF4-FFF2-40B4-BE49-F238E27FC236}">
                <a16:creationId xmlns:a16="http://schemas.microsoft.com/office/drawing/2014/main" id="{639A0A00-50FE-0DDF-292C-1C259374F619}"/>
              </a:ext>
            </a:extLst>
          </p:cNvPr>
          <p:cNvSpPr/>
          <p:nvPr/>
        </p:nvSpPr>
        <p:spPr>
          <a:xfrm rot="5400000">
            <a:off x="4266288" y="5099777"/>
            <a:ext cx="969522" cy="1621615"/>
          </a:xfrm>
          <a:prstGeom prst="bentUpArrow">
            <a:avLst>
              <a:gd name="adj1" fmla="val 25000"/>
              <a:gd name="adj2" fmla="val 26047"/>
              <a:gd name="adj3" fmla="val 25000"/>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23" name="Content Placeholder 2">
            <a:extLst>
              <a:ext uri="{FF2B5EF4-FFF2-40B4-BE49-F238E27FC236}">
                <a16:creationId xmlns:a16="http://schemas.microsoft.com/office/drawing/2014/main" id="{D18F5CD0-0F98-946A-1B2B-6F20AFCC5E73}"/>
              </a:ext>
            </a:extLst>
          </p:cNvPr>
          <p:cNvSpPr>
            <a:spLocks noGrp="1"/>
          </p:cNvSpPr>
          <p:nvPr>
            <p:ph idx="1"/>
          </p:nvPr>
        </p:nvSpPr>
        <p:spPr>
          <a:xfrm>
            <a:off x="531704" y="1039419"/>
            <a:ext cx="9721416" cy="4140000"/>
          </a:xfrm>
        </p:spPr>
        <p:txBody>
          <a:bodyPr/>
          <a:lstStyle/>
          <a:p>
            <a:r>
              <a:rPr lang="en-US" altLang="ja-JP"/>
              <a:t>Sample ARD for “summary of AE overview”</a:t>
            </a:r>
            <a:endParaRPr kumimoji="1" lang="en-US" altLang="ja-JP"/>
          </a:p>
        </p:txBody>
      </p:sp>
      <p:pic>
        <p:nvPicPr>
          <p:cNvPr id="9" name="Picture 4" descr="tfrmt logo">
            <a:extLst>
              <a:ext uri="{FF2B5EF4-FFF2-40B4-BE49-F238E27FC236}">
                <a16:creationId xmlns:a16="http://schemas.microsoft.com/office/drawing/2014/main" id="{CA8FB182-D373-B909-7704-DE38F078129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89592" y="1290455"/>
            <a:ext cx="1520962" cy="1648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2668094"/>
      </p:ext>
    </p:extLst>
  </p:cSld>
  <p:clrMapOvr>
    <a:masterClrMapping/>
  </p:clrMapOvr>
</p:sld>
</file>

<file path=ppt/theme/theme1.xml><?xml version="1.0" encoding="utf-8"?>
<a:theme xmlns:a="http://schemas.openxmlformats.org/drawingml/2006/main" name="theme_2024">
  <a:themeElements>
    <a:clrScheme name="Novartis RM">
      <a:dk1>
        <a:srgbClr val="000000"/>
      </a:dk1>
      <a:lt1>
        <a:srgbClr val="FFFFFF"/>
      </a:lt1>
      <a:dk2>
        <a:srgbClr val="002068"/>
      </a:dk2>
      <a:lt2>
        <a:srgbClr val="FFFFFF"/>
      </a:lt2>
      <a:accent1>
        <a:srgbClr val="002068"/>
      </a:accent1>
      <a:accent2>
        <a:srgbClr val="FF585D"/>
      </a:accent2>
      <a:accent3>
        <a:srgbClr val="FFC100"/>
      </a:accent3>
      <a:accent4>
        <a:srgbClr val="A7A8AA"/>
      </a:accent4>
      <a:accent5>
        <a:srgbClr val="D0D0D0"/>
      </a:accent5>
      <a:accent6>
        <a:srgbClr val="0460A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12700">
          <a:solidFill>
            <a:srgbClr val="0460A9"/>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rmAutofit/>
      </a:bodyPr>
      <a:lstStyle>
        <a:defPPr algn="l">
          <a:lnSpc>
            <a:spcPct val="95000"/>
          </a:lnSpc>
          <a:defRPr sz="1000" b="1" dirty="0"/>
        </a:defPPr>
      </a:lstStyle>
    </a:txDef>
  </a:objectDefaults>
  <a:extraClrSchemeLst/>
  <a:extLst>
    <a:ext uri="{05A4C25C-085E-4340-85A3-A5531E510DB2}">
      <thm15:themeFamily xmlns:thm15="http://schemas.microsoft.com/office/thememl/2012/main" name="theme_2024" id="{58333689-20BD-495D-AD6D-3C3369F0172F}" vid="{63EF54B5-7250-4C51-9F63-38B3FF12A4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0ba1c913-3834-46f4-a0c5-fd96f14654cd">
      <Terms xmlns="http://schemas.microsoft.com/office/infopath/2007/PartnerControls"/>
    </lcf76f155ced4ddcb4097134ff3c332f>
    <TaxCatchAll xmlns="c9ac3ab4-a7cc-4b3a-aeed-dd55a233ac4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6DBF427431D4B1448BE8CF98B93B7DD2" ma:contentTypeVersion="18" ma:contentTypeDescription="新しいドキュメントを作成します。" ma:contentTypeScope="" ma:versionID="7e411dd88952b3e88ee9a1886b830c0a">
  <xsd:schema xmlns:xsd="http://www.w3.org/2001/XMLSchema" xmlns:xs="http://www.w3.org/2001/XMLSchema" xmlns:p="http://schemas.microsoft.com/office/2006/metadata/properties" xmlns:ns2="0ba1c913-3834-46f4-a0c5-fd96f14654cd" xmlns:ns3="ea1b8532-76a1-4465-838b-77a68046580b" xmlns:ns4="c9ac3ab4-a7cc-4b3a-aeed-dd55a233ac4b" targetNamespace="http://schemas.microsoft.com/office/2006/metadata/properties" ma:root="true" ma:fieldsID="9b2ffe5075fefe4ca8a85251e908ba36" ns2:_="" ns3:_="" ns4:_="">
    <xsd:import namespace="0ba1c913-3834-46f4-a0c5-fd96f14654cd"/>
    <xsd:import namespace="ea1b8532-76a1-4465-838b-77a68046580b"/>
    <xsd:import namespace="c9ac3ab4-a7cc-4b3a-aeed-dd55a233ac4b"/>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ServiceAutoKeyPoints" minOccurs="0"/>
                <xsd:element ref="ns2:MediaServiceKeyPoints" minOccurs="0"/>
                <xsd:element ref="ns3:SharedWithUsers" minOccurs="0"/>
                <xsd:element ref="ns3:SharedWithDetails" minOccurs="0"/>
                <xsd:element ref="ns2:MediaServiceObjectDetectorVersions" minOccurs="0"/>
                <xsd:element ref="ns2:lcf76f155ced4ddcb4097134ff3c332f" minOccurs="0"/>
                <xsd:element ref="ns4:TaxCatchAll"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ba1c913-3834-46f4-a0c5-fd96f14654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lcf76f155ced4ddcb4097134ff3c332f" ma:index="22" nillable="true" ma:taxonomy="true" ma:internalName="lcf76f155ced4ddcb4097134ff3c332f" ma:taxonomyFieldName="MediaServiceImageTags" ma:displayName="画像タグ" ma:readOnly="false" ma:fieldId="{5cf76f15-5ced-4ddc-b409-7134ff3c332f}" ma:taxonomyMulti="true" ma:sspId="737bc47b-3997-4ccb-824d-08e9c3bde3a4"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LengthInSeconds" ma:index="25"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a1b8532-76a1-4465-838b-77a68046580b" elementFormDefault="qualified">
    <xsd:import namespace="http://schemas.microsoft.com/office/2006/documentManagement/types"/>
    <xsd:import namespace="http://schemas.microsoft.com/office/infopath/2007/PartnerControls"/>
    <xsd:element name="SharedWithUsers" ma:index="18"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共有相手の詳細情報"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9ac3ab4-a7cc-4b3a-aeed-dd55a233ac4b"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44f690fa-f7d0-4d03-8954-c78cdcdcc3fb}" ma:internalName="TaxCatchAll" ma:showField="CatchAllData" ma:web="ea1b8532-76a1-4465-838b-77a68046580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1188CA7-0472-47C4-85A3-1E0E095052CF}">
  <ds:schemaRefs>
    <ds:schemaRef ds:uri="http://www.w3.org/XML/1998/namespace"/>
    <ds:schemaRef ds:uri="http://purl.org/dc/elements/1.1/"/>
    <ds:schemaRef ds:uri="http://purl.org/dc/terms/"/>
    <ds:schemaRef ds:uri="http://schemas.microsoft.com/office/2006/documentManagement/types"/>
    <ds:schemaRef ds:uri="http://schemas.microsoft.com/office/infopath/2007/PartnerControls"/>
    <ds:schemaRef ds:uri="http://schemas.openxmlformats.org/package/2006/metadata/core-properties"/>
    <ds:schemaRef ds:uri="c9ac3ab4-a7cc-4b3a-aeed-dd55a233ac4b"/>
    <ds:schemaRef ds:uri="ea1b8532-76a1-4465-838b-77a68046580b"/>
    <ds:schemaRef ds:uri="0ba1c913-3834-46f4-a0c5-fd96f14654cd"/>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783934D6-F2B8-47B6-9D7B-821C97B08206}">
  <ds:schemaRefs>
    <ds:schemaRef ds:uri="http://schemas.microsoft.com/sharepoint/v3/contenttype/forms"/>
  </ds:schemaRefs>
</ds:datastoreItem>
</file>

<file path=customXml/itemProps3.xml><?xml version="1.0" encoding="utf-8"?>
<ds:datastoreItem xmlns:ds="http://schemas.openxmlformats.org/officeDocument/2006/customXml" ds:itemID="{06F19139-E932-45D9-A455-C41D06B86380}"/>
</file>

<file path=docMetadata/LabelInfo.xml><?xml version="1.0" encoding="utf-8"?>
<clbl:labelList xmlns:clbl="http://schemas.microsoft.com/office/2020/mipLabelMetadata">
  <clbl:label id="{3c9bec58-8084-492e-8360-0e1cfe36408c}" enabled="1" method="Standard" siteId="{f35a6974-607f-47d4-82d7-ff31d7dc53a5}" removed="0"/>
  <clbl:label id="{bea66b2b-af80-48b6-873b-d341d3035cfa}" enabled="1" method="Standard" siteId="{63982aff-fb6c-4c22-973b-70e4acfb63e6}" removed="0"/>
</clbl:labelList>
</file>

<file path=docProps/app.xml><?xml version="1.0" encoding="utf-8"?>
<Properties xmlns="http://schemas.openxmlformats.org/officeDocument/2006/extended-properties" xmlns:vt="http://schemas.openxmlformats.org/officeDocument/2006/docPropsVTypes">
  <Template>theme_2024</Template>
  <TotalTime>5007</TotalTime>
  <Words>5814</Words>
  <Application>Microsoft Office PowerPoint</Application>
  <PresentationFormat>Widescreen</PresentationFormat>
  <Paragraphs>553</Paragraphs>
  <Slides>38</Slides>
  <Notes>32</Notes>
  <HiddenSlides>2</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38</vt:i4>
      </vt:variant>
    </vt:vector>
  </HeadingPairs>
  <TitlesOfParts>
    <vt:vector size="47" baseType="lpstr">
      <vt:lpstr>ＭＳ Ｐゴシック</vt:lpstr>
      <vt:lpstr>Ping LCG Medium</vt:lpstr>
      <vt:lpstr>游ゴシック</vt:lpstr>
      <vt:lpstr>Arial</vt:lpstr>
      <vt:lpstr>Calibri</vt:lpstr>
      <vt:lpstr>Consolas</vt:lpstr>
      <vt:lpstr>Lucida Console</vt:lpstr>
      <vt:lpstr>Wingdings</vt:lpstr>
      <vt:lpstr>theme_2024</vt:lpstr>
      <vt:lpstr>Package development for PMDA Oncology inquiries </vt:lpstr>
      <vt:lpstr>本日の発表のゴール</vt:lpstr>
      <vt:lpstr>Introduction of {anaume}</vt:lpstr>
      <vt:lpstr>Challenges regarding to AE analysis of PMDA queries in oncology</vt:lpstr>
      <vt:lpstr>Package to solve this challenge: {anaume}</vt:lpstr>
      <vt:lpstr>Analysis Results Data (ARD) is structured dataset that represents the outputs of statistical analyses.</vt:lpstr>
      <vt:lpstr>Strong points of using ARD</vt:lpstr>
      <vt:lpstr>Working flow from data to reports using ARD</vt:lpstr>
      <vt:lpstr>PowerPoint Presentation</vt:lpstr>
      <vt:lpstr>PowerPoint Presentation</vt:lpstr>
      <vt:lpstr>Step1: Define the event  make_ae_type</vt:lpstr>
      <vt:lpstr>Step2: Create ARD jpn_query_overview/ｊpn_query_summary_pt</vt:lpstr>
      <vt:lpstr>Step2: Create ARD  ex) jpn_query_overview</vt:lpstr>
      <vt:lpstr>Step3: Create outputs from ARD </vt:lpstr>
      <vt:lpstr>Structure of R package</vt:lpstr>
      <vt:lpstr>Basic components of R Package</vt:lpstr>
      <vt:lpstr>Basic components of R Package</vt:lpstr>
      <vt:lpstr>Basic components of R Package</vt:lpstr>
      <vt:lpstr>DESCRIPTION</vt:lpstr>
      <vt:lpstr>NAMESPACE</vt:lpstr>
      <vt:lpstr>Basic components of R Package</vt:lpstr>
      <vt:lpstr>R pgm</vt:lpstr>
      <vt:lpstr>Basic components of R Package</vt:lpstr>
      <vt:lpstr>Readme</vt:lpstr>
      <vt:lpstr>Github pagesとは？？</vt:lpstr>
      <vt:lpstr>man</vt:lpstr>
      <vt:lpstr>roxygen</vt:lpstr>
      <vt:lpstr>vignettes</vt:lpstr>
      <vt:lpstr>_pkgdown.yml</vt:lpstr>
      <vt:lpstr>Basic components of R Package</vt:lpstr>
      <vt:lpstr>Unit test</vt:lpstr>
      <vt:lpstr>Unit testの例</vt:lpstr>
      <vt:lpstr>本日の発表のゴール（再掲）</vt:lpstr>
      <vt:lpstr>End of slides</vt:lpstr>
      <vt:lpstr>BU</vt:lpstr>
      <vt:lpstr>{cards} package</vt:lpstr>
      <vt:lpstr>Overview of PMDA’s Requests</vt:lpstr>
      <vt:lpstr>Structure of ARDs for PMDA queries</vt:lpstr>
    </vt:vector>
  </TitlesOfParts>
  <Company>Novartis Pharma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Goto Shunsuke</dc:creator>
  <cp:lastModifiedBy>Goto Shunsuke</cp:lastModifiedBy>
  <cp:revision>2</cp:revision>
  <dcterms:created xsi:type="dcterms:W3CDTF">2025-08-26T00:56:50Z</dcterms:created>
  <dcterms:modified xsi:type="dcterms:W3CDTF">2026-04-03T02:37:18Z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0x0101006DBF427431D4B1448BE8CF98B93B7DD2</vt:lpwstr>
  </property>
  <property fmtid="{D5CDD505-2E9C-101B-9397-08002B2CF9AE}" pid="3" name="MediaServiceImageTags">
    <vt:lpwstr/>
  </property>
</Properties>
</file>